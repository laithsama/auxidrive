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5" r:id="rId2"/>
    <p:sldId id="256" r:id="rId3"/>
    <p:sldId id="285" r:id="rId4"/>
    <p:sldId id="277" r:id="rId5"/>
    <p:sldId id="260" r:id="rId6"/>
    <p:sldId id="261" r:id="rId7"/>
    <p:sldId id="278" r:id="rId8"/>
    <p:sldId id="262" r:id="rId9"/>
    <p:sldId id="279" r:id="rId10"/>
    <p:sldId id="263" r:id="rId11"/>
    <p:sldId id="264" r:id="rId12"/>
    <p:sldId id="265" r:id="rId13"/>
    <p:sldId id="286" r:id="rId14"/>
    <p:sldId id="266" r:id="rId15"/>
    <p:sldId id="267" r:id="rId16"/>
    <p:sldId id="283" r:id="rId17"/>
    <p:sldId id="268" r:id="rId18"/>
    <p:sldId id="280" r:id="rId19"/>
    <p:sldId id="269" r:id="rId20"/>
    <p:sldId id="270" r:id="rId21"/>
    <p:sldId id="271" r:id="rId22"/>
    <p:sldId id="282" r:id="rId23"/>
    <p:sldId id="273" r:id="rId24"/>
    <p:sldId id="284" r:id="rId25"/>
    <p:sldId id="281"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0"/>
            <p14:sldId id="261"/>
            <p14:sldId id="278"/>
            <p14:sldId id="262"/>
            <p14:sldId id="279"/>
            <p14:sldId id="263"/>
            <p14:sldId id="264"/>
            <p14:sldId id="265"/>
            <p14:sldId id="286"/>
          </p14:sldIdLst>
        </p14:section>
        <p14:section name="Partie 2" id="{B1B7BF0A-BC74-CF3C-6884-14064C33E22B}">
          <p14:sldIdLst>
            <p14:sldId id="266"/>
            <p14:sldId id="267"/>
            <p14:sldId id="283"/>
            <p14:sldId id="268"/>
            <p14:sldId id="280"/>
            <p14:sldId id="269"/>
            <p14:sldId id="270"/>
          </p14:sldIdLst>
        </p14:section>
        <p14:section name="Partie 3" id="{A5264773-F993-BF2B-962E-720D8B2BFBFE}">
          <p14:sldIdLst>
            <p14:sldId id="271"/>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41990" autoAdjust="0"/>
  </p:normalViewPr>
  <p:slideViewPr>
    <p:cSldViewPr snapToGrid="0" snapToObjects="1">
      <p:cViewPr>
        <p:scale>
          <a:sx n="75" d="100"/>
          <a:sy n="75" d="100"/>
        </p:scale>
        <p:origin x="946" y="43"/>
      </p:cViewPr>
      <p:guideLst/>
    </p:cSldViewPr>
  </p:slideViewPr>
  <p:outlineViewPr>
    <p:cViewPr>
      <p:scale>
        <a:sx n="33" d="100"/>
        <a:sy n="33" d="100"/>
      </p:scale>
      <p:origin x="0" y="-1168"/>
    </p:cViewPr>
  </p:outlin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hierarchy1" loCatId="hierarchy" qsTypeId="urn:microsoft.com/office/officeart/2005/8/quickstyle/simple5" qsCatId="simple" csTypeId="urn:microsoft.com/office/officeart/2005/8/colors/accent2_3" csCatId="accent2"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Directeur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Directeur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Directeur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CHEF DE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DED94CEC-E0AC-4240-B43F-10D64D49D6BC}" type="pres">
      <dgm:prSet presAssocID="{FF5C6F14-B3DF-49F9-90FC-DB578FAB1857}" presName="hierChild1" presStyleCnt="0">
        <dgm:presLayoutVars>
          <dgm:chPref val="1"/>
          <dgm:dir/>
          <dgm:animOne val="branch"/>
          <dgm:animLvl val="lvl"/>
          <dgm:resizeHandles/>
        </dgm:presLayoutVars>
      </dgm:prSet>
      <dgm:spPr/>
    </dgm:pt>
    <dgm:pt modelId="{4227E78E-B76A-4623-9FAA-FAB94F876CC9}" type="pres">
      <dgm:prSet presAssocID="{795702DE-9D64-46C7-8358-98BBC9C76AD8}" presName="hierRoot1" presStyleCnt="0"/>
      <dgm:spPr/>
    </dgm:pt>
    <dgm:pt modelId="{ECBC18FE-DE7F-4872-A406-42161D30C647}" type="pres">
      <dgm:prSet presAssocID="{795702DE-9D64-46C7-8358-98BBC9C76AD8}" presName="composite" presStyleCnt="0"/>
      <dgm:spPr/>
    </dgm:pt>
    <dgm:pt modelId="{CA01D409-AC4C-43E1-8C9E-63DD32F174CD}" type="pres">
      <dgm:prSet presAssocID="{795702DE-9D64-46C7-8358-98BBC9C76AD8}" presName="background" presStyleLbl="node0" presStyleIdx="0" presStyleCnt="1"/>
      <dgm:spPr/>
    </dgm:pt>
    <dgm:pt modelId="{A73F2595-302E-40C7-8893-D7624C032BD8}" type="pres">
      <dgm:prSet presAssocID="{795702DE-9D64-46C7-8358-98BBC9C76AD8}" presName="text" presStyleLbl="fgAcc0" presStyleIdx="0" presStyleCnt="1">
        <dgm:presLayoutVars>
          <dgm:chPref val="3"/>
        </dgm:presLayoutVars>
      </dgm:prSet>
      <dgm:spPr/>
    </dgm:pt>
    <dgm:pt modelId="{B79DAD70-EDEE-41A1-A577-060167491149}" type="pres">
      <dgm:prSet presAssocID="{795702DE-9D64-46C7-8358-98BBC9C76AD8}" presName="hierChild2" presStyleCnt="0"/>
      <dgm:spPr/>
    </dgm:pt>
    <dgm:pt modelId="{8F612D6B-DD5A-41D9-A0F5-CB79B23F7CE2}" type="pres">
      <dgm:prSet presAssocID="{4F3FAFFE-95DB-4C9C-B7E5-68ADD31BE5A3}" presName="Name10" presStyleLbl="parChTrans1D2" presStyleIdx="0" presStyleCnt="9"/>
      <dgm:spPr/>
    </dgm:pt>
    <dgm:pt modelId="{9AC6949C-91C0-44C7-8EA7-F3A1B2047F6E}" type="pres">
      <dgm:prSet presAssocID="{684246AB-C659-4FDF-B62E-BE8B40105EE7}" presName="hierRoot2" presStyleCnt="0"/>
      <dgm:spPr/>
    </dgm:pt>
    <dgm:pt modelId="{CB457F60-F723-4933-A726-B63E59E31AA4}" type="pres">
      <dgm:prSet presAssocID="{684246AB-C659-4FDF-B62E-BE8B40105EE7}" presName="composite2" presStyleCnt="0"/>
      <dgm:spPr/>
    </dgm:pt>
    <dgm:pt modelId="{1207FDCD-61EF-4957-90F0-DB6CBC759EFD}" type="pres">
      <dgm:prSet presAssocID="{684246AB-C659-4FDF-B62E-BE8B40105EE7}" presName="background2" presStyleLbl="asst1" presStyleIdx="0" presStyleCnt="6"/>
      <dgm:spPr/>
    </dgm:pt>
    <dgm:pt modelId="{399BF63B-BBCF-43C8-99D4-BB184C26481E}" type="pres">
      <dgm:prSet presAssocID="{684246AB-C659-4FDF-B62E-BE8B40105EE7}" presName="text2" presStyleLbl="fgAcc2" presStyleIdx="0" presStyleCnt="9" custScaleY="136990">
        <dgm:presLayoutVars>
          <dgm:chPref val="3"/>
        </dgm:presLayoutVars>
      </dgm:prSet>
      <dgm:spPr/>
    </dgm:pt>
    <dgm:pt modelId="{255BF691-C5CA-4601-BBEC-F0916849A72D}" type="pres">
      <dgm:prSet presAssocID="{684246AB-C659-4FDF-B62E-BE8B40105EE7}" presName="hierChild3" presStyleCnt="0"/>
      <dgm:spPr/>
    </dgm:pt>
    <dgm:pt modelId="{DFBF5EF1-D5B8-47B4-AB4F-563085E2FD97}" type="pres">
      <dgm:prSet presAssocID="{CA5BB5A9-4B78-49D7-883B-FE574F12B944}" presName="Name10" presStyleLbl="parChTrans1D2" presStyleIdx="1" presStyleCnt="9"/>
      <dgm:spPr/>
    </dgm:pt>
    <dgm:pt modelId="{06B38C7D-FBC0-4C23-83F0-60D99CD5B17D}" type="pres">
      <dgm:prSet presAssocID="{0F5B4068-22C2-4DE6-BC66-53FF2E98A016}" presName="hierRoot2" presStyleCnt="0"/>
      <dgm:spPr/>
    </dgm:pt>
    <dgm:pt modelId="{A4475942-24F0-41E4-8B42-F544AF938174}" type="pres">
      <dgm:prSet presAssocID="{0F5B4068-22C2-4DE6-BC66-53FF2E98A016}" presName="composite2" presStyleCnt="0"/>
      <dgm:spPr/>
    </dgm:pt>
    <dgm:pt modelId="{72F37EAF-D787-4A5E-8CAD-5562F6735C9E}" type="pres">
      <dgm:prSet presAssocID="{0F5B4068-22C2-4DE6-BC66-53FF2E98A016}" presName="background2" presStyleLbl="node2" presStyleIdx="0" presStyleCnt="3"/>
      <dgm:spPr/>
    </dgm:pt>
    <dgm:pt modelId="{420DB59B-8D07-424D-BD69-AC739F852C93}" type="pres">
      <dgm:prSet presAssocID="{0F5B4068-22C2-4DE6-BC66-53FF2E98A016}" presName="text2" presStyleLbl="fgAcc2" presStyleIdx="1" presStyleCnt="9">
        <dgm:presLayoutVars>
          <dgm:chPref val="3"/>
        </dgm:presLayoutVars>
      </dgm:prSet>
      <dgm:spPr/>
    </dgm:pt>
    <dgm:pt modelId="{39935EE6-E588-48F0-94FD-6693AA523F56}" type="pres">
      <dgm:prSet presAssocID="{0F5B4068-22C2-4DE6-BC66-53FF2E98A016}" presName="hierChild3" presStyleCnt="0"/>
      <dgm:spPr/>
    </dgm:pt>
    <dgm:pt modelId="{14E1E6A4-C360-46FC-A463-CDDFA2BC3C23}" type="pres">
      <dgm:prSet presAssocID="{3C879797-A8B0-46A9-95A8-55F88CA52200}" presName="Name17" presStyleLbl="parChTrans1D3" presStyleIdx="0" presStyleCnt="3"/>
      <dgm:spPr/>
    </dgm:pt>
    <dgm:pt modelId="{6DA6CC51-BB44-4608-A0EE-6304F49C45AA}" type="pres">
      <dgm:prSet presAssocID="{C419E2C1-596F-42F2-A6CE-31173570559D}" presName="hierRoot3" presStyleCnt="0"/>
      <dgm:spPr/>
    </dgm:pt>
    <dgm:pt modelId="{CDDAB671-4733-48AA-9606-6D577776EAED}" type="pres">
      <dgm:prSet presAssocID="{C419E2C1-596F-42F2-A6CE-31173570559D}" presName="composite3" presStyleCnt="0"/>
      <dgm:spPr/>
    </dgm:pt>
    <dgm:pt modelId="{C52F8122-6066-47C8-A1C7-2B38F650B16C}" type="pres">
      <dgm:prSet presAssocID="{C419E2C1-596F-42F2-A6CE-31173570559D}" presName="background3" presStyleLbl="node3" presStyleIdx="0" presStyleCnt="1"/>
      <dgm:spPr/>
    </dgm:pt>
    <dgm:pt modelId="{DBE40AC5-B8B5-4E5D-9232-55B303DC1B4E}" type="pres">
      <dgm:prSet presAssocID="{C419E2C1-596F-42F2-A6CE-31173570559D}" presName="text3" presStyleLbl="fgAcc3" presStyleIdx="0" presStyleCnt="3">
        <dgm:presLayoutVars>
          <dgm:chPref val="3"/>
        </dgm:presLayoutVars>
      </dgm:prSet>
      <dgm:spPr/>
    </dgm:pt>
    <dgm:pt modelId="{00234C15-9F8E-410A-A499-DB6CFF790C4F}" type="pres">
      <dgm:prSet presAssocID="{C419E2C1-596F-42F2-A6CE-31173570559D}" presName="hierChild4" presStyleCnt="0"/>
      <dgm:spPr/>
    </dgm:pt>
    <dgm:pt modelId="{70660A89-B287-4401-99D6-75CD58965B79}" type="pres">
      <dgm:prSet presAssocID="{9D13ADC7-DA48-4B5D-BF10-F5C482100852}" presName="Name23" presStyleLbl="parChTrans1D4" presStyleIdx="0" presStyleCnt="2"/>
      <dgm:spPr/>
    </dgm:pt>
    <dgm:pt modelId="{F3225F69-EB3E-40A9-BF83-BD0DE5051EE9}" type="pres">
      <dgm:prSet presAssocID="{55636FCF-C3FD-4053-9A11-5D242F7931AE}" presName="hierRoot4" presStyleCnt="0"/>
      <dgm:spPr/>
    </dgm:pt>
    <dgm:pt modelId="{A60AEB5B-29DC-4A72-B945-D1F181A3522F}" type="pres">
      <dgm:prSet presAssocID="{55636FCF-C3FD-4053-9A11-5D242F7931AE}" presName="composite4" presStyleCnt="0"/>
      <dgm:spPr/>
    </dgm:pt>
    <dgm:pt modelId="{6A2858C5-597B-4B88-9CD1-358A64809900}" type="pres">
      <dgm:prSet presAssocID="{55636FCF-C3FD-4053-9A11-5D242F7931AE}" presName="background4" presStyleLbl="asst3" presStyleIdx="0" presStyleCnt="2"/>
      <dgm:spPr/>
    </dgm:pt>
    <dgm:pt modelId="{29F89EE7-F488-473A-BF73-3D5DBCE26EBF}" type="pres">
      <dgm:prSet presAssocID="{55636FCF-C3FD-4053-9A11-5D242F7931AE}" presName="text4" presStyleLbl="fgAcc4" presStyleIdx="0" presStyleCnt="2">
        <dgm:presLayoutVars>
          <dgm:chPref val="3"/>
        </dgm:presLayoutVars>
      </dgm:prSet>
      <dgm:spPr/>
    </dgm:pt>
    <dgm:pt modelId="{FCC28183-6513-40C6-B5EA-B70CF9715054}" type="pres">
      <dgm:prSet presAssocID="{55636FCF-C3FD-4053-9A11-5D242F7931AE}" presName="hierChild5" presStyleCnt="0"/>
      <dgm:spPr/>
    </dgm:pt>
    <dgm:pt modelId="{344145C7-EBB8-4981-88FF-CD4B42F2A449}" type="pres">
      <dgm:prSet presAssocID="{D5C81C23-7313-4A59-8D70-6594EF370CC5}" presName="Name23" presStyleLbl="parChTrans1D4" presStyleIdx="1" presStyleCnt="2"/>
      <dgm:spPr/>
    </dgm:pt>
    <dgm:pt modelId="{73DDF5C6-F234-4A2D-9410-2956A9122D65}" type="pres">
      <dgm:prSet presAssocID="{F52F3AAD-2444-4E02-ACB6-2F2DDA9830C1}" presName="hierRoot4" presStyleCnt="0"/>
      <dgm:spPr/>
    </dgm:pt>
    <dgm:pt modelId="{93125396-82B0-4EC4-A42B-70631AFA6816}" type="pres">
      <dgm:prSet presAssocID="{F52F3AAD-2444-4E02-ACB6-2F2DDA9830C1}" presName="composite4" presStyleCnt="0"/>
      <dgm:spPr/>
    </dgm:pt>
    <dgm:pt modelId="{08FD2382-D758-4BCF-9364-CD8487FAA4B1}" type="pres">
      <dgm:prSet presAssocID="{F52F3AAD-2444-4E02-ACB6-2F2DDA9830C1}" presName="background4" presStyleLbl="asst3" presStyleIdx="1" presStyleCnt="2"/>
      <dgm:spPr/>
    </dgm:pt>
    <dgm:pt modelId="{265E95FA-F418-4295-80C0-04ABE4A81F1A}" type="pres">
      <dgm:prSet presAssocID="{F52F3AAD-2444-4E02-ACB6-2F2DDA9830C1}" presName="text4" presStyleLbl="fgAcc4" presStyleIdx="1" presStyleCnt="2">
        <dgm:presLayoutVars>
          <dgm:chPref val="3"/>
        </dgm:presLayoutVars>
      </dgm:prSet>
      <dgm:spPr/>
    </dgm:pt>
    <dgm:pt modelId="{1A7D5665-B203-4292-97CC-587AFCDC313E}" type="pres">
      <dgm:prSet presAssocID="{F52F3AAD-2444-4E02-ACB6-2F2DDA9830C1}" presName="hierChild5" presStyleCnt="0"/>
      <dgm:spPr/>
    </dgm:pt>
    <dgm:pt modelId="{8C0341A1-41FD-4D14-9053-2D78FA5F4125}" type="pres">
      <dgm:prSet presAssocID="{FC5587F7-A65B-419C-ABF8-06FEDDE5B73D}" presName="Name10" presStyleLbl="parChTrans1D2" presStyleIdx="2" presStyleCnt="9"/>
      <dgm:spPr/>
    </dgm:pt>
    <dgm:pt modelId="{3BEC8BB6-5785-4569-8E55-F3BEEA804597}" type="pres">
      <dgm:prSet presAssocID="{14028463-B37F-4CAB-B02C-759BD00378FB}" presName="hierRoot2" presStyleCnt="0"/>
      <dgm:spPr/>
    </dgm:pt>
    <dgm:pt modelId="{E8612C70-3A31-4976-ADAC-FD9C515E6310}" type="pres">
      <dgm:prSet presAssocID="{14028463-B37F-4CAB-B02C-759BD00378FB}" presName="composite2" presStyleCnt="0"/>
      <dgm:spPr/>
    </dgm:pt>
    <dgm:pt modelId="{FB74A1EF-973B-4BC5-A633-D1D1D2C2F2B0}" type="pres">
      <dgm:prSet presAssocID="{14028463-B37F-4CAB-B02C-759BD00378FB}" presName="background2" presStyleLbl="node2" presStyleIdx="1" presStyleCnt="3"/>
      <dgm:spPr/>
    </dgm:pt>
    <dgm:pt modelId="{86B8F050-6D27-4A18-95B8-50BD09646B39}" type="pres">
      <dgm:prSet presAssocID="{14028463-B37F-4CAB-B02C-759BD00378FB}" presName="text2" presStyleLbl="fgAcc2" presStyleIdx="2" presStyleCnt="9">
        <dgm:presLayoutVars>
          <dgm:chPref val="3"/>
        </dgm:presLayoutVars>
      </dgm:prSet>
      <dgm:spPr/>
    </dgm:pt>
    <dgm:pt modelId="{567E3071-416A-4DDD-81B6-C973419A9EEF}" type="pres">
      <dgm:prSet presAssocID="{14028463-B37F-4CAB-B02C-759BD00378FB}" presName="hierChild3" presStyleCnt="0"/>
      <dgm:spPr/>
    </dgm:pt>
    <dgm:pt modelId="{35963E7F-C55C-42EE-BD86-42AD2E3E82D2}" type="pres">
      <dgm:prSet presAssocID="{D01F807D-DD0A-4E41-A8AE-1E567EC039E8}" presName="Name10" presStyleLbl="parChTrans1D2" presStyleIdx="3" presStyleCnt="9"/>
      <dgm:spPr/>
    </dgm:pt>
    <dgm:pt modelId="{B63E5A33-3D5B-4ECA-8F36-AA50EB4B6B75}" type="pres">
      <dgm:prSet presAssocID="{26D16FF6-AD51-4D70-9087-FC1758DFA4BA}" presName="hierRoot2" presStyleCnt="0"/>
      <dgm:spPr/>
    </dgm:pt>
    <dgm:pt modelId="{AFB18DDD-B453-4448-AE65-971E5F681754}" type="pres">
      <dgm:prSet presAssocID="{26D16FF6-AD51-4D70-9087-FC1758DFA4BA}" presName="composite2" presStyleCnt="0"/>
      <dgm:spPr/>
    </dgm:pt>
    <dgm:pt modelId="{B5048A5B-E3D0-4527-91A8-4D5A329A9A0D}" type="pres">
      <dgm:prSet presAssocID="{26D16FF6-AD51-4D70-9087-FC1758DFA4BA}" presName="background2" presStyleLbl="asst1" presStyleIdx="1" presStyleCnt="6"/>
      <dgm:spPr/>
    </dgm:pt>
    <dgm:pt modelId="{8235A6D7-3DD9-43F2-B086-6E655FE4BAF6}" type="pres">
      <dgm:prSet presAssocID="{26D16FF6-AD51-4D70-9087-FC1758DFA4BA}" presName="text2" presStyleLbl="fgAcc2" presStyleIdx="3" presStyleCnt="9">
        <dgm:presLayoutVars>
          <dgm:chPref val="3"/>
        </dgm:presLayoutVars>
      </dgm:prSet>
      <dgm:spPr/>
    </dgm:pt>
    <dgm:pt modelId="{0647929C-F55F-4D8F-981E-C383D7EE3FEA}" type="pres">
      <dgm:prSet presAssocID="{26D16FF6-AD51-4D70-9087-FC1758DFA4BA}" presName="hierChild3" presStyleCnt="0"/>
      <dgm:spPr/>
    </dgm:pt>
    <dgm:pt modelId="{FA791201-791C-44F4-B38C-9907918DDA98}" type="pres">
      <dgm:prSet presAssocID="{D2A57403-BB26-48D5-B737-5740465F02A7}" presName="Name10" presStyleLbl="parChTrans1D2" presStyleIdx="4" presStyleCnt="9"/>
      <dgm:spPr/>
    </dgm:pt>
    <dgm:pt modelId="{E61F856F-0E4A-4DA4-8FD1-E0D2DBD40681}" type="pres">
      <dgm:prSet presAssocID="{EB8DC32E-865D-435F-9289-E39DC51FCC72}" presName="hierRoot2" presStyleCnt="0"/>
      <dgm:spPr/>
    </dgm:pt>
    <dgm:pt modelId="{D8FF02DE-BB22-4B0D-BB5D-52474B38E37C}" type="pres">
      <dgm:prSet presAssocID="{EB8DC32E-865D-435F-9289-E39DC51FCC72}" presName="composite2" presStyleCnt="0"/>
      <dgm:spPr/>
    </dgm:pt>
    <dgm:pt modelId="{C9DA4F5C-768B-482E-8A89-0AE3B93978B5}" type="pres">
      <dgm:prSet presAssocID="{EB8DC32E-865D-435F-9289-E39DC51FCC72}" presName="background2" presStyleLbl="asst1" presStyleIdx="2" presStyleCnt="6"/>
      <dgm:spPr/>
    </dgm:pt>
    <dgm:pt modelId="{248C6A93-1652-4F8D-BC43-24B95DA51196}" type="pres">
      <dgm:prSet presAssocID="{EB8DC32E-865D-435F-9289-E39DC51FCC72}" presName="text2" presStyleLbl="fgAcc2" presStyleIdx="4" presStyleCnt="9">
        <dgm:presLayoutVars>
          <dgm:chPref val="3"/>
        </dgm:presLayoutVars>
      </dgm:prSet>
      <dgm:spPr/>
    </dgm:pt>
    <dgm:pt modelId="{C4928908-4845-4556-80D3-441F2508A9F3}" type="pres">
      <dgm:prSet presAssocID="{EB8DC32E-865D-435F-9289-E39DC51FCC72}" presName="hierChild3" presStyleCnt="0"/>
      <dgm:spPr/>
    </dgm:pt>
    <dgm:pt modelId="{47E7EE0A-E2FB-4441-840F-5246A44C06DA}" type="pres">
      <dgm:prSet presAssocID="{B5C6CDC6-FE07-493F-BDC6-B76E62F1DC54}" presName="Name10" presStyleLbl="parChTrans1D2" presStyleIdx="5" presStyleCnt="9"/>
      <dgm:spPr/>
    </dgm:pt>
    <dgm:pt modelId="{7A29AF19-452B-4F09-A5F3-CA93BE49E0F6}" type="pres">
      <dgm:prSet presAssocID="{CFA26ED2-16C4-409E-A009-BDE8B139564A}" presName="hierRoot2" presStyleCnt="0"/>
      <dgm:spPr/>
    </dgm:pt>
    <dgm:pt modelId="{0F963122-EA2E-46D5-B8FE-95797684E33F}" type="pres">
      <dgm:prSet presAssocID="{CFA26ED2-16C4-409E-A009-BDE8B139564A}" presName="composite2" presStyleCnt="0"/>
      <dgm:spPr/>
    </dgm:pt>
    <dgm:pt modelId="{A020EA89-6ACF-47F6-A198-DE1D442D5C47}" type="pres">
      <dgm:prSet presAssocID="{CFA26ED2-16C4-409E-A009-BDE8B139564A}" presName="background2" presStyleLbl="asst1" presStyleIdx="3" presStyleCnt="6"/>
      <dgm:spPr/>
    </dgm:pt>
    <dgm:pt modelId="{6E984A00-F904-4B27-B35B-E04205A6915D}" type="pres">
      <dgm:prSet presAssocID="{CFA26ED2-16C4-409E-A009-BDE8B139564A}" presName="text2" presStyleLbl="fgAcc2" presStyleIdx="5" presStyleCnt="9">
        <dgm:presLayoutVars>
          <dgm:chPref val="3"/>
        </dgm:presLayoutVars>
      </dgm:prSet>
      <dgm:spPr/>
    </dgm:pt>
    <dgm:pt modelId="{9C46E09B-0E54-4919-A5EB-FE3AD745F88E}" type="pres">
      <dgm:prSet presAssocID="{CFA26ED2-16C4-409E-A009-BDE8B139564A}" presName="hierChild3" presStyleCnt="0"/>
      <dgm:spPr/>
    </dgm:pt>
    <dgm:pt modelId="{E81E2FA0-CB1F-4860-8074-EE61766627A0}" type="pres">
      <dgm:prSet presAssocID="{0CDDD31F-8DE8-45B6-8F35-F30177C3FA08}" presName="Name10" presStyleLbl="parChTrans1D2" presStyleIdx="6" presStyleCnt="9"/>
      <dgm:spPr/>
    </dgm:pt>
    <dgm:pt modelId="{44637541-436F-481D-9D43-1E1B249488ED}" type="pres">
      <dgm:prSet presAssocID="{0F870087-D752-4ED1-AF30-59E7DD289905}" presName="hierRoot2" presStyleCnt="0"/>
      <dgm:spPr/>
    </dgm:pt>
    <dgm:pt modelId="{9BB0E346-12D4-4350-BDB6-D6D07188A026}" type="pres">
      <dgm:prSet presAssocID="{0F870087-D752-4ED1-AF30-59E7DD289905}" presName="composite2" presStyleCnt="0"/>
      <dgm:spPr/>
    </dgm:pt>
    <dgm:pt modelId="{D911D37D-5AA3-4E39-B07D-2A50026F1BBE}" type="pres">
      <dgm:prSet presAssocID="{0F870087-D752-4ED1-AF30-59E7DD289905}" presName="background2" presStyleLbl="asst1" presStyleIdx="4" presStyleCnt="6"/>
      <dgm:spPr/>
    </dgm:pt>
    <dgm:pt modelId="{78F05DA2-2BD4-4569-BBD5-0A2224390A8C}" type="pres">
      <dgm:prSet presAssocID="{0F870087-D752-4ED1-AF30-59E7DD289905}" presName="text2" presStyleLbl="fgAcc2" presStyleIdx="6" presStyleCnt="9">
        <dgm:presLayoutVars>
          <dgm:chPref val="3"/>
        </dgm:presLayoutVars>
      </dgm:prSet>
      <dgm:spPr/>
    </dgm:pt>
    <dgm:pt modelId="{8F95F27A-E77F-4702-B2AB-A6B489CFB65F}" type="pres">
      <dgm:prSet presAssocID="{0F870087-D752-4ED1-AF30-59E7DD289905}" presName="hierChild3" presStyleCnt="0"/>
      <dgm:spPr/>
    </dgm:pt>
    <dgm:pt modelId="{787226F5-C587-4C7A-AB14-2DC859E4FF5A}" type="pres">
      <dgm:prSet presAssocID="{98741F32-2EA9-4EF5-A66D-6BAAE9BD874C}" presName="Name10" presStyleLbl="parChTrans1D2" presStyleIdx="7" presStyleCnt="9"/>
      <dgm:spPr/>
    </dgm:pt>
    <dgm:pt modelId="{793A5CEE-A6F1-4F7B-9E5D-F470ED95D426}" type="pres">
      <dgm:prSet presAssocID="{451510BF-7200-48F2-917E-C2B38D33A913}" presName="hierRoot2" presStyleCnt="0"/>
      <dgm:spPr/>
    </dgm:pt>
    <dgm:pt modelId="{951CF33D-AA1D-49BB-A105-48CF1FEED25A}" type="pres">
      <dgm:prSet presAssocID="{451510BF-7200-48F2-917E-C2B38D33A913}" presName="composite2" presStyleCnt="0"/>
      <dgm:spPr/>
    </dgm:pt>
    <dgm:pt modelId="{C4A251BD-BF79-479E-885F-E975B5D421A1}" type="pres">
      <dgm:prSet presAssocID="{451510BF-7200-48F2-917E-C2B38D33A913}" presName="background2" presStyleLbl="node2" presStyleIdx="2" presStyleCnt="3"/>
      <dgm:spPr/>
    </dgm:pt>
    <dgm:pt modelId="{B1A8802C-11BB-4D79-8A51-1D352F8A4FBA}" type="pres">
      <dgm:prSet presAssocID="{451510BF-7200-48F2-917E-C2B38D33A913}" presName="text2" presStyleLbl="fgAcc2" presStyleIdx="7" presStyleCnt="9">
        <dgm:presLayoutVars>
          <dgm:chPref val="3"/>
        </dgm:presLayoutVars>
      </dgm:prSet>
      <dgm:spPr/>
    </dgm:pt>
    <dgm:pt modelId="{0362CFD3-7677-4DAB-8526-B0EC980EBA57}" type="pres">
      <dgm:prSet presAssocID="{451510BF-7200-48F2-917E-C2B38D33A913}" presName="hierChild3" presStyleCnt="0"/>
      <dgm:spPr/>
    </dgm:pt>
    <dgm:pt modelId="{E4066573-3358-4FAF-82B5-0F16C17FE8B3}" type="pres">
      <dgm:prSet presAssocID="{E592B01F-B69D-4940-84E6-E84EF2A31184}" presName="Name17" presStyleLbl="parChTrans1D3" presStyleIdx="1" presStyleCnt="3"/>
      <dgm:spPr/>
    </dgm:pt>
    <dgm:pt modelId="{0EE4D053-9621-4668-8AD0-C12861DB9063}" type="pres">
      <dgm:prSet presAssocID="{26C52AC1-D75A-41D9-BC2A-8B8239133549}" presName="hierRoot3" presStyleCnt="0"/>
      <dgm:spPr/>
    </dgm:pt>
    <dgm:pt modelId="{BCB5469E-B155-4C62-88E0-E830E8ED67A0}" type="pres">
      <dgm:prSet presAssocID="{26C52AC1-D75A-41D9-BC2A-8B8239133549}" presName="composite3" presStyleCnt="0"/>
      <dgm:spPr/>
    </dgm:pt>
    <dgm:pt modelId="{54C9D34A-8E47-4319-BDE9-E66F890CC1F1}" type="pres">
      <dgm:prSet presAssocID="{26C52AC1-D75A-41D9-BC2A-8B8239133549}" presName="background3" presStyleLbl="asst2" presStyleIdx="0" presStyleCnt="2"/>
      <dgm:spPr/>
    </dgm:pt>
    <dgm:pt modelId="{318EEC1A-C180-4CEB-A276-864CFE54098D}" type="pres">
      <dgm:prSet presAssocID="{26C52AC1-D75A-41D9-BC2A-8B8239133549}" presName="text3" presStyleLbl="fgAcc3" presStyleIdx="1" presStyleCnt="3" custScaleX="126564" custScaleY="194242">
        <dgm:presLayoutVars>
          <dgm:chPref val="3"/>
        </dgm:presLayoutVars>
      </dgm:prSet>
      <dgm:spPr/>
    </dgm:pt>
    <dgm:pt modelId="{E28FD1AD-615C-4A0F-8A3F-5BB4E1D67B74}" type="pres">
      <dgm:prSet presAssocID="{26C52AC1-D75A-41D9-BC2A-8B8239133549}" presName="hierChild4" presStyleCnt="0"/>
      <dgm:spPr/>
    </dgm:pt>
    <dgm:pt modelId="{C704C260-4CA9-4BDF-868A-1E86BAD97417}" type="pres">
      <dgm:prSet presAssocID="{FD0AF88F-220B-4F67-8F85-66A335F88FAF}" presName="Name17" presStyleLbl="parChTrans1D3" presStyleIdx="2" presStyleCnt="3"/>
      <dgm:spPr/>
    </dgm:pt>
    <dgm:pt modelId="{0C11D9F6-1FC7-4743-AB78-0C9FE77BDB1A}" type="pres">
      <dgm:prSet presAssocID="{2932FAF7-CD8F-40A1-A543-26FACDFBF554}" presName="hierRoot3" presStyleCnt="0"/>
      <dgm:spPr/>
    </dgm:pt>
    <dgm:pt modelId="{A0159D55-6275-4722-A8AA-C498FD99BFDC}" type="pres">
      <dgm:prSet presAssocID="{2932FAF7-CD8F-40A1-A543-26FACDFBF554}" presName="composite3" presStyleCnt="0"/>
      <dgm:spPr/>
    </dgm:pt>
    <dgm:pt modelId="{F40902C4-852A-4016-91CD-7135C202960B}" type="pres">
      <dgm:prSet presAssocID="{2932FAF7-CD8F-40A1-A543-26FACDFBF554}" presName="background3" presStyleLbl="asst2" presStyleIdx="1" presStyleCnt="2"/>
      <dgm:spPr/>
    </dgm:pt>
    <dgm:pt modelId="{C0960823-2A21-4461-824B-A9B1A691765D}" type="pres">
      <dgm:prSet presAssocID="{2932FAF7-CD8F-40A1-A543-26FACDFBF554}" presName="text3" presStyleLbl="fgAcc3" presStyleIdx="2" presStyleCnt="3" custScaleY="134490">
        <dgm:presLayoutVars>
          <dgm:chPref val="3"/>
        </dgm:presLayoutVars>
      </dgm:prSet>
      <dgm:spPr/>
    </dgm:pt>
    <dgm:pt modelId="{0604A948-E21D-4017-9C11-8EF994DE9E93}" type="pres">
      <dgm:prSet presAssocID="{2932FAF7-CD8F-40A1-A543-26FACDFBF554}" presName="hierChild4" presStyleCnt="0"/>
      <dgm:spPr/>
    </dgm:pt>
    <dgm:pt modelId="{0A4DE49A-BE55-4425-AC43-401341A4BD08}" type="pres">
      <dgm:prSet presAssocID="{AE358185-B88F-4DF3-A58B-3B98EFE04A85}" presName="Name10" presStyleLbl="parChTrans1D2" presStyleIdx="8" presStyleCnt="9"/>
      <dgm:spPr/>
    </dgm:pt>
    <dgm:pt modelId="{83FB225C-31D1-4B63-A95A-FEBD5DD60AE6}" type="pres">
      <dgm:prSet presAssocID="{6CB5C1BE-A616-4089-9D4D-4C52558B8ECF}" presName="hierRoot2" presStyleCnt="0"/>
      <dgm:spPr/>
    </dgm:pt>
    <dgm:pt modelId="{D60BADFB-97FA-4D3B-8873-05FAF4F2FCC3}" type="pres">
      <dgm:prSet presAssocID="{6CB5C1BE-A616-4089-9D4D-4C52558B8ECF}" presName="composite2" presStyleCnt="0"/>
      <dgm:spPr/>
    </dgm:pt>
    <dgm:pt modelId="{61CFD1F1-E1DD-4D22-91E9-EAEEE481E778}" type="pres">
      <dgm:prSet presAssocID="{6CB5C1BE-A616-4089-9D4D-4C52558B8ECF}" presName="background2" presStyleLbl="asst1" presStyleIdx="5" presStyleCnt="6"/>
      <dgm:spPr/>
    </dgm:pt>
    <dgm:pt modelId="{5D2114CA-924C-4632-AF77-8AC9102A35F8}" type="pres">
      <dgm:prSet presAssocID="{6CB5C1BE-A616-4089-9D4D-4C52558B8ECF}" presName="text2" presStyleLbl="fgAcc2" presStyleIdx="8" presStyleCnt="9">
        <dgm:presLayoutVars>
          <dgm:chPref val="3"/>
        </dgm:presLayoutVars>
      </dgm:prSet>
      <dgm:spPr/>
    </dgm:pt>
    <dgm:pt modelId="{51055A77-E351-4202-8A4B-30036FB3C2AF}" type="pres">
      <dgm:prSet presAssocID="{6CB5C1BE-A616-4089-9D4D-4C52558B8ECF}" presName="hierChild3" presStyleCnt="0"/>
      <dgm:spPr/>
    </dgm:pt>
  </dgm:ptLst>
  <dgm:cxnLst>
    <dgm:cxn modelId="{284BA500-12C3-42E8-A97A-46B5FF15F1FE}" type="presOf" srcId="{4F3FAFFE-95DB-4C9C-B7E5-68ADD31BE5A3}" destId="{8F612D6B-DD5A-41D9-A0F5-CB79B23F7CE2}" srcOrd="0" destOrd="0" presId="urn:microsoft.com/office/officeart/2005/8/layout/hierarchy1"/>
    <dgm:cxn modelId="{1F848D04-E118-47FC-9DE0-AB134B7EB9E1}" type="presOf" srcId="{EB8DC32E-865D-435F-9289-E39DC51FCC72}" destId="{248C6A93-1652-4F8D-BC43-24B95DA51196}" srcOrd="0" destOrd="0" presId="urn:microsoft.com/office/officeart/2005/8/layout/hierarchy1"/>
    <dgm:cxn modelId="{C367D506-C0CF-4CC1-89EE-E1CB65950BA6}" srcId="{FF5C6F14-B3DF-49F9-90FC-DB578FAB1857}" destId="{795702DE-9D64-46C7-8358-98BBC9C76AD8}" srcOrd="0" destOrd="0" parTransId="{D6876B59-167A-4F73-8376-E214294C0434}" sibTransId="{AF380086-5EF4-44BA-9FCE-750521E3950E}"/>
    <dgm:cxn modelId="{FE21180B-E12B-4FCE-B303-140A9EA06BBA}" type="presOf" srcId="{26D16FF6-AD51-4D70-9087-FC1758DFA4BA}" destId="{8235A6D7-3DD9-43F2-B086-6E655FE4BAF6}" srcOrd="0" destOrd="0" presId="urn:microsoft.com/office/officeart/2005/8/layout/hierarchy1"/>
    <dgm:cxn modelId="{66D0A116-C280-4745-880A-3143F714B7E4}" type="presOf" srcId="{3C879797-A8B0-46A9-95A8-55F88CA52200}" destId="{14E1E6A4-C360-46FC-A463-CDDFA2BC3C23}" srcOrd="0" destOrd="0" presId="urn:microsoft.com/office/officeart/2005/8/layout/hierarchy1"/>
    <dgm:cxn modelId="{237B511C-DD97-451D-9442-BCDECEADD75D}" type="presOf" srcId="{FC5587F7-A65B-419C-ABF8-06FEDDE5B73D}" destId="{8C0341A1-41FD-4D14-9053-2D78FA5F4125}" srcOrd="0" destOrd="0" presId="urn:microsoft.com/office/officeart/2005/8/layout/hierarchy1"/>
    <dgm:cxn modelId="{F996121D-8838-4419-89DA-1B786EB2E701}" type="presOf" srcId="{55636FCF-C3FD-4053-9A11-5D242F7931AE}" destId="{29F89EE7-F488-473A-BF73-3D5DBCE26EBF}" srcOrd="0" destOrd="0" presId="urn:microsoft.com/office/officeart/2005/8/layout/hierarchy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D1D0423A-000C-449C-B828-58CA2BAF3B1E}" type="presOf" srcId="{0F870087-D752-4ED1-AF30-59E7DD289905}" destId="{78F05DA2-2BD4-4569-BBD5-0A2224390A8C}" srcOrd="0" destOrd="0" presId="urn:microsoft.com/office/officeart/2005/8/layout/hierarchy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22393542-03E9-4D6F-B0EC-A44A39B51EB3}" type="presOf" srcId="{14028463-B37F-4CAB-B02C-759BD00378FB}" destId="{86B8F050-6D27-4A18-95B8-50BD09646B39}" srcOrd="0" destOrd="0" presId="urn:microsoft.com/office/officeart/2005/8/layout/hierarchy1"/>
    <dgm:cxn modelId="{8315E643-343E-48D5-AEBE-A0C1AB0A530E}" type="presOf" srcId="{C419E2C1-596F-42F2-A6CE-31173570559D}" destId="{DBE40AC5-B8B5-4E5D-9232-55B303DC1B4E}" srcOrd="0" destOrd="0" presId="urn:microsoft.com/office/officeart/2005/8/layout/hierarchy1"/>
    <dgm:cxn modelId="{22D5C84D-5E5F-4676-A536-56B7BC933A54}" srcId="{C419E2C1-596F-42F2-A6CE-31173570559D}" destId="{F52F3AAD-2444-4E02-ACB6-2F2DDA9830C1}" srcOrd="1" destOrd="0" parTransId="{D5C81C23-7313-4A59-8D70-6594EF370CC5}" sibTransId="{42DB9A73-BF7D-4439-AB1A-84303A62F3D1}"/>
    <dgm:cxn modelId="{DB414250-74CC-4DA4-8E8F-F4D600385D9F}" type="presOf" srcId="{26C52AC1-D75A-41D9-BC2A-8B8239133549}" destId="{318EEC1A-C180-4CEB-A276-864CFE54098D}" srcOrd="0" destOrd="0" presId="urn:microsoft.com/office/officeart/2005/8/layout/hierarchy1"/>
    <dgm:cxn modelId="{219C3773-3D1A-479D-A7A6-2D9D9DF8837F}" type="presOf" srcId="{2932FAF7-CD8F-40A1-A543-26FACDFBF554}" destId="{C0960823-2A21-4461-824B-A9B1A691765D}" srcOrd="0" destOrd="0" presId="urn:microsoft.com/office/officeart/2005/8/layout/hierarchy1"/>
    <dgm:cxn modelId="{7DAB1354-7045-40EC-941A-E3D283BA41F3}" type="presOf" srcId="{98741F32-2EA9-4EF5-A66D-6BAAE9BD874C}" destId="{787226F5-C587-4C7A-AB14-2DC859E4FF5A}" srcOrd="0" destOrd="0" presId="urn:microsoft.com/office/officeart/2005/8/layout/hierarchy1"/>
    <dgm:cxn modelId="{0DFEFC75-ACEE-465E-84EA-B5D75D07CE5F}" type="presOf" srcId="{B5C6CDC6-FE07-493F-BDC6-B76E62F1DC54}" destId="{47E7EE0A-E2FB-4441-840F-5246A44C06DA}" srcOrd="0" destOrd="0" presId="urn:microsoft.com/office/officeart/2005/8/layout/hierarchy1"/>
    <dgm:cxn modelId="{42A38157-7BC0-43FC-9D09-2C3747E7DFDA}" type="presOf" srcId="{FF5C6F14-B3DF-49F9-90FC-DB578FAB1857}" destId="{DED94CEC-E0AC-4240-B43F-10D64D49D6BC}" srcOrd="0" destOrd="0" presId="urn:microsoft.com/office/officeart/2005/8/layout/hierarchy1"/>
    <dgm:cxn modelId="{B0C29879-A509-43D2-9807-759126F27D59}" type="presOf" srcId="{9D13ADC7-DA48-4B5D-BF10-F5C482100852}" destId="{70660A89-B287-4401-99D6-75CD58965B79}" srcOrd="0" destOrd="0" presId="urn:microsoft.com/office/officeart/2005/8/layout/hierarchy1"/>
    <dgm:cxn modelId="{B159A159-70A9-4F8A-91C6-F13BEFBB0B1E}" srcId="{795702DE-9D64-46C7-8358-98BBC9C76AD8}" destId="{14028463-B37F-4CAB-B02C-759BD00378FB}" srcOrd="2" destOrd="0" parTransId="{FC5587F7-A65B-419C-ABF8-06FEDDE5B73D}" sibTransId="{41B32885-A86C-4744-A54B-4BE7835647D8}"/>
    <dgm:cxn modelId="{12EFB77D-E4CB-4A9E-A24F-5C39B35FA688}" type="presOf" srcId="{AE358185-B88F-4DF3-A58B-3B98EFE04A85}" destId="{0A4DE49A-BE55-4425-AC43-401341A4BD08}" srcOrd="0" destOrd="0" presId="urn:microsoft.com/office/officeart/2005/8/layout/hierarchy1"/>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9F7C0DA0-8E33-48F5-9899-5F1135C8B107}" srcId="{795702DE-9D64-46C7-8358-98BBC9C76AD8}" destId="{CFA26ED2-16C4-409E-A009-BDE8B139564A}" srcOrd="5" destOrd="0" parTransId="{B5C6CDC6-FE07-493F-BDC6-B76E62F1DC54}" sibTransId="{E06D875A-E109-446D-98D1-B2310B3D25DA}"/>
    <dgm:cxn modelId="{AB6079A7-E6D2-4259-8A29-D6572250DB55}" type="presOf" srcId="{0CDDD31F-8DE8-45B6-8F35-F30177C3FA08}" destId="{E81E2FA0-CB1F-4860-8074-EE61766627A0}" srcOrd="0" destOrd="0" presId="urn:microsoft.com/office/officeart/2005/8/layout/hierarchy1"/>
    <dgm:cxn modelId="{CF40BEA7-60F4-4829-920F-BCFA36028DDD}" type="presOf" srcId="{684246AB-C659-4FDF-B62E-BE8B40105EE7}" destId="{399BF63B-BBCF-43C8-99D4-BB184C26481E}" srcOrd="0" destOrd="0" presId="urn:microsoft.com/office/officeart/2005/8/layout/hierarchy1"/>
    <dgm:cxn modelId="{A13A24B0-C6B8-4DF0-9334-738B2A3C126B}" srcId="{795702DE-9D64-46C7-8358-98BBC9C76AD8}" destId="{EB8DC32E-865D-435F-9289-E39DC51FCC72}" srcOrd="4" destOrd="0" parTransId="{D2A57403-BB26-48D5-B737-5740465F02A7}" sibTransId="{2BD46014-6E25-45EC-905C-450EDF6515B9}"/>
    <dgm:cxn modelId="{CF4371B4-D894-4FA4-9FFE-E68D63FBF814}" srcId="{795702DE-9D64-46C7-8358-98BBC9C76AD8}" destId="{0F870087-D752-4ED1-AF30-59E7DD289905}" srcOrd="6" destOrd="0" parTransId="{0CDDD31F-8DE8-45B6-8F35-F30177C3FA08}" sibTransId="{DCDE8476-3550-40B0-BE6A-3C4E642610E8}"/>
    <dgm:cxn modelId="{AA6735B7-D7B1-4743-A2B6-6483F7348FCB}" srcId="{795702DE-9D64-46C7-8358-98BBC9C76AD8}" destId="{684246AB-C659-4FDF-B62E-BE8B40105EE7}" srcOrd="0" destOrd="0" parTransId="{4F3FAFFE-95DB-4C9C-B7E5-68ADD31BE5A3}" sibTransId="{F41D190B-154E-42A5-A47B-4E0861ED8266}"/>
    <dgm:cxn modelId="{263322B9-A57E-4338-9988-111B1C1FB879}" type="presOf" srcId="{F52F3AAD-2444-4E02-ACB6-2F2DDA9830C1}" destId="{265E95FA-F418-4295-80C0-04ABE4A81F1A}" srcOrd="0" destOrd="0" presId="urn:microsoft.com/office/officeart/2005/8/layout/hierarchy1"/>
    <dgm:cxn modelId="{BBD074BD-42BA-4E0B-A8C5-AED3FE9D1BCB}" type="presOf" srcId="{D5C81C23-7313-4A59-8D70-6594EF370CC5}" destId="{344145C7-EBB8-4981-88FF-CD4B42F2A449}" srcOrd="0" destOrd="0" presId="urn:microsoft.com/office/officeart/2005/8/layout/hierarchy1"/>
    <dgm:cxn modelId="{8FF760C4-4704-40A7-9ECB-C1054586CB3D}" type="presOf" srcId="{6CB5C1BE-A616-4089-9D4D-4C52558B8ECF}" destId="{5D2114CA-924C-4632-AF77-8AC9102A35F8}" srcOrd="0" destOrd="0" presId="urn:microsoft.com/office/officeart/2005/8/layout/hierarchy1"/>
    <dgm:cxn modelId="{BFFEADCE-8783-4F1F-B5AE-038DFDC564F5}" type="presOf" srcId="{E592B01F-B69D-4940-84E6-E84EF2A31184}" destId="{E4066573-3358-4FAF-82B5-0F16C17FE8B3}" srcOrd="0" destOrd="0" presId="urn:microsoft.com/office/officeart/2005/8/layout/hierarchy1"/>
    <dgm:cxn modelId="{2848A5D3-5AFD-41B2-BCEB-85D5E691EA15}" srcId="{795702DE-9D64-46C7-8358-98BBC9C76AD8}" destId="{0F5B4068-22C2-4DE6-BC66-53FF2E98A016}" srcOrd="1" destOrd="0" parTransId="{CA5BB5A9-4B78-49D7-883B-FE574F12B944}" sibTransId="{307A404F-F040-4F77-93F6-2277D6A71465}"/>
    <dgm:cxn modelId="{EF7E7ED5-1C0F-44D8-891F-D683F7322429}" type="presOf" srcId="{CFA26ED2-16C4-409E-A009-BDE8B139564A}" destId="{6E984A00-F904-4B27-B35B-E04205A6915D}" srcOrd="0" destOrd="0" presId="urn:microsoft.com/office/officeart/2005/8/layout/hierarchy1"/>
    <dgm:cxn modelId="{227FFCDE-9221-40C2-9C56-6468FB9FC267}" type="presOf" srcId="{0F5B4068-22C2-4DE6-BC66-53FF2E98A016}" destId="{420DB59B-8D07-424D-BD69-AC739F852C93}" srcOrd="0" destOrd="0" presId="urn:microsoft.com/office/officeart/2005/8/layout/hierarchy1"/>
    <dgm:cxn modelId="{B4AEA9E0-F57E-4C26-BCA0-CA4ED469BE69}" type="presOf" srcId="{D01F807D-DD0A-4E41-A8AE-1E567EC039E8}" destId="{35963E7F-C55C-42EE-BD86-42AD2E3E82D2}" srcOrd="0" destOrd="0" presId="urn:microsoft.com/office/officeart/2005/8/layout/hierarchy1"/>
    <dgm:cxn modelId="{DF375CE7-24EF-44AA-B1BF-3A1E9568F132}" type="presOf" srcId="{795702DE-9D64-46C7-8358-98BBC9C76AD8}" destId="{A73F2595-302E-40C7-8893-D7624C032BD8}" srcOrd="0" destOrd="0" presId="urn:microsoft.com/office/officeart/2005/8/layout/hierarchy1"/>
    <dgm:cxn modelId="{2A2E20F0-333F-4F9B-AC62-83EBE76588C2}" type="presOf" srcId="{FD0AF88F-220B-4F67-8F85-66A335F88FAF}" destId="{C704C260-4CA9-4BDF-868A-1E86BAD97417}" srcOrd="0" destOrd="0" presId="urn:microsoft.com/office/officeart/2005/8/layout/hierarchy1"/>
    <dgm:cxn modelId="{E6F7BBF3-5F22-4814-8A9E-42FA757EE823}" type="presOf" srcId="{451510BF-7200-48F2-917E-C2B38D33A913}" destId="{B1A8802C-11BB-4D79-8A51-1D352F8A4FBA}" srcOrd="0" destOrd="0" presId="urn:microsoft.com/office/officeart/2005/8/layout/hierarchy1"/>
    <dgm:cxn modelId="{0024F4F4-CCB6-49CF-B0F7-B4AB72FE5E0E}" type="presOf" srcId="{D2A57403-BB26-48D5-B737-5740465F02A7}" destId="{FA791201-791C-44F4-B38C-9907918DDA98}" srcOrd="0" destOrd="0" presId="urn:microsoft.com/office/officeart/2005/8/layout/hierarchy1"/>
    <dgm:cxn modelId="{FC1CA8F5-A18F-42AF-A850-B081C99AACB7}" type="presOf" srcId="{CA5BB5A9-4B78-49D7-883B-FE574F12B944}" destId="{DFBF5EF1-D5B8-47B4-AB4F-563085E2FD97}" srcOrd="0" destOrd="0" presId="urn:microsoft.com/office/officeart/2005/8/layout/hierarchy1"/>
    <dgm:cxn modelId="{C828BBFD-E5F3-4034-9A93-AFB2C69C3232}" srcId="{C419E2C1-596F-42F2-A6CE-31173570559D}" destId="{55636FCF-C3FD-4053-9A11-5D242F7931AE}" srcOrd="0" destOrd="0" parTransId="{9D13ADC7-DA48-4B5D-BF10-F5C482100852}" sibTransId="{C4243631-0A4D-47AA-A3C7-F77641199E86}"/>
    <dgm:cxn modelId="{312FB5C5-6664-4116-98A4-410C1FA64039}" type="presParOf" srcId="{DED94CEC-E0AC-4240-B43F-10D64D49D6BC}" destId="{4227E78E-B76A-4623-9FAA-FAB94F876CC9}" srcOrd="0" destOrd="0" presId="urn:microsoft.com/office/officeart/2005/8/layout/hierarchy1"/>
    <dgm:cxn modelId="{5B3A5467-637D-4D8A-95EE-E548D9A2F01A}" type="presParOf" srcId="{4227E78E-B76A-4623-9FAA-FAB94F876CC9}" destId="{ECBC18FE-DE7F-4872-A406-42161D30C647}" srcOrd="0" destOrd="0" presId="urn:microsoft.com/office/officeart/2005/8/layout/hierarchy1"/>
    <dgm:cxn modelId="{AF15430C-84F8-4FD3-A7DC-DC5DC010356A}" type="presParOf" srcId="{ECBC18FE-DE7F-4872-A406-42161D30C647}" destId="{CA01D409-AC4C-43E1-8C9E-63DD32F174CD}" srcOrd="0" destOrd="0" presId="urn:microsoft.com/office/officeart/2005/8/layout/hierarchy1"/>
    <dgm:cxn modelId="{8D9CFEA3-9059-4BA0-ACEE-0CDBEC8D7429}" type="presParOf" srcId="{ECBC18FE-DE7F-4872-A406-42161D30C647}" destId="{A73F2595-302E-40C7-8893-D7624C032BD8}" srcOrd="1" destOrd="0" presId="urn:microsoft.com/office/officeart/2005/8/layout/hierarchy1"/>
    <dgm:cxn modelId="{A1C5AF1E-FA5A-4456-BEC2-F1BE8F871826}" type="presParOf" srcId="{4227E78E-B76A-4623-9FAA-FAB94F876CC9}" destId="{B79DAD70-EDEE-41A1-A577-060167491149}" srcOrd="1" destOrd="0" presId="urn:microsoft.com/office/officeart/2005/8/layout/hierarchy1"/>
    <dgm:cxn modelId="{AFB9D8CC-A946-48B5-BE95-5659D2D1F585}" type="presParOf" srcId="{B79DAD70-EDEE-41A1-A577-060167491149}" destId="{8F612D6B-DD5A-41D9-A0F5-CB79B23F7CE2}" srcOrd="0" destOrd="0" presId="urn:microsoft.com/office/officeart/2005/8/layout/hierarchy1"/>
    <dgm:cxn modelId="{3755FF00-BB49-436C-B5F8-09F3F379C1F1}" type="presParOf" srcId="{B79DAD70-EDEE-41A1-A577-060167491149}" destId="{9AC6949C-91C0-44C7-8EA7-F3A1B2047F6E}" srcOrd="1" destOrd="0" presId="urn:microsoft.com/office/officeart/2005/8/layout/hierarchy1"/>
    <dgm:cxn modelId="{A527D103-D1C2-4F67-B72C-5762BDDBB952}" type="presParOf" srcId="{9AC6949C-91C0-44C7-8EA7-F3A1B2047F6E}" destId="{CB457F60-F723-4933-A726-B63E59E31AA4}" srcOrd="0" destOrd="0" presId="urn:microsoft.com/office/officeart/2005/8/layout/hierarchy1"/>
    <dgm:cxn modelId="{ECEB315C-4927-48BD-A29E-946727AA3244}" type="presParOf" srcId="{CB457F60-F723-4933-A726-B63E59E31AA4}" destId="{1207FDCD-61EF-4957-90F0-DB6CBC759EFD}" srcOrd="0" destOrd="0" presId="urn:microsoft.com/office/officeart/2005/8/layout/hierarchy1"/>
    <dgm:cxn modelId="{9C2E7163-5A92-4BC9-8412-668E27D7DFA1}" type="presParOf" srcId="{CB457F60-F723-4933-A726-B63E59E31AA4}" destId="{399BF63B-BBCF-43C8-99D4-BB184C26481E}" srcOrd="1" destOrd="0" presId="urn:microsoft.com/office/officeart/2005/8/layout/hierarchy1"/>
    <dgm:cxn modelId="{90176025-57E3-4B70-91B4-3047E1975AB9}" type="presParOf" srcId="{9AC6949C-91C0-44C7-8EA7-F3A1B2047F6E}" destId="{255BF691-C5CA-4601-BBEC-F0916849A72D}" srcOrd="1" destOrd="0" presId="urn:microsoft.com/office/officeart/2005/8/layout/hierarchy1"/>
    <dgm:cxn modelId="{19427F15-385D-406E-AEB9-CA9D89424863}" type="presParOf" srcId="{B79DAD70-EDEE-41A1-A577-060167491149}" destId="{DFBF5EF1-D5B8-47B4-AB4F-563085E2FD97}" srcOrd="2" destOrd="0" presId="urn:microsoft.com/office/officeart/2005/8/layout/hierarchy1"/>
    <dgm:cxn modelId="{9180FB77-98A4-4C23-A9C5-A327D250379F}" type="presParOf" srcId="{B79DAD70-EDEE-41A1-A577-060167491149}" destId="{06B38C7D-FBC0-4C23-83F0-60D99CD5B17D}" srcOrd="3" destOrd="0" presId="urn:microsoft.com/office/officeart/2005/8/layout/hierarchy1"/>
    <dgm:cxn modelId="{0ECBE13F-013B-4544-9D04-38CC8D4FEC50}" type="presParOf" srcId="{06B38C7D-FBC0-4C23-83F0-60D99CD5B17D}" destId="{A4475942-24F0-41E4-8B42-F544AF938174}" srcOrd="0" destOrd="0" presId="urn:microsoft.com/office/officeart/2005/8/layout/hierarchy1"/>
    <dgm:cxn modelId="{05587208-B95D-4DD0-B1F6-F97B217FB5F0}" type="presParOf" srcId="{A4475942-24F0-41E4-8B42-F544AF938174}" destId="{72F37EAF-D787-4A5E-8CAD-5562F6735C9E}" srcOrd="0" destOrd="0" presId="urn:microsoft.com/office/officeart/2005/8/layout/hierarchy1"/>
    <dgm:cxn modelId="{D5714872-D6AC-4650-A915-AAEEFA78E405}" type="presParOf" srcId="{A4475942-24F0-41E4-8B42-F544AF938174}" destId="{420DB59B-8D07-424D-BD69-AC739F852C93}" srcOrd="1" destOrd="0" presId="urn:microsoft.com/office/officeart/2005/8/layout/hierarchy1"/>
    <dgm:cxn modelId="{E54E9BF2-0213-4592-A787-F3CCC8AC4F7C}" type="presParOf" srcId="{06B38C7D-FBC0-4C23-83F0-60D99CD5B17D}" destId="{39935EE6-E588-48F0-94FD-6693AA523F56}" srcOrd="1" destOrd="0" presId="urn:microsoft.com/office/officeart/2005/8/layout/hierarchy1"/>
    <dgm:cxn modelId="{C916D4AA-49A3-435C-B13F-AF94C814E85C}" type="presParOf" srcId="{39935EE6-E588-48F0-94FD-6693AA523F56}" destId="{14E1E6A4-C360-46FC-A463-CDDFA2BC3C23}" srcOrd="0" destOrd="0" presId="urn:microsoft.com/office/officeart/2005/8/layout/hierarchy1"/>
    <dgm:cxn modelId="{5B2EDEFE-DB16-4E74-81AD-D2128A69C895}" type="presParOf" srcId="{39935EE6-E588-48F0-94FD-6693AA523F56}" destId="{6DA6CC51-BB44-4608-A0EE-6304F49C45AA}" srcOrd="1" destOrd="0" presId="urn:microsoft.com/office/officeart/2005/8/layout/hierarchy1"/>
    <dgm:cxn modelId="{8AC2AE47-B605-46D4-B89E-53F48ED05204}" type="presParOf" srcId="{6DA6CC51-BB44-4608-A0EE-6304F49C45AA}" destId="{CDDAB671-4733-48AA-9606-6D577776EAED}" srcOrd="0" destOrd="0" presId="urn:microsoft.com/office/officeart/2005/8/layout/hierarchy1"/>
    <dgm:cxn modelId="{952D3C4C-25A8-4827-91EA-DE448C3A3339}" type="presParOf" srcId="{CDDAB671-4733-48AA-9606-6D577776EAED}" destId="{C52F8122-6066-47C8-A1C7-2B38F650B16C}" srcOrd="0" destOrd="0" presId="urn:microsoft.com/office/officeart/2005/8/layout/hierarchy1"/>
    <dgm:cxn modelId="{5C634292-B4A6-4F50-BB1D-CEC21A473916}" type="presParOf" srcId="{CDDAB671-4733-48AA-9606-6D577776EAED}" destId="{DBE40AC5-B8B5-4E5D-9232-55B303DC1B4E}" srcOrd="1" destOrd="0" presId="urn:microsoft.com/office/officeart/2005/8/layout/hierarchy1"/>
    <dgm:cxn modelId="{8FDC3E6A-FE37-4142-A6A4-EF05EBF9451F}" type="presParOf" srcId="{6DA6CC51-BB44-4608-A0EE-6304F49C45AA}" destId="{00234C15-9F8E-410A-A499-DB6CFF790C4F}" srcOrd="1" destOrd="0" presId="urn:microsoft.com/office/officeart/2005/8/layout/hierarchy1"/>
    <dgm:cxn modelId="{300413D8-56C4-4824-9951-FD1D8C1274A6}" type="presParOf" srcId="{00234C15-9F8E-410A-A499-DB6CFF790C4F}" destId="{70660A89-B287-4401-99D6-75CD58965B79}" srcOrd="0" destOrd="0" presId="urn:microsoft.com/office/officeart/2005/8/layout/hierarchy1"/>
    <dgm:cxn modelId="{1CC2515B-9F56-465E-AB28-CCC24105CC99}" type="presParOf" srcId="{00234C15-9F8E-410A-A499-DB6CFF790C4F}" destId="{F3225F69-EB3E-40A9-BF83-BD0DE5051EE9}" srcOrd="1" destOrd="0" presId="urn:microsoft.com/office/officeart/2005/8/layout/hierarchy1"/>
    <dgm:cxn modelId="{5389BD5E-F2B4-4DCB-B598-F0AB8DA25D2E}" type="presParOf" srcId="{F3225F69-EB3E-40A9-BF83-BD0DE5051EE9}" destId="{A60AEB5B-29DC-4A72-B945-D1F181A3522F}" srcOrd="0" destOrd="0" presId="urn:microsoft.com/office/officeart/2005/8/layout/hierarchy1"/>
    <dgm:cxn modelId="{F8C780FB-EF43-4A1A-A0D3-32DB3C651EEA}" type="presParOf" srcId="{A60AEB5B-29DC-4A72-B945-D1F181A3522F}" destId="{6A2858C5-597B-4B88-9CD1-358A64809900}" srcOrd="0" destOrd="0" presId="urn:microsoft.com/office/officeart/2005/8/layout/hierarchy1"/>
    <dgm:cxn modelId="{7503E597-CFFB-4EF1-9DA2-1533A69E18CB}" type="presParOf" srcId="{A60AEB5B-29DC-4A72-B945-D1F181A3522F}" destId="{29F89EE7-F488-473A-BF73-3D5DBCE26EBF}" srcOrd="1" destOrd="0" presId="urn:microsoft.com/office/officeart/2005/8/layout/hierarchy1"/>
    <dgm:cxn modelId="{E1A3E20D-5509-41B5-9DA1-12552A2A77E6}" type="presParOf" srcId="{F3225F69-EB3E-40A9-BF83-BD0DE5051EE9}" destId="{FCC28183-6513-40C6-B5EA-B70CF9715054}" srcOrd="1" destOrd="0" presId="urn:microsoft.com/office/officeart/2005/8/layout/hierarchy1"/>
    <dgm:cxn modelId="{F2B15E24-42D9-41A3-962A-E3A3170FF81B}" type="presParOf" srcId="{00234C15-9F8E-410A-A499-DB6CFF790C4F}" destId="{344145C7-EBB8-4981-88FF-CD4B42F2A449}" srcOrd="2" destOrd="0" presId="urn:microsoft.com/office/officeart/2005/8/layout/hierarchy1"/>
    <dgm:cxn modelId="{CA9E9EA6-C3CE-484B-BCCC-BD871AE8011F}" type="presParOf" srcId="{00234C15-9F8E-410A-A499-DB6CFF790C4F}" destId="{73DDF5C6-F234-4A2D-9410-2956A9122D65}" srcOrd="3" destOrd="0" presId="urn:microsoft.com/office/officeart/2005/8/layout/hierarchy1"/>
    <dgm:cxn modelId="{CEC358DC-4C92-48D2-8F91-9AB8B4F86CF3}" type="presParOf" srcId="{73DDF5C6-F234-4A2D-9410-2956A9122D65}" destId="{93125396-82B0-4EC4-A42B-70631AFA6816}" srcOrd="0" destOrd="0" presId="urn:microsoft.com/office/officeart/2005/8/layout/hierarchy1"/>
    <dgm:cxn modelId="{7DB45DBB-9194-4FBB-9B09-9DDB58907797}" type="presParOf" srcId="{93125396-82B0-4EC4-A42B-70631AFA6816}" destId="{08FD2382-D758-4BCF-9364-CD8487FAA4B1}" srcOrd="0" destOrd="0" presId="urn:microsoft.com/office/officeart/2005/8/layout/hierarchy1"/>
    <dgm:cxn modelId="{1317000E-EB08-4A7C-B219-AC4561342AE5}" type="presParOf" srcId="{93125396-82B0-4EC4-A42B-70631AFA6816}" destId="{265E95FA-F418-4295-80C0-04ABE4A81F1A}" srcOrd="1" destOrd="0" presId="urn:microsoft.com/office/officeart/2005/8/layout/hierarchy1"/>
    <dgm:cxn modelId="{677C26D7-D426-48DB-AF5C-320060DE87C0}" type="presParOf" srcId="{73DDF5C6-F234-4A2D-9410-2956A9122D65}" destId="{1A7D5665-B203-4292-97CC-587AFCDC313E}" srcOrd="1" destOrd="0" presId="urn:microsoft.com/office/officeart/2005/8/layout/hierarchy1"/>
    <dgm:cxn modelId="{B24B459C-BCA5-4F96-B6EA-7DD2529DE4DC}" type="presParOf" srcId="{B79DAD70-EDEE-41A1-A577-060167491149}" destId="{8C0341A1-41FD-4D14-9053-2D78FA5F4125}" srcOrd="4" destOrd="0" presId="urn:microsoft.com/office/officeart/2005/8/layout/hierarchy1"/>
    <dgm:cxn modelId="{B4F2E8FC-D377-471B-A5CF-7F241F28B776}" type="presParOf" srcId="{B79DAD70-EDEE-41A1-A577-060167491149}" destId="{3BEC8BB6-5785-4569-8E55-F3BEEA804597}" srcOrd="5" destOrd="0" presId="urn:microsoft.com/office/officeart/2005/8/layout/hierarchy1"/>
    <dgm:cxn modelId="{769466D8-5784-45F5-BA59-D25D0F8BB599}" type="presParOf" srcId="{3BEC8BB6-5785-4569-8E55-F3BEEA804597}" destId="{E8612C70-3A31-4976-ADAC-FD9C515E6310}" srcOrd="0" destOrd="0" presId="urn:microsoft.com/office/officeart/2005/8/layout/hierarchy1"/>
    <dgm:cxn modelId="{3828A02C-39C4-453E-89E1-30BBA04DBD77}" type="presParOf" srcId="{E8612C70-3A31-4976-ADAC-FD9C515E6310}" destId="{FB74A1EF-973B-4BC5-A633-D1D1D2C2F2B0}" srcOrd="0" destOrd="0" presId="urn:microsoft.com/office/officeart/2005/8/layout/hierarchy1"/>
    <dgm:cxn modelId="{71EB70C5-BEE3-4D0C-A662-A2188A6808FA}" type="presParOf" srcId="{E8612C70-3A31-4976-ADAC-FD9C515E6310}" destId="{86B8F050-6D27-4A18-95B8-50BD09646B39}" srcOrd="1" destOrd="0" presId="urn:microsoft.com/office/officeart/2005/8/layout/hierarchy1"/>
    <dgm:cxn modelId="{B9A28C49-7717-4845-9C48-371C865DA9D5}" type="presParOf" srcId="{3BEC8BB6-5785-4569-8E55-F3BEEA804597}" destId="{567E3071-416A-4DDD-81B6-C973419A9EEF}" srcOrd="1" destOrd="0" presId="urn:microsoft.com/office/officeart/2005/8/layout/hierarchy1"/>
    <dgm:cxn modelId="{A86419BF-4A68-422E-AAE2-8765FAE4427A}" type="presParOf" srcId="{B79DAD70-EDEE-41A1-A577-060167491149}" destId="{35963E7F-C55C-42EE-BD86-42AD2E3E82D2}" srcOrd="6" destOrd="0" presId="urn:microsoft.com/office/officeart/2005/8/layout/hierarchy1"/>
    <dgm:cxn modelId="{9037F834-0052-4AF8-BDF4-FC19BE5DB104}" type="presParOf" srcId="{B79DAD70-EDEE-41A1-A577-060167491149}" destId="{B63E5A33-3D5B-4ECA-8F36-AA50EB4B6B75}" srcOrd="7" destOrd="0" presId="urn:microsoft.com/office/officeart/2005/8/layout/hierarchy1"/>
    <dgm:cxn modelId="{FCDF6F1B-07CB-4CA3-900A-49D7988B91FE}" type="presParOf" srcId="{B63E5A33-3D5B-4ECA-8F36-AA50EB4B6B75}" destId="{AFB18DDD-B453-4448-AE65-971E5F681754}" srcOrd="0" destOrd="0" presId="urn:microsoft.com/office/officeart/2005/8/layout/hierarchy1"/>
    <dgm:cxn modelId="{DABEDA29-2A7F-4BC1-A751-4EA9EC4FAEAF}" type="presParOf" srcId="{AFB18DDD-B453-4448-AE65-971E5F681754}" destId="{B5048A5B-E3D0-4527-91A8-4D5A329A9A0D}" srcOrd="0" destOrd="0" presId="urn:microsoft.com/office/officeart/2005/8/layout/hierarchy1"/>
    <dgm:cxn modelId="{8F15FC47-E953-4E27-BFD9-9D3C9140FDA3}" type="presParOf" srcId="{AFB18DDD-B453-4448-AE65-971E5F681754}" destId="{8235A6D7-3DD9-43F2-B086-6E655FE4BAF6}" srcOrd="1" destOrd="0" presId="urn:microsoft.com/office/officeart/2005/8/layout/hierarchy1"/>
    <dgm:cxn modelId="{D6CB3C50-3090-4E41-B2F3-7A55B5FF15C5}" type="presParOf" srcId="{B63E5A33-3D5B-4ECA-8F36-AA50EB4B6B75}" destId="{0647929C-F55F-4D8F-981E-C383D7EE3FEA}" srcOrd="1" destOrd="0" presId="urn:microsoft.com/office/officeart/2005/8/layout/hierarchy1"/>
    <dgm:cxn modelId="{490F9E0F-41B5-4B9B-9C5A-B6C9DA79EC1C}" type="presParOf" srcId="{B79DAD70-EDEE-41A1-A577-060167491149}" destId="{FA791201-791C-44F4-B38C-9907918DDA98}" srcOrd="8" destOrd="0" presId="urn:microsoft.com/office/officeart/2005/8/layout/hierarchy1"/>
    <dgm:cxn modelId="{11140AF2-F783-4524-99EF-EF7A83A2EAAA}" type="presParOf" srcId="{B79DAD70-EDEE-41A1-A577-060167491149}" destId="{E61F856F-0E4A-4DA4-8FD1-E0D2DBD40681}" srcOrd="9" destOrd="0" presId="urn:microsoft.com/office/officeart/2005/8/layout/hierarchy1"/>
    <dgm:cxn modelId="{326A4579-5A69-4992-BBF0-B773407D194C}" type="presParOf" srcId="{E61F856F-0E4A-4DA4-8FD1-E0D2DBD40681}" destId="{D8FF02DE-BB22-4B0D-BB5D-52474B38E37C}" srcOrd="0" destOrd="0" presId="urn:microsoft.com/office/officeart/2005/8/layout/hierarchy1"/>
    <dgm:cxn modelId="{02650D11-DF22-48C6-886F-59C0B2303871}" type="presParOf" srcId="{D8FF02DE-BB22-4B0D-BB5D-52474B38E37C}" destId="{C9DA4F5C-768B-482E-8A89-0AE3B93978B5}" srcOrd="0" destOrd="0" presId="urn:microsoft.com/office/officeart/2005/8/layout/hierarchy1"/>
    <dgm:cxn modelId="{C43420B5-05AA-4F8C-893A-9887F756AD84}" type="presParOf" srcId="{D8FF02DE-BB22-4B0D-BB5D-52474B38E37C}" destId="{248C6A93-1652-4F8D-BC43-24B95DA51196}" srcOrd="1" destOrd="0" presId="urn:microsoft.com/office/officeart/2005/8/layout/hierarchy1"/>
    <dgm:cxn modelId="{1FB1A466-B143-4E0C-A084-0C53E6FA9E1C}" type="presParOf" srcId="{E61F856F-0E4A-4DA4-8FD1-E0D2DBD40681}" destId="{C4928908-4845-4556-80D3-441F2508A9F3}" srcOrd="1" destOrd="0" presId="urn:microsoft.com/office/officeart/2005/8/layout/hierarchy1"/>
    <dgm:cxn modelId="{0554C096-316C-4F68-8C87-1B8E7C7DA246}" type="presParOf" srcId="{B79DAD70-EDEE-41A1-A577-060167491149}" destId="{47E7EE0A-E2FB-4441-840F-5246A44C06DA}" srcOrd="10" destOrd="0" presId="urn:microsoft.com/office/officeart/2005/8/layout/hierarchy1"/>
    <dgm:cxn modelId="{8F10CC21-1D8E-4C48-BE34-3660C52A22F9}" type="presParOf" srcId="{B79DAD70-EDEE-41A1-A577-060167491149}" destId="{7A29AF19-452B-4F09-A5F3-CA93BE49E0F6}" srcOrd="11" destOrd="0" presId="urn:microsoft.com/office/officeart/2005/8/layout/hierarchy1"/>
    <dgm:cxn modelId="{74C1F4E8-4D3A-401D-B070-1EFB6E61A6DC}" type="presParOf" srcId="{7A29AF19-452B-4F09-A5F3-CA93BE49E0F6}" destId="{0F963122-EA2E-46D5-B8FE-95797684E33F}" srcOrd="0" destOrd="0" presId="urn:microsoft.com/office/officeart/2005/8/layout/hierarchy1"/>
    <dgm:cxn modelId="{E0E42D60-E397-452C-81E1-7BABA494E905}" type="presParOf" srcId="{0F963122-EA2E-46D5-B8FE-95797684E33F}" destId="{A020EA89-6ACF-47F6-A198-DE1D442D5C47}" srcOrd="0" destOrd="0" presId="urn:microsoft.com/office/officeart/2005/8/layout/hierarchy1"/>
    <dgm:cxn modelId="{848EEEF2-95D0-408B-BF6A-880A97B66C9C}" type="presParOf" srcId="{0F963122-EA2E-46D5-B8FE-95797684E33F}" destId="{6E984A00-F904-4B27-B35B-E04205A6915D}" srcOrd="1" destOrd="0" presId="urn:microsoft.com/office/officeart/2005/8/layout/hierarchy1"/>
    <dgm:cxn modelId="{E119A7A9-0673-4146-960D-A92D6CD6E6F9}" type="presParOf" srcId="{7A29AF19-452B-4F09-A5F3-CA93BE49E0F6}" destId="{9C46E09B-0E54-4919-A5EB-FE3AD745F88E}" srcOrd="1" destOrd="0" presId="urn:microsoft.com/office/officeart/2005/8/layout/hierarchy1"/>
    <dgm:cxn modelId="{314575BF-127B-49C9-84D5-39C3CE0287B3}" type="presParOf" srcId="{B79DAD70-EDEE-41A1-A577-060167491149}" destId="{E81E2FA0-CB1F-4860-8074-EE61766627A0}" srcOrd="12" destOrd="0" presId="urn:microsoft.com/office/officeart/2005/8/layout/hierarchy1"/>
    <dgm:cxn modelId="{E42130D2-0718-47CA-8A6F-832406C6A4B5}" type="presParOf" srcId="{B79DAD70-EDEE-41A1-A577-060167491149}" destId="{44637541-436F-481D-9D43-1E1B249488ED}" srcOrd="13" destOrd="0" presId="urn:microsoft.com/office/officeart/2005/8/layout/hierarchy1"/>
    <dgm:cxn modelId="{EB4E649C-0392-4577-84FC-C556DD2D7F45}" type="presParOf" srcId="{44637541-436F-481D-9D43-1E1B249488ED}" destId="{9BB0E346-12D4-4350-BDB6-D6D07188A026}" srcOrd="0" destOrd="0" presId="urn:microsoft.com/office/officeart/2005/8/layout/hierarchy1"/>
    <dgm:cxn modelId="{9384C8DC-01F9-4E6F-9CD8-5BDEDA8AAB69}" type="presParOf" srcId="{9BB0E346-12D4-4350-BDB6-D6D07188A026}" destId="{D911D37D-5AA3-4E39-B07D-2A50026F1BBE}" srcOrd="0" destOrd="0" presId="urn:microsoft.com/office/officeart/2005/8/layout/hierarchy1"/>
    <dgm:cxn modelId="{9FED3DDD-7F97-447D-9127-4A30FAA155AE}" type="presParOf" srcId="{9BB0E346-12D4-4350-BDB6-D6D07188A026}" destId="{78F05DA2-2BD4-4569-BBD5-0A2224390A8C}" srcOrd="1" destOrd="0" presId="urn:microsoft.com/office/officeart/2005/8/layout/hierarchy1"/>
    <dgm:cxn modelId="{BED64B13-D881-48AA-977B-2F0CAB24BC50}" type="presParOf" srcId="{44637541-436F-481D-9D43-1E1B249488ED}" destId="{8F95F27A-E77F-4702-B2AB-A6B489CFB65F}" srcOrd="1" destOrd="0" presId="urn:microsoft.com/office/officeart/2005/8/layout/hierarchy1"/>
    <dgm:cxn modelId="{326D43D6-2F26-447D-A598-C59FEC481DE0}" type="presParOf" srcId="{B79DAD70-EDEE-41A1-A577-060167491149}" destId="{787226F5-C587-4C7A-AB14-2DC859E4FF5A}" srcOrd="14" destOrd="0" presId="urn:microsoft.com/office/officeart/2005/8/layout/hierarchy1"/>
    <dgm:cxn modelId="{A13AED97-2C57-40B2-B8A2-02868269CAB6}" type="presParOf" srcId="{B79DAD70-EDEE-41A1-A577-060167491149}" destId="{793A5CEE-A6F1-4F7B-9E5D-F470ED95D426}" srcOrd="15" destOrd="0" presId="urn:microsoft.com/office/officeart/2005/8/layout/hierarchy1"/>
    <dgm:cxn modelId="{BA54CC9E-EA40-4545-A5D8-EA7A424883D3}" type="presParOf" srcId="{793A5CEE-A6F1-4F7B-9E5D-F470ED95D426}" destId="{951CF33D-AA1D-49BB-A105-48CF1FEED25A}" srcOrd="0" destOrd="0" presId="urn:microsoft.com/office/officeart/2005/8/layout/hierarchy1"/>
    <dgm:cxn modelId="{6662D9DE-F227-401B-BF52-C26E2C57A17A}" type="presParOf" srcId="{951CF33D-AA1D-49BB-A105-48CF1FEED25A}" destId="{C4A251BD-BF79-479E-885F-E975B5D421A1}" srcOrd="0" destOrd="0" presId="urn:microsoft.com/office/officeart/2005/8/layout/hierarchy1"/>
    <dgm:cxn modelId="{261511D2-07E1-486C-A462-EB2F5FC8BC03}" type="presParOf" srcId="{951CF33D-AA1D-49BB-A105-48CF1FEED25A}" destId="{B1A8802C-11BB-4D79-8A51-1D352F8A4FBA}" srcOrd="1" destOrd="0" presId="urn:microsoft.com/office/officeart/2005/8/layout/hierarchy1"/>
    <dgm:cxn modelId="{30F54590-CEEB-4542-9EFE-6F231363EC80}" type="presParOf" srcId="{793A5CEE-A6F1-4F7B-9E5D-F470ED95D426}" destId="{0362CFD3-7677-4DAB-8526-B0EC980EBA57}" srcOrd="1" destOrd="0" presId="urn:microsoft.com/office/officeart/2005/8/layout/hierarchy1"/>
    <dgm:cxn modelId="{876B71B2-E012-45F4-908F-1FE426334928}" type="presParOf" srcId="{0362CFD3-7677-4DAB-8526-B0EC980EBA57}" destId="{E4066573-3358-4FAF-82B5-0F16C17FE8B3}" srcOrd="0" destOrd="0" presId="urn:microsoft.com/office/officeart/2005/8/layout/hierarchy1"/>
    <dgm:cxn modelId="{63887479-B052-461E-9F28-067218D75867}" type="presParOf" srcId="{0362CFD3-7677-4DAB-8526-B0EC980EBA57}" destId="{0EE4D053-9621-4668-8AD0-C12861DB9063}" srcOrd="1" destOrd="0" presId="urn:microsoft.com/office/officeart/2005/8/layout/hierarchy1"/>
    <dgm:cxn modelId="{D7F44D69-36CF-4942-B91A-C7806FD523FE}" type="presParOf" srcId="{0EE4D053-9621-4668-8AD0-C12861DB9063}" destId="{BCB5469E-B155-4C62-88E0-E830E8ED67A0}" srcOrd="0" destOrd="0" presId="urn:microsoft.com/office/officeart/2005/8/layout/hierarchy1"/>
    <dgm:cxn modelId="{ACEB9CD8-E278-4F55-83DA-6E937EEC8788}" type="presParOf" srcId="{BCB5469E-B155-4C62-88E0-E830E8ED67A0}" destId="{54C9D34A-8E47-4319-BDE9-E66F890CC1F1}" srcOrd="0" destOrd="0" presId="urn:microsoft.com/office/officeart/2005/8/layout/hierarchy1"/>
    <dgm:cxn modelId="{B1F1FF0F-093B-49B3-B7FD-3529B0D00BE0}" type="presParOf" srcId="{BCB5469E-B155-4C62-88E0-E830E8ED67A0}" destId="{318EEC1A-C180-4CEB-A276-864CFE54098D}" srcOrd="1" destOrd="0" presId="urn:microsoft.com/office/officeart/2005/8/layout/hierarchy1"/>
    <dgm:cxn modelId="{B763F329-AFAE-4272-9C06-C938A2E064A6}" type="presParOf" srcId="{0EE4D053-9621-4668-8AD0-C12861DB9063}" destId="{E28FD1AD-615C-4A0F-8A3F-5BB4E1D67B74}" srcOrd="1" destOrd="0" presId="urn:microsoft.com/office/officeart/2005/8/layout/hierarchy1"/>
    <dgm:cxn modelId="{26C1FF49-5514-4BF7-9A37-A4FE53E577FE}" type="presParOf" srcId="{0362CFD3-7677-4DAB-8526-B0EC980EBA57}" destId="{C704C260-4CA9-4BDF-868A-1E86BAD97417}" srcOrd="2" destOrd="0" presId="urn:microsoft.com/office/officeart/2005/8/layout/hierarchy1"/>
    <dgm:cxn modelId="{650C9F40-BE2C-49A0-8906-BD3328E8D8A6}" type="presParOf" srcId="{0362CFD3-7677-4DAB-8526-B0EC980EBA57}" destId="{0C11D9F6-1FC7-4743-AB78-0C9FE77BDB1A}" srcOrd="3" destOrd="0" presId="urn:microsoft.com/office/officeart/2005/8/layout/hierarchy1"/>
    <dgm:cxn modelId="{82E5D60C-43BD-4615-9E37-489EF8F1E9F5}" type="presParOf" srcId="{0C11D9F6-1FC7-4743-AB78-0C9FE77BDB1A}" destId="{A0159D55-6275-4722-A8AA-C498FD99BFDC}" srcOrd="0" destOrd="0" presId="urn:microsoft.com/office/officeart/2005/8/layout/hierarchy1"/>
    <dgm:cxn modelId="{849F02AF-3A09-4FDB-AA89-B8E732F327F8}" type="presParOf" srcId="{A0159D55-6275-4722-A8AA-C498FD99BFDC}" destId="{F40902C4-852A-4016-91CD-7135C202960B}" srcOrd="0" destOrd="0" presId="urn:microsoft.com/office/officeart/2005/8/layout/hierarchy1"/>
    <dgm:cxn modelId="{DA552BE6-3715-4DC2-ADFE-B2714E71D8C1}" type="presParOf" srcId="{A0159D55-6275-4722-A8AA-C498FD99BFDC}" destId="{C0960823-2A21-4461-824B-A9B1A691765D}" srcOrd="1" destOrd="0" presId="urn:microsoft.com/office/officeart/2005/8/layout/hierarchy1"/>
    <dgm:cxn modelId="{41E69DB1-DA4A-430C-91F2-580E1F314F3C}" type="presParOf" srcId="{0C11D9F6-1FC7-4743-AB78-0C9FE77BDB1A}" destId="{0604A948-E21D-4017-9C11-8EF994DE9E93}" srcOrd="1" destOrd="0" presId="urn:microsoft.com/office/officeart/2005/8/layout/hierarchy1"/>
    <dgm:cxn modelId="{16F38DD4-742B-4015-884C-86E85D59A452}" type="presParOf" srcId="{B79DAD70-EDEE-41A1-A577-060167491149}" destId="{0A4DE49A-BE55-4425-AC43-401341A4BD08}" srcOrd="16" destOrd="0" presId="urn:microsoft.com/office/officeart/2005/8/layout/hierarchy1"/>
    <dgm:cxn modelId="{DDA2C426-A024-4057-ACE4-2EEA8B507387}" type="presParOf" srcId="{B79DAD70-EDEE-41A1-A577-060167491149}" destId="{83FB225C-31D1-4B63-A95A-FEBD5DD60AE6}" srcOrd="17" destOrd="0" presId="urn:microsoft.com/office/officeart/2005/8/layout/hierarchy1"/>
    <dgm:cxn modelId="{9A7AB33D-00A9-45C4-AC33-A811FED92A6D}" type="presParOf" srcId="{83FB225C-31D1-4B63-A95A-FEBD5DD60AE6}" destId="{D60BADFB-97FA-4D3B-8873-05FAF4F2FCC3}" srcOrd="0" destOrd="0" presId="urn:microsoft.com/office/officeart/2005/8/layout/hierarchy1"/>
    <dgm:cxn modelId="{44835AA4-F051-4253-9D81-DDCF2EBF018C}" type="presParOf" srcId="{D60BADFB-97FA-4D3B-8873-05FAF4F2FCC3}" destId="{61CFD1F1-E1DD-4D22-91E9-EAEEE481E778}" srcOrd="0" destOrd="0" presId="urn:microsoft.com/office/officeart/2005/8/layout/hierarchy1"/>
    <dgm:cxn modelId="{F6D85412-BE56-4E06-8C49-C409E9F73AE1}" type="presParOf" srcId="{D60BADFB-97FA-4D3B-8873-05FAF4F2FCC3}" destId="{5D2114CA-924C-4632-AF77-8AC9102A35F8}" srcOrd="1" destOrd="0" presId="urn:microsoft.com/office/officeart/2005/8/layout/hierarchy1"/>
    <dgm:cxn modelId="{14250C89-AC52-4CCD-A793-2E9F45D48A75}" type="presParOf" srcId="{83FB225C-31D1-4B63-A95A-FEBD5DD60AE6}" destId="{51055A77-E351-4202-8A4B-30036FB3C2AF}"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4DE49A-BE55-4425-AC43-401341A4BD08}">
      <dsp:nvSpPr>
        <dsp:cNvPr id="0" name=""/>
        <dsp:cNvSpPr/>
      </dsp:nvSpPr>
      <dsp:spPr>
        <a:xfrm>
          <a:off x="5460647" y="1291355"/>
          <a:ext cx="4948490" cy="294378"/>
        </a:xfrm>
        <a:custGeom>
          <a:avLst/>
          <a:gdLst/>
          <a:ahLst/>
          <a:cxnLst/>
          <a:rect l="0" t="0" r="0" b="0"/>
          <a:pathLst>
            <a:path>
              <a:moveTo>
                <a:pt x="0" y="0"/>
              </a:moveTo>
              <a:lnTo>
                <a:pt x="0" y="200610"/>
              </a:lnTo>
              <a:lnTo>
                <a:pt x="4948490" y="200610"/>
              </a:lnTo>
              <a:lnTo>
                <a:pt x="494849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4C260-4CA9-4BDF-868A-1E86BAD97417}">
      <dsp:nvSpPr>
        <dsp:cNvPr id="0" name=""/>
        <dsp:cNvSpPr/>
      </dsp:nvSpPr>
      <dsp:spPr>
        <a:xfrm>
          <a:off x="9172015" y="2228475"/>
          <a:ext cx="753000" cy="294378"/>
        </a:xfrm>
        <a:custGeom>
          <a:avLst/>
          <a:gdLst/>
          <a:ahLst/>
          <a:cxnLst/>
          <a:rect l="0" t="0" r="0" b="0"/>
          <a:pathLst>
            <a:path>
              <a:moveTo>
                <a:pt x="0" y="0"/>
              </a:moveTo>
              <a:lnTo>
                <a:pt x="0" y="200610"/>
              </a:lnTo>
              <a:lnTo>
                <a:pt x="753000" y="200610"/>
              </a:lnTo>
              <a:lnTo>
                <a:pt x="75300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4066573-3358-4FAF-82B5-0F16C17FE8B3}">
      <dsp:nvSpPr>
        <dsp:cNvPr id="0" name=""/>
        <dsp:cNvSpPr/>
      </dsp:nvSpPr>
      <dsp:spPr>
        <a:xfrm>
          <a:off x="8553453" y="2228475"/>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7226F5-C587-4C7A-AB14-2DC859E4FF5A}">
      <dsp:nvSpPr>
        <dsp:cNvPr id="0" name=""/>
        <dsp:cNvSpPr/>
      </dsp:nvSpPr>
      <dsp:spPr>
        <a:xfrm>
          <a:off x="5460647" y="1291355"/>
          <a:ext cx="3711367" cy="294378"/>
        </a:xfrm>
        <a:custGeom>
          <a:avLst/>
          <a:gdLst/>
          <a:ahLst/>
          <a:cxnLst/>
          <a:rect l="0" t="0" r="0" b="0"/>
          <a:pathLst>
            <a:path>
              <a:moveTo>
                <a:pt x="0" y="0"/>
              </a:moveTo>
              <a:lnTo>
                <a:pt x="0" y="200610"/>
              </a:lnTo>
              <a:lnTo>
                <a:pt x="3711367" y="200610"/>
              </a:lnTo>
              <a:lnTo>
                <a:pt x="3711367"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E2FA0-CB1F-4860-8074-EE61766627A0}">
      <dsp:nvSpPr>
        <dsp:cNvPr id="0" name=""/>
        <dsp:cNvSpPr/>
      </dsp:nvSpPr>
      <dsp:spPr>
        <a:xfrm>
          <a:off x="5460647" y="1291355"/>
          <a:ext cx="2474245" cy="294378"/>
        </a:xfrm>
        <a:custGeom>
          <a:avLst/>
          <a:gdLst/>
          <a:ahLst/>
          <a:cxnLst/>
          <a:rect l="0" t="0" r="0" b="0"/>
          <a:pathLst>
            <a:path>
              <a:moveTo>
                <a:pt x="0" y="0"/>
              </a:moveTo>
              <a:lnTo>
                <a:pt x="0" y="200610"/>
              </a:lnTo>
              <a:lnTo>
                <a:pt x="2474245" y="200610"/>
              </a:lnTo>
              <a:lnTo>
                <a:pt x="2474245"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E7EE0A-E2FB-4441-840F-5246A44C06DA}">
      <dsp:nvSpPr>
        <dsp:cNvPr id="0" name=""/>
        <dsp:cNvSpPr/>
      </dsp:nvSpPr>
      <dsp:spPr>
        <a:xfrm>
          <a:off x="5460647" y="1291355"/>
          <a:ext cx="1237122" cy="294378"/>
        </a:xfrm>
        <a:custGeom>
          <a:avLst/>
          <a:gdLst/>
          <a:ahLst/>
          <a:cxnLst/>
          <a:rect l="0" t="0" r="0" b="0"/>
          <a:pathLst>
            <a:path>
              <a:moveTo>
                <a:pt x="0" y="0"/>
              </a:moveTo>
              <a:lnTo>
                <a:pt x="0" y="200610"/>
              </a:lnTo>
              <a:lnTo>
                <a:pt x="1237122" y="200610"/>
              </a:lnTo>
              <a:lnTo>
                <a:pt x="1237122"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A791201-791C-44F4-B38C-9907918DDA98}">
      <dsp:nvSpPr>
        <dsp:cNvPr id="0" name=""/>
        <dsp:cNvSpPr/>
      </dsp:nvSpPr>
      <dsp:spPr>
        <a:xfrm>
          <a:off x="5414927" y="1291355"/>
          <a:ext cx="91440" cy="294378"/>
        </a:xfrm>
        <a:custGeom>
          <a:avLst/>
          <a:gdLst/>
          <a:ahLst/>
          <a:cxnLst/>
          <a:rect l="0" t="0" r="0" b="0"/>
          <a:pathLst>
            <a:path>
              <a:moveTo>
                <a:pt x="45720" y="0"/>
              </a:moveTo>
              <a:lnTo>
                <a:pt x="4572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963E7F-C55C-42EE-BD86-42AD2E3E82D2}">
      <dsp:nvSpPr>
        <dsp:cNvPr id="0" name=""/>
        <dsp:cNvSpPr/>
      </dsp:nvSpPr>
      <dsp:spPr>
        <a:xfrm>
          <a:off x="4223524" y="1291355"/>
          <a:ext cx="1237122" cy="294378"/>
        </a:xfrm>
        <a:custGeom>
          <a:avLst/>
          <a:gdLst/>
          <a:ahLst/>
          <a:cxnLst/>
          <a:rect l="0" t="0" r="0" b="0"/>
          <a:pathLst>
            <a:path>
              <a:moveTo>
                <a:pt x="1237122" y="0"/>
              </a:moveTo>
              <a:lnTo>
                <a:pt x="1237122"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C0341A1-41FD-4D14-9053-2D78FA5F4125}">
      <dsp:nvSpPr>
        <dsp:cNvPr id="0" name=""/>
        <dsp:cNvSpPr/>
      </dsp:nvSpPr>
      <dsp:spPr>
        <a:xfrm>
          <a:off x="2986401" y="1291355"/>
          <a:ext cx="2474245" cy="294378"/>
        </a:xfrm>
        <a:custGeom>
          <a:avLst/>
          <a:gdLst/>
          <a:ahLst/>
          <a:cxnLst/>
          <a:rect l="0" t="0" r="0" b="0"/>
          <a:pathLst>
            <a:path>
              <a:moveTo>
                <a:pt x="2474245" y="0"/>
              </a:moveTo>
              <a:lnTo>
                <a:pt x="2474245"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4145C7-EBB8-4981-88FF-CD4B42F2A449}">
      <dsp:nvSpPr>
        <dsp:cNvPr id="0" name=""/>
        <dsp:cNvSpPr/>
      </dsp:nvSpPr>
      <dsp:spPr>
        <a:xfrm>
          <a:off x="1749279" y="3165596"/>
          <a:ext cx="618561" cy="294378"/>
        </a:xfrm>
        <a:custGeom>
          <a:avLst/>
          <a:gdLst/>
          <a:ahLst/>
          <a:cxnLst/>
          <a:rect l="0" t="0" r="0" b="0"/>
          <a:pathLst>
            <a:path>
              <a:moveTo>
                <a:pt x="0" y="0"/>
              </a:moveTo>
              <a:lnTo>
                <a:pt x="0" y="200610"/>
              </a:lnTo>
              <a:lnTo>
                <a:pt x="618561" y="200610"/>
              </a:lnTo>
              <a:lnTo>
                <a:pt x="618561"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660A89-B287-4401-99D6-75CD58965B79}">
      <dsp:nvSpPr>
        <dsp:cNvPr id="0" name=""/>
        <dsp:cNvSpPr/>
      </dsp:nvSpPr>
      <dsp:spPr>
        <a:xfrm>
          <a:off x="1130717" y="3165596"/>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E1E6A4-C360-46FC-A463-CDDFA2BC3C23}">
      <dsp:nvSpPr>
        <dsp:cNvPr id="0" name=""/>
        <dsp:cNvSpPr/>
      </dsp:nvSpPr>
      <dsp:spPr>
        <a:xfrm>
          <a:off x="1703559" y="2228475"/>
          <a:ext cx="91440" cy="294378"/>
        </a:xfrm>
        <a:custGeom>
          <a:avLst/>
          <a:gdLst/>
          <a:ahLst/>
          <a:cxnLst/>
          <a:rect l="0" t="0" r="0" b="0"/>
          <a:pathLst>
            <a:path>
              <a:moveTo>
                <a:pt x="45720" y="0"/>
              </a:moveTo>
              <a:lnTo>
                <a:pt x="4572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BF5EF1-D5B8-47B4-AB4F-563085E2FD97}">
      <dsp:nvSpPr>
        <dsp:cNvPr id="0" name=""/>
        <dsp:cNvSpPr/>
      </dsp:nvSpPr>
      <dsp:spPr>
        <a:xfrm>
          <a:off x="1749279" y="1291355"/>
          <a:ext cx="3711367" cy="294378"/>
        </a:xfrm>
        <a:custGeom>
          <a:avLst/>
          <a:gdLst/>
          <a:ahLst/>
          <a:cxnLst/>
          <a:rect l="0" t="0" r="0" b="0"/>
          <a:pathLst>
            <a:path>
              <a:moveTo>
                <a:pt x="3711367" y="0"/>
              </a:moveTo>
              <a:lnTo>
                <a:pt x="3711367"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612D6B-DD5A-41D9-A0F5-CB79B23F7CE2}">
      <dsp:nvSpPr>
        <dsp:cNvPr id="0" name=""/>
        <dsp:cNvSpPr/>
      </dsp:nvSpPr>
      <dsp:spPr>
        <a:xfrm>
          <a:off x="512156" y="1291355"/>
          <a:ext cx="4948490" cy="294378"/>
        </a:xfrm>
        <a:custGeom>
          <a:avLst/>
          <a:gdLst/>
          <a:ahLst/>
          <a:cxnLst/>
          <a:rect l="0" t="0" r="0" b="0"/>
          <a:pathLst>
            <a:path>
              <a:moveTo>
                <a:pt x="4948490" y="0"/>
              </a:moveTo>
              <a:lnTo>
                <a:pt x="4948490"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01D409-AC4C-43E1-8C9E-63DD32F174CD}">
      <dsp:nvSpPr>
        <dsp:cNvPr id="0" name=""/>
        <dsp:cNvSpPr/>
      </dsp:nvSpPr>
      <dsp:spPr>
        <a:xfrm>
          <a:off x="4954551" y="648613"/>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73F2595-302E-40C7-8893-D7624C032BD8}">
      <dsp:nvSpPr>
        <dsp:cNvPr id="0" name=""/>
        <dsp:cNvSpPr/>
      </dsp:nvSpPr>
      <dsp:spPr>
        <a:xfrm>
          <a:off x="5067017" y="75545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shade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Générale</a:t>
          </a:r>
          <a:endParaRPr lang="LID4096" sz="1050" kern="1200" dirty="0">
            <a:latin typeface="Times New Roman" panose="02020603050405020304" pitchFamily="18" charset="0"/>
            <a:cs typeface="Times New Roman" panose="02020603050405020304" pitchFamily="18" charset="0"/>
          </a:endParaRPr>
        </a:p>
      </dsp:txBody>
      <dsp:txXfrm>
        <a:off x="5085842" y="774281"/>
        <a:ext cx="974541" cy="605091"/>
      </dsp:txXfrm>
    </dsp:sp>
    <dsp:sp modelId="{1207FDCD-61EF-4957-90F0-DB6CBC759EFD}">
      <dsp:nvSpPr>
        <dsp:cNvPr id="0" name=""/>
        <dsp:cNvSpPr/>
      </dsp:nvSpPr>
      <dsp:spPr>
        <a:xfrm>
          <a:off x="6061" y="1585734"/>
          <a:ext cx="1012191" cy="88049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99BF63B-BBCF-43C8-99D4-BB184C26481E}">
      <dsp:nvSpPr>
        <dsp:cNvPr id="0" name=""/>
        <dsp:cNvSpPr/>
      </dsp:nvSpPr>
      <dsp:spPr>
        <a:xfrm>
          <a:off x="118526" y="1692576"/>
          <a:ext cx="1012191" cy="88049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144315" y="1718365"/>
        <a:ext cx="960613" cy="828913"/>
      </dsp:txXfrm>
    </dsp:sp>
    <dsp:sp modelId="{72F37EAF-D787-4A5E-8CAD-5562F6735C9E}">
      <dsp:nvSpPr>
        <dsp:cNvPr id="0" name=""/>
        <dsp:cNvSpPr/>
      </dsp:nvSpPr>
      <dsp:spPr>
        <a:xfrm>
          <a:off x="1243183"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0DB59B-8D07-424D-BD69-AC739F852C93}">
      <dsp:nvSpPr>
        <dsp:cNvPr id="0" name=""/>
        <dsp:cNvSpPr/>
      </dsp:nvSpPr>
      <dsp:spPr>
        <a:xfrm>
          <a:off x="135564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Financier</a:t>
          </a:r>
          <a:endParaRPr lang="LID4096" sz="1050" kern="1200" dirty="0">
            <a:latin typeface="Times New Roman" panose="02020603050405020304" pitchFamily="18" charset="0"/>
            <a:cs typeface="Times New Roman" panose="02020603050405020304" pitchFamily="18" charset="0"/>
          </a:endParaRPr>
        </a:p>
      </dsp:txBody>
      <dsp:txXfrm>
        <a:off x="1374474" y="1711401"/>
        <a:ext cx="974541" cy="605091"/>
      </dsp:txXfrm>
    </dsp:sp>
    <dsp:sp modelId="{C52F8122-6066-47C8-A1C7-2B38F650B16C}">
      <dsp:nvSpPr>
        <dsp:cNvPr id="0" name=""/>
        <dsp:cNvSpPr/>
      </dsp:nvSpPr>
      <dsp:spPr>
        <a:xfrm>
          <a:off x="1243183" y="2522854"/>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BE40AC5-B8B5-4E5D-9232-55B303DC1B4E}">
      <dsp:nvSpPr>
        <dsp:cNvPr id="0" name=""/>
        <dsp:cNvSpPr/>
      </dsp:nvSpPr>
      <dsp:spPr>
        <a:xfrm>
          <a:off x="1355649" y="262969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CHEF DE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1374474" y="2648522"/>
        <a:ext cx="974541" cy="605091"/>
      </dsp:txXfrm>
    </dsp:sp>
    <dsp:sp modelId="{6A2858C5-597B-4B88-9CD1-358A64809900}">
      <dsp:nvSpPr>
        <dsp:cNvPr id="0" name=""/>
        <dsp:cNvSpPr/>
      </dsp:nvSpPr>
      <dsp:spPr>
        <a:xfrm>
          <a:off x="624622"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9F89EE7-F488-473A-BF73-3D5DBCE26EBF}">
      <dsp:nvSpPr>
        <dsp:cNvPr id="0" name=""/>
        <dsp:cNvSpPr/>
      </dsp:nvSpPr>
      <dsp:spPr>
        <a:xfrm>
          <a:off x="737088"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COMPTABILITE</a:t>
          </a:r>
          <a:endParaRPr lang="LID4096" sz="1050" kern="1200" dirty="0">
            <a:latin typeface="Times New Roman" panose="02020603050405020304" pitchFamily="18" charset="0"/>
            <a:cs typeface="Times New Roman" panose="02020603050405020304" pitchFamily="18" charset="0"/>
          </a:endParaRPr>
        </a:p>
      </dsp:txBody>
      <dsp:txXfrm>
        <a:off x="755913" y="3585642"/>
        <a:ext cx="974541" cy="605091"/>
      </dsp:txXfrm>
    </dsp:sp>
    <dsp:sp modelId="{08FD2382-D758-4BCF-9364-CD8487FAA4B1}">
      <dsp:nvSpPr>
        <dsp:cNvPr id="0" name=""/>
        <dsp:cNvSpPr/>
      </dsp:nvSpPr>
      <dsp:spPr>
        <a:xfrm>
          <a:off x="1861744"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65E95FA-F418-4295-80C0-04ABE4A81F1A}">
      <dsp:nvSpPr>
        <dsp:cNvPr id="0" name=""/>
        <dsp:cNvSpPr/>
      </dsp:nvSpPr>
      <dsp:spPr>
        <a:xfrm>
          <a:off x="1974210"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FINANCE</a:t>
          </a:r>
          <a:endParaRPr lang="LID4096" sz="1050" kern="1200" dirty="0">
            <a:latin typeface="Times New Roman" panose="02020603050405020304" pitchFamily="18" charset="0"/>
            <a:cs typeface="Times New Roman" panose="02020603050405020304" pitchFamily="18" charset="0"/>
          </a:endParaRPr>
        </a:p>
      </dsp:txBody>
      <dsp:txXfrm>
        <a:off x="1993035" y="3585642"/>
        <a:ext cx="974541" cy="605091"/>
      </dsp:txXfrm>
    </dsp:sp>
    <dsp:sp modelId="{FB74A1EF-973B-4BC5-A633-D1D1D2C2F2B0}">
      <dsp:nvSpPr>
        <dsp:cNvPr id="0" name=""/>
        <dsp:cNvSpPr/>
      </dsp:nvSpPr>
      <dsp:spPr>
        <a:xfrm>
          <a:off x="2480306"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6B8F050-6D27-4A18-95B8-50BD09646B39}">
      <dsp:nvSpPr>
        <dsp:cNvPr id="0" name=""/>
        <dsp:cNvSpPr/>
      </dsp:nvSpPr>
      <dsp:spPr>
        <a:xfrm>
          <a:off x="2592771"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t>
          </a:r>
          <a:endParaRPr lang="LID4096" sz="1050" kern="1200" dirty="0">
            <a:latin typeface="Times New Roman" panose="02020603050405020304" pitchFamily="18" charset="0"/>
            <a:cs typeface="Times New Roman" panose="02020603050405020304" pitchFamily="18" charset="0"/>
          </a:endParaRPr>
        </a:p>
      </dsp:txBody>
      <dsp:txXfrm>
        <a:off x="2611596" y="1711401"/>
        <a:ext cx="974541" cy="605091"/>
      </dsp:txXfrm>
    </dsp:sp>
    <dsp:sp modelId="{B5048A5B-E3D0-4527-91A8-4D5A329A9A0D}">
      <dsp:nvSpPr>
        <dsp:cNvPr id="0" name=""/>
        <dsp:cNvSpPr/>
      </dsp:nvSpPr>
      <dsp:spPr>
        <a:xfrm>
          <a:off x="3717428"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235A6D7-3DD9-43F2-B086-6E655FE4BAF6}">
      <dsp:nvSpPr>
        <dsp:cNvPr id="0" name=""/>
        <dsp:cNvSpPr/>
      </dsp:nvSpPr>
      <dsp:spPr>
        <a:xfrm>
          <a:off x="3829894"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3848719" y="1711401"/>
        <a:ext cx="974541" cy="605091"/>
      </dsp:txXfrm>
    </dsp:sp>
    <dsp:sp modelId="{C9DA4F5C-768B-482E-8A89-0AE3B93978B5}">
      <dsp:nvSpPr>
        <dsp:cNvPr id="0" name=""/>
        <dsp:cNvSpPr/>
      </dsp:nvSpPr>
      <dsp:spPr>
        <a:xfrm>
          <a:off x="4954551"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48C6A93-1652-4F8D-BC43-24B95DA51196}">
      <dsp:nvSpPr>
        <dsp:cNvPr id="0" name=""/>
        <dsp:cNvSpPr/>
      </dsp:nvSpPr>
      <dsp:spPr>
        <a:xfrm>
          <a:off x="506701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5085842" y="1711401"/>
        <a:ext cx="974541" cy="605091"/>
      </dsp:txXfrm>
    </dsp:sp>
    <dsp:sp modelId="{A020EA89-6ACF-47F6-A198-DE1D442D5C47}">
      <dsp:nvSpPr>
        <dsp:cNvPr id="0" name=""/>
        <dsp:cNvSpPr/>
      </dsp:nvSpPr>
      <dsp:spPr>
        <a:xfrm>
          <a:off x="6191674"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E984A00-F904-4B27-B35B-E04205A6915D}">
      <dsp:nvSpPr>
        <dsp:cNvPr id="0" name=""/>
        <dsp:cNvSpPr/>
      </dsp:nvSpPr>
      <dsp:spPr>
        <a:xfrm>
          <a:off x="630413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6322964" y="1711401"/>
        <a:ext cx="974541" cy="605091"/>
      </dsp:txXfrm>
    </dsp:sp>
    <dsp:sp modelId="{D911D37D-5AA3-4E39-B07D-2A50026F1BBE}">
      <dsp:nvSpPr>
        <dsp:cNvPr id="0" name=""/>
        <dsp:cNvSpPr/>
      </dsp:nvSpPr>
      <dsp:spPr>
        <a:xfrm>
          <a:off x="7428796"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8F05DA2-2BD4-4569-BBD5-0A2224390A8C}">
      <dsp:nvSpPr>
        <dsp:cNvPr id="0" name=""/>
        <dsp:cNvSpPr/>
      </dsp:nvSpPr>
      <dsp:spPr>
        <a:xfrm>
          <a:off x="7541262"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7560087" y="1711401"/>
        <a:ext cx="974541" cy="605091"/>
      </dsp:txXfrm>
    </dsp:sp>
    <dsp:sp modelId="{C4A251BD-BF79-479E-885F-E975B5D421A1}">
      <dsp:nvSpPr>
        <dsp:cNvPr id="0" name=""/>
        <dsp:cNvSpPr/>
      </dsp:nvSpPr>
      <dsp:spPr>
        <a:xfrm>
          <a:off x="8665919"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1A8802C-11BB-4D79-8A51-1D352F8A4FBA}">
      <dsp:nvSpPr>
        <dsp:cNvPr id="0" name=""/>
        <dsp:cNvSpPr/>
      </dsp:nvSpPr>
      <dsp:spPr>
        <a:xfrm>
          <a:off x="8778385"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8797210" y="1711401"/>
        <a:ext cx="974541" cy="605091"/>
      </dsp:txXfrm>
    </dsp:sp>
    <dsp:sp modelId="{54C9D34A-8E47-4319-BDE9-E66F890CC1F1}">
      <dsp:nvSpPr>
        <dsp:cNvPr id="0" name=""/>
        <dsp:cNvSpPr/>
      </dsp:nvSpPr>
      <dsp:spPr>
        <a:xfrm>
          <a:off x="7912918" y="2522854"/>
          <a:ext cx="1281069" cy="1248473"/>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18EEC1A-C180-4CEB-A276-864CFE54098D}">
      <dsp:nvSpPr>
        <dsp:cNvPr id="0" name=""/>
        <dsp:cNvSpPr/>
      </dsp:nvSpPr>
      <dsp:spPr>
        <a:xfrm>
          <a:off x="8025384" y="2629697"/>
          <a:ext cx="1281069" cy="1248473"/>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8061951" y="2666264"/>
        <a:ext cx="1207935" cy="1175339"/>
      </dsp:txXfrm>
    </dsp:sp>
    <dsp:sp modelId="{F40902C4-852A-4016-91CD-7135C202960B}">
      <dsp:nvSpPr>
        <dsp:cNvPr id="0" name=""/>
        <dsp:cNvSpPr/>
      </dsp:nvSpPr>
      <dsp:spPr>
        <a:xfrm>
          <a:off x="9418919" y="2522854"/>
          <a:ext cx="1012191" cy="864422"/>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C0960823-2A21-4461-824B-A9B1A691765D}">
      <dsp:nvSpPr>
        <dsp:cNvPr id="0" name=""/>
        <dsp:cNvSpPr/>
      </dsp:nvSpPr>
      <dsp:spPr>
        <a:xfrm>
          <a:off x="9531385" y="2629697"/>
          <a:ext cx="1012191" cy="864422"/>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9556703" y="2655015"/>
        <a:ext cx="961555" cy="813786"/>
      </dsp:txXfrm>
    </dsp:sp>
    <dsp:sp modelId="{61CFD1F1-E1DD-4D22-91E9-EAEEE481E778}">
      <dsp:nvSpPr>
        <dsp:cNvPr id="0" name=""/>
        <dsp:cNvSpPr/>
      </dsp:nvSpPr>
      <dsp:spPr>
        <a:xfrm>
          <a:off x="9903042"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2114CA-924C-4632-AF77-8AC9102A35F8}">
      <dsp:nvSpPr>
        <dsp:cNvPr id="0" name=""/>
        <dsp:cNvSpPr/>
      </dsp:nvSpPr>
      <dsp:spPr>
        <a:xfrm>
          <a:off x="1001550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10034332" y="1711401"/>
        <a:ext cx="974541" cy="605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mn-lt"/>
                <a:ea typeface="+mn-ea"/>
                <a:cs typeface="+mn-cs"/>
              </a:rPr>
              <a:t>Madame la Présidente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Mesdames et messieurs les membres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Honorables assistances,</a:t>
            </a:r>
          </a:p>
          <a:p>
            <a:endParaRPr lang="" sz="1200" b="0" u="none" strike="noStrike" kern="1200" dirty="0">
              <a:solidFill>
                <a:schemeClr val="tx1"/>
              </a:solidFill>
              <a:effectLst/>
              <a:latin typeface="+mn-lt"/>
              <a:ea typeface="+mn-ea"/>
              <a:cs typeface="+mn-cs"/>
            </a:endParaRPr>
          </a:p>
          <a:p>
            <a:r>
              <a:rPr lang="" sz="1200" b="0" u="none" strike="noStrike" kern="1200" dirty="0">
                <a:solidFill>
                  <a:schemeClr val="tx1"/>
                </a:solidFill>
                <a:effectLst/>
                <a:latin typeface="+mn-lt"/>
                <a:ea typeface="+mn-ea"/>
                <a:cs typeface="+mn-cs"/>
              </a:rPr>
              <a:t>J’ai l’honneur de vous présenter aujourd’hui le projet que j’ai réalisé dans le cadre de l’obtention de mon diplôme de Licence en </a:t>
            </a:r>
            <a:r>
              <a:rPr lang="" sz="1200" b="1" u="none" strike="noStrike" kern="1200" dirty="0">
                <a:solidFill>
                  <a:schemeClr val="tx1"/>
                </a:solidFill>
                <a:effectLst/>
                <a:latin typeface="+mn-lt"/>
                <a:ea typeface="+mn-ea"/>
                <a:cs typeface="+mn-cs"/>
              </a:rPr>
              <a:t>Génie Logiciel</a:t>
            </a:r>
            <a:r>
              <a:rPr lang="" sz="1200" b="0" u="none" strike="noStrike" kern="1200" dirty="0">
                <a:solidFill>
                  <a:schemeClr val="tx1"/>
                </a:solidFill>
                <a:effectLst/>
                <a:latin typeface="+mn-lt"/>
                <a:ea typeface="+mn-ea"/>
                <a:cs typeface="+mn-cs"/>
              </a:rPr>
              <a:t> à l’Établissement Supérieur Professionnel BIG (</a:t>
            </a:r>
            <a:r>
              <a:rPr lang="" sz="1200" b="1" u="none" strike="noStrike" kern="1200" dirty="0">
                <a:solidFill>
                  <a:schemeClr val="tx1"/>
                </a:solidFill>
                <a:effectLst/>
                <a:latin typeface="+mn-lt"/>
                <a:ea typeface="+mn-ea"/>
                <a:cs typeface="+mn-cs"/>
              </a:rPr>
              <a:t>ESP-BIG</a:t>
            </a:r>
            <a:r>
              <a:rPr lang="" sz="1200" b="0" u="none" strike="noStrike" kern="1200" dirty="0">
                <a:solidFill>
                  <a:schemeClr val="tx1"/>
                </a:solidFill>
                <a:effectLst/>
                <a:latin typeface="+mn-lt"/>
                <a:ea typeface="+mn-ea"/>
                <a:cs typeface="+mn-cs"/>
              </a:rPr>
              <a:t>). Ce travail marque l'aboutissement d'un stage de trois mois que j’ai effectué au sein de la société </a:t>
            </a:r>
            <a:r>
              <a:rPr lang="" sz="1200" b="1" u="none" strike="noStrike" kern="1200" dirty="0">
                <a:solidFill>
                  <a:schemeClr val="tx1"/>
                </a:solidFill>
                <a:effectLst/>
                <a:latin typeface="+mn-lt"/>
                <a:ea typeface="+mn-ea"/>
                <a:cs typeface="+mn-cs"/>
              </a:rPr>
              <a:t>AUXIMAD</a:t>
            </a:r>
            <a:r>
              <a:rPr lang="" sz="1200" b="0" u="none" strike="noStrike" kern="1200" dirty="0">
                <a:solidFill>
                  <a:schemeClr val="tx1"/>
                </a:solidFill>
                <a:effectLst/>
                <a:latin typeface="+mn-lt"/>
                <a:ea typeface="+mn-ea"/>
                <a:cs typeface="+mn-cs"/>
              </a:rPr>
              <a:t>. Le thème de mon mémoire porte sur la : </a:t>
            </a:r>
            <a:r>
              <a:rPr lang="" sz="1200" b="1" u="none" strike="noStrike" kern="1200" dirty="0">
                <a:solidFill>
                  <a:schemeClr val="tx1"/>
                </a:solidFill>
                <a:effectLst/>
                <a:latin typeface="+mn-lt"/>
                <a:ea typeface="+mn-ea"/>
                <a:cs typeface="+mn-cs"/>
              </a:rPr>
              <a:t>« CONCEPTION ET DEVELOPPEMENT D’UNE APPLICATION DE GESTION D’ASSURANCE AUTOMOBILE »</a:t>
            </a:r>
            <a:r>
              <a:rPr lang=""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dirty="0"/>
              <a:t>La numérisation des services est devenue un levier incontournable pour moderniser l'organisation des entreprises. Au sein d'AUXIMAD, à travers son service dédié </a:t>
            </a:r>
            <a:r>
              <a:rPr lang="" sz="1200" b="1" u="none" strike="noStrike" kern="1200" dirty="0">
                <a:solidFill>
                  <a:schemeClr val="tx1"/>
                </a:solidFill>
                <a:effectLst/>
                <a:latin typeface="+mn-lt"/>
                <a:ea typeface="+mn-ea"/>
                <a:cs typeface="+mn-cs"/>
              </a:rPr>
              <a:t>AUXIASSUR, </a:t>
            </a:r>
            <a:r>
              <a:rPr lang="" dirty="0"/>
              <a:t>l'assurance automobile représente une activité hautement stratégique couvrant la souscription, le suivi des renouvellements, la facturation et l'instruction des sinistres.</a:t>
            </a:r>
          </a:p>
          <a:p>
            <a:pPr rtl="0"/>
            <a:endParaRPr lang="" dirty="0"/>
          </a:p>
          <a:p>
            <a:pPr rtl="0"/>
            <a:r>
              <a:rPr lang="" dirty="0"/>
              <a:t>J’ai constaté que la gestion de ces opérations reposait encore en grande partie sur des supports physiques, des saisies manuelles et une combinaison fragmentée d’outils hétérogènes comme le progiciel </a:t>
            </a:r>
            <a:r>
              <a:rPr lang="" sz="1200" b="1" u="none" strike="noStrike" kern="1200" dirty="0">
                <a:solidFill>
                  <a:schemeClr val="tx1"/>
                </a:solidFill>
                <a:effectLst/>
                <a:latin typeface="+mn-lt"/>
                <a:ea typeface="+mn-ea"/>
                <a:cs typeface="+mn-cs"/>
              </a:rPr>
              <a:t>Odoo</a:t>
            </a:r>
            <a:r>
              <a:rPr lang="" dirty="0"/>
              <a:t> et des tableurs </a:t>
            </a:r>
            <a:r>
              <a:rPr lang="" sz="1200" b="1" u="none" strike="noStrike" kern="1200" dirty="0">
                <a:solidFill>
                  <a:schemeClr val="tx1"/>
                </a:solidFill>
                <a:effectLst/>
                <a:latin typeface="+mn-lt"/>
                <a:ea typeface="+mn-ea"/>
                <a:cs typeface="+mn-cs"/>
              </a:rPr>
              <a:t>Microsoft Excel</a:t>
            </a:r>
            <a:r>
              <a:rPr lang="" dirty="0"/>
              <a:t> utilisés en mode de secours. Ce fonctionnement induit une lourdeur administrative, une latence dans l'instruction des dossiers, un risque élevé d'erreurs de saisie.</a:t>
            </a:r>
          </a:p>
          <a:p>
            <a:pPr rtl="0"/>
            <a:endParaRPr lang="" sz="1200" b="0" i="1" u="none" strike="noStrike" kern="1200" dirty="0">
              <a:solidFill>
                <a:schemeClr val="tx1"/>
              </a:solidFill>
              <a:effectLst/>
              <a:latin typeface="+mn-lt"/>
              <a:ea typeface="+mn-ea"/>
              <a:cs typeface="+mn-cs"/>
            </a:endParaRPr>
          </a:p>
          <a:p>
            <a:pPr rtl="0"/>
            <a:r>
              <a:rPr lang="" sz="1200" b="0" i="1" u="none" strike="noStrike" kern="1200" dirty="0">
                <a:solidFill>
                  <a:schemeClr val="tx1"/>
                </a:solidFill>
                <a:effectLst/>
                <a:latin typeface="+mn-lt"/>
                <a:ea typeface="+mn-ea"/>
                <a:cs typeface="+mn-cs"/>
              </a:rPr>
              <a:t>D'où notre question centrale :</a:t>
            </a:r>
            <a:r>
              <a:rPr lang="" dirty="0"/>
              <a:t> Comment optimiser et sécuriser l'ensemble du cycle de vie des contrats d'assurance automobile tout en offrant un outil centralisé en interne et un accès dématérialisé pour les assurés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détaillera l'environnement technique ainsi que les modules applicatifs, avant de clore par une démonstration en direct.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détaillera l'environnement technique ainsi que les modules applicatifs, avant de clore par une démonstration en direct.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situer le cadre opérationnel de ce projet, il faut savoir qu'AUXIMAD est une institution historique à Madagascar. Fondée en 1902 sous le nom de </a:t>
            </a:r>
            <a:r>
              <a:rPr lang="" sz="1200" b="0" i="1" u="none" strike="noStrike" kern="1200" dirty="0">
                <a:solidFill>
                  <a:schemeClr val="tx1"/>
                </a:solidFill>
                <a:effectLst/>
                <a:latin typeface="+mn-lt"/>
                <a:ea typeface="+mn-ea"/>
                <a:cs typeface="+mn-cs"/>
              </a:rPr>
              <a:t>Wharf de Tamatave</a:t>
            </a:r>
            <a:r>
              <a:rPr lang="" dirty="0"/>
              <a:t>, elle a fêté ses 120 ans d'existence. C’est une Société Anonyme au capital de 222 millions d'Ariary.</a:t>
            </a:r>
          </a:p>
          <a:p>
            <a:endParaRPr lang="" sz="1200" b="0" u="none" strike="noStrike" kern="1200" dirty="0">
              <a:solidFill>
                <a:schemeClr val="tx1"/>
              </a:solidFill>
              <a:effectLst/>
              <a:latin typeface="+mn-lt"/>
              <a:ea typeface="+mn-ea"/>
              <a:cs typeface="+mn-cs"/>
            </a:endParaRPr>
          </a:p>
          <a:p>
            <a:r>
              <a:rPr lang="" dirty="0"/>
              <a:t>Reconnue historiquement comme un acteur incontournable de la logistique, du transit et de la consignation maritime, AUXIMAD a su diversifier ses activités au fil du temps. Elle dispose notamment d'un département dédié aux assurances nommé </a:t>
            </a:r>
            <a:r>
              <a:rPr lang="" sz="1200" b="1" u="none" strike="noStrike" kern="1200" dirty="0">
                <a:solidFill>
                  <a:schemeClr val="tx1"/>
                </a:solidFill>
                <a:effectLst/>
                <a:latin typeface="+mn-lt"/>
                <a:ea typeface="+mn-ea"/>
                <a:cs typeface="+mn-cs"/>
              </a:rPr>
              <a:t>AUXIASSUR</a:t>
            </a:r>
            <a:r>
              <a:rPr lang="" dirty="0"/>
              <a:t>. Dans ce cadre, l'entreprise n’est pas assureur direct, mais elle opère en tant qu’</a:t>
            </a:r>
            <a:r>
              <a:rPr lang="" sz="1200" b="1" u="none" strike="noStrike" kern="1200" dirty="0">
                <a:solidFill>
                  <a:schemeClr val="tx1"/>
                </a:solidFill>
                <a:effectLst/>
                <a:latin typeface="+mn-lt"/>
                <a:ea typeface="+mn-ea"/>
                <a:cs typeface="+mn-cs"/>
              </a:rPr>
              <a:t>Agent Général de la compagnie ARO</a:t>
            </a:r>
            <a:r>
              <a:rPr lang="" dirty="0"/>
              <a:t>, le leader historique de l'assurance à Madagascar. C'est précisément pour moderniser la gestion de cette branche automobile d'AUXIASSUR que mon projet a été initié. </a:t>
            </a:r>
            <a:endParaRPr lang="" sz="1200" b="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Comme vous pouvez le voir sur ce slide, l’objectif général est de concevoir et déployer une plateforme unique capable de piloter l'intégralité du cycle de vie des contrats d'assurance automobile. De manière spécifique, j’ai cibler la centralisation des données pour mettre fin à la dispersion actuelle. J’ai viser également l'automatisation complète des calculs métiers complexes : le système doit calculer instantanément les primes nettes et globales selon les profils, gérer l'application automatique des remises de flottes à partir de 5 véhicules, et mettre à jour le coefficient de bonus-malus dès la clôture d'un sinistre. Enfin, il s'agit d'intégrer un volet décisionnel pour fournir un tableau de bord statistique complet à la direction.</a:t>
            </a:r>
          </a:p>
          <a:p>
            <a:endParaRPr lang="" dirty="0"/>
          </a:p>
          <a:p>
            <a:r>
              <a:rPr lang="" dirty="0"/>
              <a:t>Face à ces objectifs, les résultats concrets attendus à l'issue de ce projet sont majeurs pour AUXIMAD. Sur le plan opérationnel, l'application élimine la double saisie papier et le recours aux tableurs Excel de secours. Les assurés bénéficient désormais d'une autonomie totale via un portail web dédié pour soumettre numériquement leurs pièces obligatoires comme la carte grise ou la CIN. Du côté des agents internes, le résultat se traduit par une fluidification nette du workflow : la facturation TTC est instantanément générée et téléchargeable au format PDF, et le suivi des sinistres passe par un circuit numérique transparent, du signalement jusqu’à la clôture du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concevoir une solution adaptée, j’ai analysé le fonctionnement quotidien du service de production automobile d'AUXIASSUR. Ce service gère deux grands types d’opérations : le traitement des "affaires nouvelles" et la reconduction des contrats, appelés renouvellements. Trois profils collaborent de façon séquentielle : le chargé de production qui instruit le dossier, le Directeur d’agence qui valide, et enfin le caissier qui gère le règlement physique des primes.</a:t>
            </a:r>
          </a:p>
          <a:p>
            <a:endParaRPr lang="" dirty="0"/>
          </a:p>
          <a:p>
            <a:r>
              <a:rPr lang="" dirty="0"/>
              <a:t>La pièce maîtresse de ce système est la carte grise du véhicule. Sans elle, aucune procédure ne peut démarrer. Elle est complétée par la CIN du client pour générer le contrat officiel en trois exemplaires papier. Un exemplaire est remis au client après passage en caisse, un est conservé en agence, et le dernier est expédié physiquement au siège à la fin de chaque mois. </a:t>
            </a:r>
          </a:p>
          <a:p>
            <a:endParaRPr lang="" dirty="0"/>
          </a:p>
          <a:p>
            <a:r>
              <a:rPr lang="" dirty="0"/>
              <a:t>Sur le plan informatique, les agents s'appuient principalement sur le progiciel Odoo pour enregistrer les fiches des assurés. Cependant, l'analyse montre que le service utilise couramment Microsoft Excel comme outil complémentaire ou solution de secours appelée "mode dégradé" pour pallier manuellement les lenteurs ou les ruptures régulières de la connexion internet.</a:t>
            </a:r>
            <a:endParaRPr lang="en-US" dirty="0"/>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Suite à l'analyse menée sur le terrain, j’ai dressé un bilan critique de l'existant. Ce slide résume les dysfonctionnements majeurs qui justifient notre projet, ainsi que les forces à préserver.</a:t>
            </a:r>
          </a:p>
          <a:p>
            <a:endParaRPr lang="" dirty="0"/>
          </a:p>
          <a:p>
            <a:r>
              <a:rPr lang="" dirty="0"/>
              <a:t>D’abord, le traitement des "Affaires nouvelles" est aujourd'hui particulièrement lourd. L'agent doit ressaisir manuellement toutes les informations issues des justificatifs physiques du client, ce qui augmente le risque d'erreur humaine. De plus, le circuit papier crée un véritable goulot d'étranglement. Le contrat imprimé doit circuler physiquement de bureau en bureau pour obtenir la signature manuscrite du Directeur avant que le client ne puisse passer en caisse, générant des temps d'attente inutiles.</a:t>
            </a:r>
          </a:p>
          <a:p>
            <a:endParaRPr lang="" dirty="0"/>
          </a:p>
          <a:p>
            <a:r>
              <a:rPr lang="" dirty="0"/>
              <a:t>Puis, le service souffre d'une dépendance critique à la connexion Internet. En cas de coupure réseau, le progiciel Odoo devient totalement inaccessible. Les agents sont contraints de basculer sur Excel en mode dégradé, ce qui implique une double saisie ultérieure fastidieuse. Enfin, l'envoi des dossiers physiques et la consolidation des données avec le siège ne se font qu'une fois par mois. Si une erreur de saisie est détectée après cet envoi, sa correction impose une procédure de régularisation lourde avec le niveau central. </a:t>
            </a:r>
          </a:p>
          <a:p>
            <a:endParaRPr lang="" dirty="0"/>
          </a:p>
          <a:p>
            <a:r>
              <a:rPr lang="" dirty="0"/>
              <a:t>Cependant, l'informatisation ne doit pas détruire ce qui fonctionne. Le circuit actuel offre une excellente sécurité financière et une traçabilité rigoureuse grâce à la règle des trois exemplaires et à la double vérification avec la caisse. Notre objectif est donc de dématérialiser ce processus pour supprimer les lenteurs, tout en conservant intacts ces mécanismes de contrôle et de traçabilité.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J'ai synthétisé ici une comparaison entre les deux solutions envisagées</a:t>
            </a:r>
            <a:r>
              <a:rPr lang="" dirty="0"/>
              <a:t> pour guider notre prise de décision.</a:t>
            </a:r>
          </a:p>
          <a:p>
            <a:endParaRPr lang="" dirty="0"/>
          </a:p>
          <a:p>
            <a:r>
              <a:rPr lang="" dirty="0"/>
              <a:t>Pour la comparaisons des solutions, sur le plan financier et logistique, l'Application Web l'emporte largement. Son </a:t>
            </a:r>
            <a:r>
              <a:rPr lang="" sz="1200" b="1" u="none" strike="noStrike" kern="1200" dirty="0">
                <a:solidFill>
                  <a:schemeClr val="tx1"/>
                </a:solidFill>
                <a:effectLst/>
                <a:latin typeface="+mn-lt"/>
                <a:ea typeface="+mn-ea"/>
                <a:cs typeface="+mn-cs"/>
              </a:rPr>
              <a:t>coût initial</a:t>
            </a:r>
            <a:r>
              <a:rPr lang="" dirty="0"/>
              <a:t> est modéré puisque j’ai exploité une stack open-source. Le </a:t>
            </a:r>
            <a:r>
              <a:rPr lang="" sz="1200" b="1" u="none" strike="noStrike" kern="1200" dirty="0">
                <a:solidFill>
                  <a:schemeClr val="tx1"/>
                </a:solidFill>
                <a:effectLst/>
                <a:latin typeface="+mn-lt"/>
                <a:ea typeface="+mn-ea"/>
                <a:cs typeface="+mn-cs"/>
              </a:rPr>
              <a:t>matériel nécessaire</a:t>
            </a:r>
            <a:r>
              <a:rPr lang="" dirty="0"/>
              <a:t> se limite au parc informatique existant : un simple navigateur web suffit pour y accéder, sans aucune installation locale. À l'inverse, le Logiciel Desktop exige un déploiement lourd, machine par machine, ce qui complique l'harmonisation des versions au sein de l'agence.</a:t>
            </a:r>
          </a:p>
          <a:p>
            <a:endParaRPr lang="" dirty="0"/>
          </a:p>
          <a:p>
            <a:r>
              <a:rPr lang="" dirty="0"/>
              <a:t>Ensuite, concernant l'aspect fonctionnel et humain, l'assurance automobile impose un suivi strict des échéances. L'application Web permet une </a:t>
            </a:r>
            <a:r>
              <a:rPr lang="" sz="1200" b="1" u="none" strike="noStrike" kern="1200" dirty="0">
                <a:solidFill>
                  <a:schemeClr val="tx1"/>
                </a:solidFill>
                <a:effectLst/>
                <a:latin typeface="+mn-lt"/>
                <a:ea typeface="+mn-ea"/>
                <a:cs typeface="+mn-cs"/>
              </a:rPr>
              <a:t>gestion des alertes</a:t>
            </a:r>
            <a:r>
              <a:rPr lang="" dirty="0"/>
              <a:t> centralisée et dynamique, capable de déclencher des tâches de fond automatisées. Côté </a:t>
            </a:r>
            <a:r>
              <a:rPr lang="" sz="1200" b="1" u="none" strike="noStrike" kern="1200" dirty="0">
                <a:solidFill>
                  <a:schemeClr val="tx1"/>
                </a:solidFill>
                <a:effectLst/>
                <a:latin typeface="+mn-lt"/>
                <a:ea typeface="+mn-ea"/>
                <a:cs typeface="+mn-cs"/>
              </a:rPr>
              <a:t>charges humaines</a:t>
            </a:r>
            <a:r>
              <a:rPr lang="" dirty="0"/>
              <a:t>, la maintenance d'une application web est entièrement centralisée sur le serveur. Si une mise à jour est nécessaire, le service informatique d'AUXIMAD l'applique en une seule fois au niveau central, évitant ainsi aux techniciens de devoir intervenir physiquement sur chaque ordinateur de l'entreprise.</a:t>
            </a:r>
          </a:p>
          <a:p>
            <a:endParaRPr lang="" dirty="0"/>
          </a:p>
          <a:p>
            <a:r>
              <a:rPr lang="" dirty="0"/>
              <a:t>C’est l’ensemble de ces arguments technico-économiques qui ma naturellement conduits à retenir la </a:t>
            </a:r>
            <a:r>
              <a:rPr lang="" sz="1200" b="1" u="none" strike="noStrike" kern="1200" dirty="0">
                <a:solidFill>
                  <a:schemeClr val="tx1"/>
                </a:solidFill>
                <a:effectLst/>
                <a:latin typeface="+mn-lt"/>
                <a:ea typeface="+mn-ea"/>
                <a:cs typeface="+mn-cs"/>
              </a:rPr>
              <a:t>Solution Web</a:t>
            </a:r>
            <a:r>
              <a:rPr lang="" dirty="0"/>
              <a:t> pour concevoir l'application AUXIDRIVE.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Au terme de l’étude comparative, la solution d'une application web sur-mesure s'est imposée comme le choix technologique le plus stratégique pour AUXIMAD. Ce slide présente les raisons de ce choix ainsi que notre écosystème technique.</a:t>
            </a:r>
          </a:p>
          <a:p>
            <a:endParaRPr lang="" dirty="0"/>
          </a:p>
          <a:p>
            <a:r>
              <a:rPr lang="" dirty="0"/>
              <a:t>Premièrement, le choix de l'architecture Web se justifie par trois critères opérationnels clés. D'abord, l'</a:t>
            </a:r>
            <a:r>
              <a:rPr lang="" sz="1200" b="1" u="none" strike="noStrike" kern="1200" dirty="0">
                <a:solidFill>
                  <a:schemeClr val="tx1"/>
                </a:solidFill>
                <a:effectLst/>
                <a:latin typeface="+mn-lt"/>
                <a:ea typeface="+mn-ea"/>
                <a:cs typeface="+mn-cs"/>
              </a:rPr>
              <a:t>accès immédiat</a:t>
            </a:r>
            <a:r>
              <a:rPr lang="" dirty="0"/>
              <a:t>. Les clients assurés n'ont aucun prérequis d'installation ; un simple navigateur internet leur permet de gérer leurs contrats et de déclarer leurs sinistres à distance. Ensuite, cela garantit une </a:t>
            </a:r>
            <a:r>
              <a:rPr lang="" sz="1200" b="1" u="none" strike="noStrike" kern="1200" dirty="0">
                <a:solidFill>
                  <a:schemeClr val="tx1"/>
                </a:solidFill>
                <a:effectLst/>
                <a:latin typeface="+mn-lt"/>
                <a:ea typeface="+mn-ea"/>
                <a:cs typeface="+mn-cs"/>
              </a:rPr>
              <a:t>maintenance entièrement centralisée</a:t>
            </a:r>
            <a:r>
              <a:rPr lang="" dirty="0"/>
              <a:t> au niveau du service informatique d'AUXIMAD. Toute mise à jour appliquée sur le serveur est instantanément disponible pour tous les utilisateurs, éliminant le support technique poste par poste. Enfin, cette interface est </a:t>
            </a:r>
            <a:r>
              <a:rPr lang="" sz="1200" b="1" u="none" strike="noStrike" kern="1200" dirty="0">
                <a:solidFill>
                  <a:schemeClr val="tx1"/>
                </a:solidFill>
                <a:effectLst/>
                <a:latin typeface="+mn-lt"/>
                <a:ea typeface="+mn-ea"/>
                <a:cs typeface="+mn-cs"/>
              </a:rPr>
              <a:t>parfaitement adaptée aux exigences du backoffice</a:t>
            </a:r>
            <a:r>
              <a:rPr lang="" dirty="0"/>
              <a:t> pour les agents, facilitant la manipulation de grands tableaux de données et les saisies volumineuses nécessaires lors de la gestion des flottes d'automobiles.</a:t>
            </a:r>
          </a:p>
          <a:p>
            <a:endParaRPr lang="" dirty="0"/>
          </a:p>
          <a:p>
            <a:r>
              <a:rPr lang="" dirty="0"/>
              <a:t>Deuxièmement, pour concrétiser cette solution, je me suis arrêté sur une pile technologique moderne et robuste.</a:t>
            </a:r>
          </a:p>
          <a:p>
            <a:pPr marL="171450" indent="-171450">
              <a:buFont typeface="Arial" panose="020B0604020202020204" pitchFamily="34" charset="0"/>
              <a:buChar char="•"/>
            </a:pPr>
            <a:r>
              <a:rPr lang="" dirty="0"/>
              <a:t>Pour la couche de présentation (le Frontend), j’ai utilisé </a:t>
            </a:r>
            <a:r>
              <a:rPr lang="" sz="1200" b="1" u="none" strike="noStrike" kern="1200" dirty="0">
                <a:solidFill>
                  <a:schemeClr val="tx1"/>
                </a:solidFill>
                <a:effectLst/>
                <a:latin typeface="+mn-lt"/>
                <a:ea typeface="+mn-ea"/>
                <a:cs typeface="+mn-cs"/>
              </a:rPr>
              <a:t>Angular couplé à Bootstrap</a:t>
            </a:r>
            <a:r>
              <a:rPr lang="" dirty="0"/>
              <a:t> afin de concevoir une interface réactive et responsive.</a:t>
            </a:r>
          </a:p>
          <a:p>
            <a:pPr marL="171450" indent="-171450">
              <a:buFont typeface="Arial" panose="020B0604020202020204" pitchFamily="34" charset="0"/>
              <a:buChar char="•"/>
            </a:pPr>
            <a:r>
              <a:rPr lang="" dirty="0"/>
              <a:t>Le cœur logique (le Backend) est propulsé par </a:t>
            </a:r>
            <a:r>
              <a:rPr lang="" sz="1200" b="1" u="none" strike="noStrike" kern="1200" dirty="0">
                <a:solidFill>
                  <a:schemeClr val="tx1"/>
                </a:solidFill>
                <a:effectLst/>
                <a:latin typeface="+mn-lt"/>
                <a:ea typeface="+mn-ea"/>
                <a:cs typeface="+mn-cs"/>
              </a:rPr>
              <a:t>Spring Boot</a:t>
            </a:r>
            <a:r>
              <a:rPr lang="" dirty="0"/>
              <a:t> configuré en architecture API REST. Ce choix garantit la sécurité des transactions et la robustesse des traitements métiers, notamment pour l'automatisation des calculs de primes.</a:t>
            </a:r>
          </a:p>
          <a:p>
            <a:pPr marL="171450" indent="-171450">
              <a:buFont typeface="Arial" panose="020B0604020202020204" pitchFamily="34" charset="0"/>
              <a:buChar char="•"/>
            </a:pPr>
            <a:r>
              <a:rPr lang="" dirty="0"/>
              <a:t>La persistance et la sécurité des flux d'informations sont confiées au système de gestion de base de données </a:t>
            </a:r>
            <a:r>
              <a:rPr lang="" sz="1200" b="1" u="none" strike="noStrike" kern="1200" dirty="0">
                <a:solidFill>
                  <a:schemeClr val="tx1"/>
                </a:solidFill>
                <a:effectLst/>
                <a:latin typeface="+mn-lt"/>
                <a:ea typeface="+mn-ea"/>
                <a:cs typeface="+mn-cs"/>
              </a:rPr>
              <a:t>MySQL</a:t>
            </a:r>
            <a:r>
              <a:rPr lang="" dirty="0"/>
              <a:t>.</a:t>
            </a:r>
          </a:p>
          <a:p>
            <a:pPr marL="171450" indent="-171450">
              <a:buFont typeface="Arial" panose="020B0604020202020204" pitchFamily="34" charset="0"/>
              <a:buChar char="•"/>
            </a:pPr>
            <a:r>
              <a:rPr lang="" dirty="0"/>
              <a:t>Enfin, toute cette implémentation s'appuie sur une phase rigoureuse de modélisation et de </a:t>
            </a:r>
            <a:r>
              <a:rPr lang="" sz="1200" b="1" u="none" strike="noStrike" kern="1200" dirty="0">
                <a:solidFill>
                  <a:schemeClr val="tx1"/>
                </a:solidFill>
                <a:effectLst/>
                <a:latin typeface="+mn-lt"/>
                <a:ea typeface="+mn-ea"/>
                <a:cs typeface="+mn-cs"/>
              </a:rPr>
              <a:t>conception UML</a:t>
            </a:r>
            <a:r>
              <a:rPr lang="" dirty="0"/>
              <a:t> pour figer proprement la structure et la dynamique du système avant le codage.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pPr rtl="0"/>
            <a:r>
              <a:rPr lang="" dirty="0"/>
              <a:t>Ce diagramme de Gantt présente le déroulement de mon projet sur 9 semaines, du 13 août au 13 octobre 2026. Il suit les grandes étapes de mon mémoire.</a:t>
            </a:r>
          </a:p>
          <a:p>
            <a:pPr rtl="0"/>
            <a:endParaRPr lang="" dirty="0"/>
          </a:p>
          <a:p>
            <a:pPr rtl="0"/>
            <a:r>
              <a:rPr lang="" dirty="0"/>
              <a:t>Le projet a commencé par l’analyse préalable : la découverte de la société et de l’existant, puis l’étude préalable avec le diagnostic, le dossier des choix et le choix de la solution, et enfin le cahier des charges de la solution retenue. Ces trois tâches se chevauchent légèrement, ce qui m’a permis d’avancer sans attendre la fin de chacune.</a:t>
            </a:r>
          </a:p>
          <a:p>
            <a:pPr rtl="0"/>
            <a:endParaRPr lang="" dirty="0"/>
          </a:p>
          <a:p>
            <a:pPr rtl="0"/>
            <a:r>
              <a:rPr lang="" dirty="0"/>
              <a:t>Vient ensuite la conception UML, avec les diagrammes de cas d’utilisation, de séquence, d’activité et de classes. Le développement du backend a démarré en parallèle, dès que les bases de la conception étaient posées.</a:t>
            </a:r>
          </a:p>
          <a:p>
            <a:pPr rtl="0"/>
            <a:r>
              <a:rPr lang="" dirty="0"/>
              <a:t>La phase de réalisation a été la plus longue du projet. Le backend s’est étendu jusqu’à début octobre, et le frontend a démarré à mi-parcours avant de se terminer autour du 9 octobre. Le développement m’a pris plus de temps que prévu, ce qui a un peu réduit la marge pour la suite.</a:t>
            </a:r>
          </a:p>
          <a:p>
            <a:pPr rtl="0"/>
            <a:endParaRPr lang="" dirty="0"/>
          </a:p>
          <a:p>
            <a:pPr rtl="0"/>
            <a:r>
              <a:rPr lang="" dirty="0"/>
              <a:t>Les tests et corrections se sont donc déroulés en fin de projet, en même temps que le manuel utilisateur.</a:t>
            </a:r>
          </a:p>
          <a:p>
            <a:pPr rtl="0"/>
            <a:r>
              <a:rPr lang="" dirty="0"/>
              <a:t>Enfin, la rédaction du mémoire s’étend sur presque toute la durée du projet. Je l’ai écrite au fil de l’avancement, et la relecture et la finalisation occupent le dernier jour.</a:t>
            </a:r>
          </a:p>
          <a:p>
            <a:pPr rtl="0"/>
            <a:endParaRPr lang="" dirty="0"/>
          </a:p>
          <a:p>
            <a:pPr rtl="0"/>
            <a:r>
              <a:rPr lang="" dirty="0"/>
              <a:t>En résumé, le projet est organisé en quatre grandes phases : analyse, conception, réalisation et rédaction, avec un développement qui a été le gros du travail.</a:t>
            </a:r>
          </a:p>
          <a:p>
            <a:endParaRPr lang="LID4096" dirty="0"/>
          </a:p>
        </p:txBody>
      </p:sp>
    </p:spTree>
    <p:extLst>
      <p:ext uri="{BB962C8B-B14F-4D97-AF65-F5344CB8AC3E}">
        <p14:creationId xmlns:p14="http://schemas.microsoft.com/office/powerpoint/2010/main" val="1119131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Nous abordons à présent la deuxième partie de notre présentation, dédiée à l’Étude détaillée et à la modélisation UML de notre système.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Pour illustrer concrètement le fonctionnement d'AUXIASSUR, je vous propose de suivre un scénario de démonstration complet, qui simule le cycle de vie d'un assuré et d'un contrat.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Je dois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Je dois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Mesdames et messieurs les membres du jury, Monsieur le Président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10/11/2026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pn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1.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95368" y="2651538"/>
            <a:ext cx="7114377" cy="1572992"/>
          </a:xfrm>
        </p:spPr>
        <p:txBody>
          <a:bodyPr>
            <a:noAutofit/>
          </a:bodyPr>
          <a:lstStyle/>
          <a:p>
            <a:r>
              <a:rPr lang="fr-FR" sz="2800" dirty="0">
                <a:solidFill>
                  <a:schemeClr val="bg1"/>
                </a:solidFill>
                <a:latin typeface="Times New Roman" panose="02020603050405020304" pitchFamily="18" charset="0"/>
                <a:cs typeface="Times New Roman" panose="02020603050405020304" pitchFamily="18" charset="0"/>
              </a:rPr>
              <a:t>Conception et développement d’une application de gestion d’assurance automobile</a:t>
            </a:r>
            <a:endParaRPr lang="LID4096" sz="28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rmAutofit fontScale="55000" lnSpcReduction="20000"/>
          </a:bodyPr>
          <a:lstStyle/>
          <a:p>
            <a:r>
              <a:rPr lang="fr-FR" b="1" i="1" dirty="0"/>
              <a:t>Mémoire de fin d’étude du 1</a:t>
            </a:r>
            <a:r>
              <a:rPr lang="fr-FR" b="1" i="1" baseline="30000" dirty="0"/>
              <a:t>er</a:t>
            </a:r>
            <a:r>
              <a:rPr lang="fr-FR" b="1" i="1" dirty="0"/>
              <a:t> cycle</a:t>
            </a:r>
            <a:endParaRPr lang="LID4096" b="1" i="1" dirty="0"/>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9018" y="278552"/>
            <a:ext cx="1426169" cy="1210082"/>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04141" y="1035497"/>
            <a:ext cx="1648842"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47688" y="5722742"/>
            <a:ext cx="5322931" cy="510139"/>
          </a:xfrm>
          <a:prstGeom prst="rect">
            <a:avLst/>
          </a:prstGeom>
          <a:noFill/>
          <a:ln/>
        </p:spPr>
        <p:txBody>
          <a:bodyPr wrap="square" lIns="0" tIns="0" rIns="0" bIns="0" rtlCol="0" anchor="ctr"/>
          <a:lstStyle/>
          <a:p>
            <a:pPr marL="0" indent="0">
              <a:buNone/>
            </a:pPr>
            <a:r>
              <a:rPr lang="en-US" sz="1400" b="1" i="1" dirty="0">
                <a:solidFill>
                  <a:schemeClr val="bg2">
                    <a:lumMod val="10000"/>
                  </a:schemeClr>
                </a:solidFill>
                <a:latin typeface="Times New Roman" panose="02020603050405020304" pitchFamily="18" charset="0"/>
                <a:cs typeface="Times New Roman" panose="02020603050405020304" pitchFamily="18" charset="0"/>
              </a:rPr>
              <a:t>Encadreur professionnel : M. RANAMBOARIMANGA Rindranianina   Encadreur académique : Mme RAVAOHOLISOA Dorette Sahondra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dirty="0" err="1">
                <a:solidFill>
                  <a:schemeClr val="bg2">
                    <a:lumMod val="10000"/>
                  </a:schemeClr>
                </a:solidFill>
              </a:rPr>
              <a:t>Présenté</a:t>
            </a:r>
            <a:r>
              <a:rPr lang="en-US" sz="1600" b="1" i="1" dirty="0">
                <a:solidFill>
                  <a:schemeClr val="bg2">
                    <a:lumMod val="10000"/>
                  </a:schemeClr>
                </a:solidFill>
              </a:rPr>
              <a:t> par : Rafalimanana Ny Harena </a:t>
            </a:r>
            <a:r>
              <a:rPr lang="en-US" sz="1600" b="1" i="1" dirty="0" err="1">
                <a:solidFill>
                  <a:schemeClr val="bg2">
                    <a:lumMod val="10000"/>
                  </a:schemeClr>
                </a:solidFill>
              </a:rPr>
              <a:t>Nohavinstsoa</a:t>
            </a:r>
            <a:endParaRPr lang="en-US" sz="1600" b="1" i="1" dirty="0">
              <a:solidFill>
                <a:schemeClr val="bg2">
                  <a:lumMod val="10000"/>
                </a:schemeClr>
              </a:solidFill>
            </a:endParaRPr>
          </a:p>
          <a:p>
            <a:pPr marL="0" indent="0">
              <a:buNone/>
            </a:pPr>
            <a:r>
              <a:rPr lang="en-US" sz="1600" b="1" i="1" dirty="0">
                <a:solidFill>
                  <a:schemeClr val="bg2">
                    <a:lumMod val="10000"/>
                  </a:schemeClr>
                </a:solidFill>
              </a:rPr>
              <a:t>Mention : Informatique</a:t>
            </a:r>
          </a:p>
          <a:p>
            <a:pPr marL="0" indent="0">
              <a:buNone/>
            </a:pPr>
            <a:r>
              <a:rPr lang="en-US" sz="1600" b="1" i="1" dirty="0" err="1">
                <a:solidFill>
                  <a:schemeClr val="bg2">
                    <a:lumMod val="10000"/>
                  </a:schemeClr>
                </a:solidFill>
              </a:rPr>
              <a:t>Parcours</a:t>
            </a:r>
            <a:r>
              <a:rPr lang="en-US" sz="1600" b="1" i="1" dirty="0">
                <a:solidFill>
                  <a:schemeClr val="bg2">
                    <a:lumMod val="10000"/>
                  </a:schemeClr>
                </a:solidFill>
              </a:rPr>
              <a:t> : Génie </a:t>
            </a:r>
            <a:r>
              <a:rPr lang="en-US" sz="1600" b="1" i="1" dirty="0" err="1">
                <a:solidFill>
                  <a:schemeClr val="bg2">
                    <a:lumMod val="10000"/>
                  </a:schemeClr>
                </a:solidFill>
              </a:rPr>
              <a:t>Logiciel</a:t>
            </a:r>
            <a:r>
              <a:rPr lang="en-US" sz="1600" b="1" i="1" dirty="0">
                <a:solidFill>
                  <a:schemeClr val="bg2">
                    <a:lumMod val="10000"/>
                  </a:schemeClr>
                </a:solidFill>
              </a:rPr>
              <a:t> (GL)</a:t>
            </a:r>
          </a:p>
          <a:p>
            <a:pPr marL="0" indent="0">
              <a:buNone/>
            </a:pPr>
            <a:r>
              <a:rPr lang="en-US" sz="1600" b="1" i="1" dirty="0">
                <a:solidFill>
                  <a:schemeClr val="bg2">
                    <a:lumMod val="10000"/>
                  </a:schemeClr>
                </a:solidFill>
              </a:rPr>
              <a:t>Cycle : 1er</a:t>
            </a: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3</a:t>
            </a:r>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1 : Étude préalable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Société, existant, proposition de solution, solution retenue</a:t>
            </a:r>
            <a:endParaRPr lang="en-US" sz="2200" dirty="0"/>
          </a:p>
        </p:txBody>
      </p:sp>
      <p:sp>
        <p:nvSpPr>
          <p:cNvPr id="4" name="Slide Number Placeholder 0">
            <a:extLst>
              <a:ext uri="{FF2B5EF4-FFF2-40B4-BE49-F238E27FC236}">
                <a16:creationId xmlns:a16="http://schemas.microsoft.com/office/drawing/2014/main" id="{C47BBEF3-CA19-0E87-62ED-108B7FC34EC1}"/>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4</a:t>
            </a:r>
          </a:p>
        </p:txBody>
      </p:sp>
    </p:spTree>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5</a:t>
            </a:r>
            <a:endParaRPr lang="en-US" dirty="0"/>
          </a:p>
        </p:txBody>
      </p:sp>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2257013000"/>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6</a:t>
            </a:r>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7</a:t>
            </a:r>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8</a:t>
            </a:r>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52154"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Logiciel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9</a:t>
            </a:r>
            <a:endParaRPr lang="en-US" dirty="0"/>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10</a:t>
            </a:r>
            <a:endParaRPr lang="en-US" dirty="0"/>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11</a:t>
            </a:r>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FBC07502-C194-51ED-FAF6-D9925C60A060}"/>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Planning du </a:t>
            </a:r>
            <a:r>
              <a:rPr lang="en-US" sz="3400" b="1" dirty="0" err="1">
                <a:solidFill>
                  <a:schemeClr val="tx2"/>
                </a:solidFill>
              </a:rPr>
              <a:t>projet</a:t>
            </a:r>
            <a:endParaRPr lang="en-US" sz="3400" dirty="0"/>
          </a:p>
        </p:txBody>
      </p:sp>
      <p:pic>
        <p:nvPicPr>
          <p:cNvPr id="7" name="Image 6">
            <a:extLst>
              <a:ext uri="{FF2B5EF4-FFF2-40B4-BE49-F238E27FC236}">
                <a16:creationId xmlns:a16="http://schemas.microsoft.com/office/drawing/2014/main" id="{4CB2F6BE-A3DE-AB6F-1ACF-4AB2FB045022}"/>
              </a:ext>
            </a:extLst>
          </p:cNvPr>
          <p:cNvPicPr>
            <a:picLocks noChangeAspect="1"/>
          </p:cNvPicPr>
          <p:nvPr/>
        </p:nvPicPr>
        <p:blipFill>
          <a:blip r:embed="rId3"/>
          <a:stretch>
            <a:fillRect/>
          </a:stretch>
        </p:blipFill>
        <p:spPr>
          <a:xfrm>
            <a:off x="0" y="1554480"/>
            <a:ext cx="12192000" cy="4572000"/>
          </a:xfrm>
          <a:prstGeom prst="rect">
            <a:avLst/>
          </a:prstGeom>
        </p:spPr>
      </p:pic>
      <p:sp>
        <p:nvSpPr>
          <p:cNvPr id="6" name="Slide Number Placeholder 0">
            <a:extLst>
              <a:ext uri="{FF2B5EF4-FFF2-40B4-BE49-F238E27FC236}">
                <a16:creationId xmlns:a16="http://schemas.microsoft.com/office/drawing/2014/main" id="{FFE593C0-2571-2206-5EDD-8169B0A16BEC}"/>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lumMod val="10000"/>
                  </a:schemeClr>
                </a:solidFill>
              </a:rPr>
              <a:t>12</a:t>
            </a:r>
          </a:p>
        </p:txBody>
      </p:sp>
    </p:spTree>
    <p:extLst>
      <p:ext uri="{BB962C8B-B14F-4D97-AF65-F5344CB8AC3E}">
        <p14:creationId xmlns:p14="http://schemas.microsoft.com/office/powerpoint/2010/main" val="2884316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2 : Étude détaillée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Diagrammes UML : cas d'utilisation, séquence, activité, classes</a:t>
            </a:r>
            <a:endParaRPr lang="en-US" sz="2200" dirty="0"/>
          </a:p>
        </p:txBody>
      </p:sp>
      <p:sp>
        <p:nvSpPr>
          <p:cNvPr id="4" name="Slide Number Placeholder 0">
            <a:extLst>
              <a:ext uri="{FF2B5EF4-FFF2-40B4-BE49-F238E27FC236}">
                <a16:creationId xmlns:a16="http://schemas.microsoft.com/office/drawing/2014/main" id="{C3BE6626-22D8-B001-A921-205BC2F61A3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13</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14</a:t>
            </a:r>
            <a:endParaRPr lang="en-US" dirty="0"/>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14</a:t>
            </a:r>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15</a:t>
            </a:r>
            <a:endParaRPr lang="en-US" dirty="0"/>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16</a:t>
            </a:r>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17</a:t>
            </a:r>
            <a:endParaRPr lang="en-US" b="0" dirty="0"/>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1097280"/>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18</a:t>
            </a:r>
            <a:endParaRPr lang="en-US" dirty="0"/>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962526"/>
            <a:ext cx="10951108" cy="543827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3 : Réalisation</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Démonstration de l'application</a:t>
            </a:r>
            <a:endParaRPr lang="en-US" sz="2200" dirty="0"/>
          </a:p>
        </p:txBody>
      </p:sp>
      <p:sp>
        <p:nvSpPr>
          <p:cNvPr id="4" name="Slide Number Placeholder 0">
            <a:extLst>
              <a:ext uri="{FF2B5EF4-FFF2-40B4-BE49-F238E27FC236}">
                <a16:creationId xmlns:a16="http://schemas.microsoft.com/office/drawing/2014/main" id="{A05F564B-B975-0070-4DB3-254EB65DE1A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19</a:t>
            </a:r>
          </a:p>
        </p:txBody>
      </p:sp>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20</a:t>
            </a: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22</a:t>
            </a: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335</TotalTime>
  <Words>4169</Words>
  <Application>Microsoft Office PowerPoint</Application>
  <PresentationFormat>Grand écran</PresentationFormat>
  <Paragraphs>369</Paragraphs>
  <Slides>25</Slides>
  <Notes>25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25</vt:i4>
      </vt:variant>
    </vt:vector>
  </HeadingPairs>
  <TitlesOfParts>
    <vt:vector size="30" baseType="lpstr">
      <vt:lpstr>Arial</vt:lpstr>
      <vt:lpstr>Calibri</vt:lpstr>
      <vt:lpstr>Cambria</vt:lpstr>
      <vt:lpstr>Times New Roman</vt:lpstr>
      <vt:lpstr>AUXIASSUR</vt:lpstr>
      <vt:lpstr>Conception et développement d’une application de gestion d’assurance automobile</vt:lpstr>
      <vt:lpstr>Conception et développement d'une application de gestion d'assurance automobile</vt:lpstr>
      <vt:lpstr>Plan de la présentation</vt:lpstr>
      <vt:lpstr>Plan de la présentation</vt:lpstr>
      <vt:lpstr>Partie 1 : Étude préalable</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Planning du projet</vt:lpstr>
      <vt:lpstr>Partie 2 : Étude détaillée</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Partie 3 : Réalisation</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70</cp:revision>
  <dcterms:created xsi:type="dcterms:W3CDTF">2026-10-07T16:12:22Z</dcterms:created>
  <dcterms:modified xsi:type="dcterms:W3CDTF">2026-10-11T08:32:15Z</dcterms:modified>
</cp:coreProperties>
</file>