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75" r:id="rId2"/>
    <p:sldId id="256" r:id="rId3"/>
    <p:sldId id="285" r:id="rId4"/>
    <p:sldId id="277" r:id="rId5"/>
    <p:sldId id="261" r:id="rId6"/>
    <p:sldId id="278" r:id="rId7"/>
    <p:sldId id="262" r:id="rId8"/>
    <p:sldId id="279" r:id="rId9"/>
    <p:sldId id="263" r:id="rId10"/>
    <p:sldId id="264" r:id="rId11"/>
    <p:sldId id="265" r:id="rId12"/>
    <p:sldId id="286" r:id="rId13"/>
    <p:sldId id="267" r:id="rId14"/>
    <p:sldId id="283" r:id="rId15"/>
    <p:sldId id="268" r:id="rId16"/>
    <p:sldId id="280" r:id="rId17"/>
    <p:sldId id="269" r:id="rId18"/>
    <p:sldId id="270" r:id="rId19"/>
    <p:sldId id="282" r:id="rId20"/>
    <p:sldId id="273" r:id="rId21"/>
    <p:sldId id="284" r:id="rId22"/>
    <p:sldId id="281"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54EAFBD-2AA4-0039-F513-24C658F86214}">
          <p14:sldIdLst>
            <p14:sldId id="275"/>
            <p14:sldId id="256"/>
            <p14:sldId id="285"/>
            <p14:sldId id="277"/>
          </p14:sldIdLst>
        </p14:section>
        <p14:section name="Partie 1" id="{CEB31817-3673-E779-CBF5-4A727AA8B7F7}">
          <p14:sldIdLst>
            <p14:sldId id="261"/>
            <p14:sldId id="278"/>
            <p14:sldId id="262"/>
            <p14:sldId id="279"/>
            <p14:sldId id="263"/>
            <p14:sldId id="264"/>
            <p14:sldId id="265"/>
            <p14:sldId id="286"/>
          </p14:sldIdLst>
        </p14:section>
        <p14:section name="Partie 2" id="{B1B7BF0A-BC74-CF3C-6884-14064C33E22B}">
          <p14:sldIdLst>
            <p14:sldId id="267"/>
            <p14:sldId id="283"/>
            <p14:sldId id="268"/>
            <p14:sldId id="280"/>
            <p14:sldId id="269"/>
            <p14:sldId id="270"/>
          </p14:sldIdLst>
        </p14:section>
        <p14:section name="Partie 3" id="{A5264773-F993-BF2B-962E-720D8B2BFBFE}">
          <p14:sldIdLst>
            <p14:sldId id="282"/>
            <p14:sldId id="273"/>
            <p14:sldId id="284"/>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Style léger 2 - Accentuation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50728" autoAdjust="0"/>
  </p:normalViewPr>
  <p:slideViewPr>
    <p:cSldViewPr snapToGrid="0" snapToObjects="1">
      <p:cViewPr varScale="1">
        <p:scale>
          <a:sx n="45" d="100"/>
          <a:sy n="45" d="100"/>
        </p:scale>
        <p:origin x="2098" y="34"/>
      </p:cViewPr>
      <p:guideLst/>
    </p:cSldViewPr>
  </p:slideViewPr>
  <p:outlineViewPr>
    <p:cViewPr>
      <p:scale>
        <a:sx n="33" d="100"/>
        <a:sy n="33" d="100"/>
      </p:scale>
      <p:origin x="0" y="-1168"/>
    </p:cViewPr>
  </p:outlineViewPr>
  <p:notesTextViewPr>
    <p:cViewPr>
      <p:scale>
        <a:sx n="150" d="100"/>
        <a:sy n="150" d="100"/>
      </p:scale>
      <p:origin x="0" y="-235"/>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5C6F14-B3DF-49F9-90FC-DB578FAB1857}" type="doc">
      <dgm:prSet loTypeId="urn:microsoft.com/office/officeart/2005/8/layout/hierarchy1" loCatId="hierarchy" qsTypeId="urn:microsoft.com/office/officeart/2005/8/quickstyle/simple5" qsCatId="simple" csTypeId="urn:microsoft.com/office/officeart/2005/8/colors/accent2_3" csCatId="accent2" phldr="1"/>
      <dgm:spPr/>
      <dgm:t>
        <a:bodyPr/>
        <a:lstStyle/>
        <a:p>
          <a:endParaRPr lang="LID4096"/>
        </a:p>
      </dgm:t>
    </dgm:pt>
    <dgm:pt modelId="{795702DE-9D64-46C7-8358-98BBC9C76AD8}">
      <dgm:prSet phldrT="[Texte]" phldr="0" custT="1"/>
      <dgm:spPr/>
      <dgm:t>
        <a:bodyPr/>
        <a:lstStyle/>
        <a:p>
          <a:r>
            <a:rPr lang="fr-FR" sz="1050" dirty="0">
              <a:latin typeface="Times New Roman" panose="02020603050405020304" pitchFamily="18" charset="0"/>
              <a:cs typeface="Times New Roman" panose="02020603050405020304" pitchFamily="18" charset="0"/>
            </a:rPr>
            <a:t>Directeur Générale</a:t>
          </a:r>
          <a:endParaRPr lang="LID4096" sz="1050" dirty="0">
            <a:latin typeface="Times New Roman" panose="02020603050405020304" pitchFamily="18" charset="0"/>
            <a:cs typeface="Times New Roman" panose="02020603050405020304" pitchFamily="18" charset="0"/>
          </a:endParaRPr>
        </a:p>
      </dgm:t>
    </dgm:pt>
    <dgm:pt modelId="{D6876B59-167A-4F73-8376-E214294C0434}" type="parTrans" cxnId="{C367D506-C0CF-4CC1-89EE-E1CB65950BA6}">
      <dgm:prSet/>
      <dgm:spPr/>
      <dgm:t>
        <a:bodyPr/>
        <a:lstStyle/>
        <a:p>
          <a:endParaRPr lang="LID4096"/>
        </a:p>
      </dgm:t>
    </dgm:pt>
    <dgm:pt modelId="{AF380086-5EF4-44BA-9FCE-750521E3950E}" type="sibTrans" cxnId="{C367D506-C0CF-4CC1-89EE-E1CB65950BA6}">
      <dgm:prSet/>
      <dgm:spPr/>
      <dgm:t>
        <a:bodyPr/>
        <a:lstStyle/>
        <a:p>
          <a:endParaRPr lang="LID4096"/>
        </a:p>
      </dgm:t>
    </dgm:pt>
    <dgm:pt modelId="{684246AB-C659-4FDF-B62E-BE8B40105EE7}" type="asst">
      <dgm:prSet phldrT="[Texte]" custT="1"/>
      <dgm:spPr/>
      <dgm:t>
        <a:bodyPr/>
        <a:lstStyle/>
        <a:p>
          <a:r>
            <a:rPr lang="fr-FR" sz="1050" dirty="0">
              <a:latin typeface="Times New Roman" panose="02020603050405020304" pitchFamily="18" charset="0"/>
              <a:cs typeface="Times New Roman" panose="02020603050405020304" pitchFamily="18" charset="0"/>
            </a:rPr>
            <a:t>SERVICE</a:t>
          </a:r>
          <a:endParaRPr lang="LID4096" sz="1050" dirty="0">
            <a:latin typeface="Times New Roman" panose="02020603050405020304" pitchFamily="18" charset="0"/>
            <a:cs typeface="Times New Roman" panose="02020603050405020304" pitchFamily="18" charset="0"/>
          </a:endParaRPr>
        </a:p>
        <a:p>
          <a:r>
            <a:rPr lang="fr-FR" sz="1050" dirty="0">
              <a:latin typeface="Times New Roman" panose="02020603050405020304" pitchFamily="18" charset="0"/>
              <a:cs typeface="Times New Roman" panose="02020603050405020304" pitchFamily="18" charset="0"/>
            </a:rPr>
            <a:t>INFORMATIQUE ET</a:t>
          </a:r>
          <a:endParaRPr lang="LID4096" sz="1050" dirty="0">
            <a:latin typeface="Times New Roman" panose="02020603050405020304" pitchFamily="18" charset="0"/>
            <a:cs typeface="Times New Roman" panose="02020603050405020304" pitchFamily="18" charset="0"/>
          </a:endParaRPr>
        </a:p>
        <a:p>
          <a:r>
            <a:rPr lang="fr-FR" sz="1050" dirty="0">
              <a:latin typeface="Times New Roman" panose="02020603050405020304" pitchFamily="18" charset="0"/>
              <a:cs typeface="Times New Roman" panose="02020603050405020304" pitchFamily="18" charset="0"/>
            </a:rPr>
            <a:t>TECHNOLOGIQUE</a:t>
          </a:r>
          <a:endParaRPr lang="LID4096" sz="1050" dirty="0">
            <a:latin typeface="Times New Roman" panose="02020603050405020304" pitchFamily="18" charset="0"/>
            <a:cs typeface="Times New Roman" panose="02020603050405020304" pitchFamily="18" charset="0"/>
          </a:endParaRPr>
        </a:p>
      </dgm:t>
    </dgm:pt>
    <dgm:pt modelId="{4F3FAFFE-95DB-4C9C-B7E5-68ADD31BE5A3}" type="parTrans" cxnId="{AA6735B7-D7B1-4743-A2B6-6483F7348FCB}">
      <dgm:prSet/>
      <dgm:spPr/>
      <dgm:t>
        <a:bodyPr/>
        <a:lstStyle/>
        <a:p>
          <a:endParaRPr lang="LID4096" sz="1050">
            <a:latin typeface="Times New Roman" panose="02020603050405020304" pitchFamily="18" charset="0"/>
            <a:cs typeface="Times New Roman" panose="02020603050405020304" pitchFamily="18" charset="0"/>
          </a:endParaRPr>
        </a:p>
      </dgm:t>
    </dgm:pt>
    <dgm:pt modelId="{F41D190B-154E-42A5-A47B-4E0861ED8266}" type="sibTrans" cxnId="{AA6735B7-D7B1-4743-A2B6-6483F7348FCB}">
      <dgm:prSet/>
      <dgm:spPr/>
      <dgm:t>
        <a:bodyPr/>
        <a:lstStyle/>
        <a:p>
          <a:endParaRPr lang="LID4096"/>
        </a:p>
      </dgm:t>
    </dgm:pt>
    <dgm:pt modelId="{0F5B4068-22C2-4DE6-BC66-53FF2E98A016}">
      <dgm:prSet phldrT="[Texte]" custT="1"/>
      <dgm:spPr/>
      <dgm:t>
        <a:bodyPr/>
        <a:lstStyle/>
        <a:p>
          <a:r>
            <a:rPr lang="fr-FR" sz="1050" dirty="0">
              <a:latin typeface="Times New Roman" panose="02020603050405020304" pitchFamily="18" charset="0"/>
              <a:cs typeface="Times New Roman" panose="02020603050405020304" pitchFamily="18" charset="0"/>
            </a:rPr>
            <a:t>Directeur Financier</a:t>
          </a:r>
          <a:endParaRPr lang="LID4096" sz="1050" dirty="0">
            <a:latin typeface="Times New Roman" panose="02020603050405020304" pitchFamily="18" charset="0"/>
            <a:cs typeface="Times New Roman" panose="02020603050405020304" pitchFamily="18" charset="0"/>
          </a:endParaRPr>
        </a:p>
      </dgm:t>
    </dgm:pt>
    <dgm:pt modelId="{CA5BB5A9-4B78-49D7-883B-FE574F12B944}" type="parTrans" cxnId="{2848A5D3-5AFD-41B2-BCEB-85D5E691EA15}">
      <dgm:prSet/>
      <dgm:spPr/>
      <dgm:t>
        <a:bodyPr/>
        <a:lstStyle/>
        <a:p>
          <a:endParaRPr lang="LID4096" sz="1050">
            <a:latin typeface="Times New Roman" panose="02020603050405020304" pitchFamily="18" charset="0"/>
            <a:cs typeface="Times New Roman" panose="02020603050405020304" pitchFamily="18" charset="0"/>
          </a:endParaRPr>
        </a:p>
      </dgm:t>
    </dgm:pt>
    <dgm:pt modelId="{307A404F-F040-4F77-93F6-2277D6A71465}" type="sibTrans" cxnId="{2848A5D3-5AFD-41B2-BCEB-85D5E691EA15}">
      <dgm:prSet/>
      <dgm:spPr/>
      <dgm:t>
        <a:bodyPr/>
        <a:lstStyle/>
        <a:p>
          <a:endParaRPr lang="LID4096"/>
        </a:p>
      </dgm:t>
    </dgm:pt>
    <dgm:pt modelId="{14028463-B37F-4CAB-B02C-759BD00378FB}">
      <dgm:prSet phldrT="[Texte]" custT="1"/>
      <dgm:spPr/>
      <dgm:t>
        <a:bodyPr/>
        <a:lstStyle/>
        <a:p>
          <a:r>
            <a:rPr lang="fr-FR" sz="1050" dirty="0">
              <a:latin typeface="Times New Roman" panose="02020603050405020304" pitchFamily="18" charset="0"/>
              <a:cs typeface="Times New Roman" panose="02020603050405020304" pitchFamily="18" charset="0"/>
            </a:rPr>
            <a:t>AGENCES AUXIMAD</a:t>
          </a:r>
          <a:endParaRPr lang="LID4096" sz="1050" dirty="0">
            <a:latin typeface="Times New Roman" panose="02020603050405020304" pitchFamily="18" charset="0"/>
            <a:cs typeface="Times New Roman" panose="02020603050405020304" pitchFamily="18" charset="0"/>
          </a:endParaRPr>
        </a:p>
        <a:p>
          <a:r>
            <a:rPr lang="fr-FR" sz="1050" dirty="0">
              <a:latin typeface="Times New Roman" panose="02020603050405020304" pitchFamily="18" charset="0"/>
              <a:cs typeface="Times New Roman" panose="02020603050405020304" pitchFamily="18" charset="0"/>
            </a:rPr>
            <a:t>(*)</a:t>
          </a:r>
          <a:endParaRPr lang="LID4096" sz="1050" dirty="0">
            <a:latin typeface="Times New Roman" panose="02020603050405020304" pitchFamily="18" charset="0"/>
            <a:cs typeface="Times New Roman" panose="02020603050405020304" pitchFamily="18" charset="0"/>
          </a:endParaRPr>
        </a:p>
      </dgm:t>
    </dgm:pt>
    <dgm:pt modelId="{FC5587F7-A65B-419C-ABF8-06FEDDE5B73D}" type="parTrans" cxnId="{B159A159-70A9-4F8A-91C6-F13BEFBB0B1E}">
      <dgm:prSet/>
      <dgm:spPr/>
      <dgm:t>
        <a:bodyPr/>
        <a:lstStyle/>
        <a:p>
          <a:endParaRPr lang="LID4096" sz="1050">
            <a:latin typeface="Times New Roman" panose="02020603050405020304" pitchFamily="18" charset="0"/>
            <a:cs typeface="Times New Roman" panose="02020603050405020304" pitchFamily="18" charset="0"/>
          </a:endParaRPr>
        </a:p>
      </dgm:t>
    </dgm:pt>
    <dgm:pt modelId="{41B32885-A86C-4744-A54B-4BE7835647D8}" type="sibTrans" cxnId="{B159A159-70A9-4F8A-91C6-F13BEFBB0B1E}">
      <dgm:prSet/>
      <dgm:spPr/>
      <dgm:t>
        <a:bodyPr/>
        <a:lstStyle/>
        <a:p>
          <a:endParaRPr lang="LID4096"/>
        </a:p>
      </dgm:t>
    </dgm:pt>
    <dgm:pt modelId="{26D16FF6-AD51-4D70-9087-FC1758DFA4BA}" type="asst">
      <dgm:prSet phldrT="[Texte]" custT="1"/>
      <dgm:spPr/>
      <dgm:t>
        <a:bodyPr/>
        <a:lstStyle/>
        <a:p>
          <a:r>
            <a:rPr lang="fr-FR" sz="1050" dirty="0">
              <a:latin typeface="Times New Roman" panose="02020603050405020304" pitchFamily="18" charset="0"/>
              <a:cs typeface="Times New Roman" panose="02020603050405020304" pitchFamily="18" charset="0"/>
            </a:rPr>
            <a:t>SERVICE</a:t>
          </a:r>
          <a:endParaRPr lang="LID4096" sz="1050" dirty="0">
            <a:latin typeface="Times New Roman" panose="02020603050405020304" pitchFamily="18" charset="0"/>
            <a:cs typeface="Times New Roman" panose="02020603050405020304" pitchFamily="18" charset="0"/>
          </a:endParaRPr>
        </a:p>
        <a:p>
          <a:r>
            <a:rPr lang="fr-FR" sz="1050" dirty="0">
              <a:latin typeface="Times New Roman" panose="02020603050405020304" pitchFamily="18" charset="0"/>
              <a:cs typeface="Times New Roman" panose="02020603050405020304" pitchFamily="18" charset="0"/>
            </a:rPr>
            <a:t>RESSOURCES</a:t>
          </a:r>
          <a:endParaRPr lang="LID4096" sz="1050" dirty="0">
            <a:latin typeface="Times New Roman" panose="02020603050405020304" pitchFamily="18" charset="0"/>
            <a:cs typeface="Times New Roman" panose="02020603050405020304" pitchFamily="18" charset="0"/>
          </a:endParaRPr>
        </a:p>
        <a:p>
          <a:r>
            <a:rPr lang="fr-FR" sz="1050" dirty="0">
              <a:latin typeface="Times New Roman" panose="02020603050405020304" pitchFamily="18" charset="0"/>
              <a:cs typeface="Times New Roman" panose="02020603050405020304" pitchFamily="18" charset="0"/>
            </a:rPr>
            <a:t>HUMAINES</a:t>
          </a:r>
          <a:endParaRPr lang="LID4096" sz="1050" dirty="0">
            <a:latin typeface="Times New Roman" panose="02020603050405020304" pitchFamily="18" charset="0"/>
            <a:cs typeface="Times New Roman" panose="02020603050405020304" pitchFamily="18" charset="0"/>
          </a:endParaRPr>
        </a:p>
      </dgm:t>
    </dgm:pt>
    <dgm:pt modelId="{D01F807D-DD0A-4E41-A8AE-1E567EC039E8}" type="parTrans" cxnId="{61548C81-2F0D-4413-B568-20D5E9EC7C05}">
      <dgm:prSet/>
      <dgm:spPr/>
      <dgm:t>
        <a:bodyPr/>
        <a:lstStyle/>
        <a:p>
          <a:endParaRPr lang="LID4096" sz="1050">
            <a:latin typeface="Times New Roman" panose="02020603050405020304" pitchFamily="18" charset="0"/>
            <a:cs typeface="Times New Roman" panose="02020603050405020304" pitchFamily="18" charset="0"/>
          </a:endParaRPr>
        </a:p>
      </dgm:t>
    </dgm:pt>
    <dgm:pt modelId="{7A711289-DA81-4BEC-BDB7-30599A3AC9BE}" type="sibTrans" cxnId="{61548C81-2F0D-4413-B568-20D5E9EC7C05}">
      <dgm:prSet/>
      <dgm:spPr/>
      <dgm:t>
        <a:bodyPr/>
        <a:lstStyle/>
        <a:p>
          <a:endParaRPr lang="LID4096"/>
        </a:p>
      </dgm:t>
    </dgm:pt>
    <dgm:pt modelId="{EB8DC32E-865D-435F-9289-E39DC51FCC72}" type="asst">
      <dgm:prSet phldrT="[Texte]" custT="1"/>
      <dgm:spPr/>
      <dgm:t>
        <a:bodyPr/>
        <a:lstStyle/>
        <a:p>
          <a:r>
            <a:rPr lang="fr-FR" sz="1050" dirty="0">
              <a:latin typeface="Times New Roman" panose="02020603050405020304" pitchFamily="18" charset="0"/>
              <a:cs typeface="Times New Roman" panose="02020603050405020304" pitchFamily="18" charset="0"/>
            </a:rPr>
            <a:t>SERVICE AUDIT</a:t>
          </a:r>
          <a:endParaRPr lang="LID4096" sz="1050" dirty="0">
            <a:latin typeface="Times New Roman" panose="02020603050405020304" pitchFamily="18" charset="0"/>
            <a:cs typeface="Times New Roman" panose="02020603050405020304" pitchFamily="18" charset="0"/>
          </a:endParaRPr>
        </a:p>
        <a:p>
          <a:r>
            <a:rPr lang="fr-FR" sz="1050" dirty="0">
              <a:latin typeface="Times New Roman" panose="02020603050405020304" pitchFamily="18" charset="0"/>
              <a:cs typeface="Times New Roman" panose="02020603050405020304" pitchFamily="18" charset="0"/>
            </a:rPr>
            <a:t>INTERNE</a:t>
          </a:r>
          <a:endParaRPr lang="LID4096" sz="1050" dirty="0">
            <a:latin typeface="Times New Roman" panose="02020603050405020304" pitchFamily="18" charset="0"/>
            <a:cs typeface="Times New Roman" panose="02020603050405020304" pitchFamily="18" charset="0"/>
          </a:endParaRPr>
        </a:p>
      </dgm:t>
    </dgm:pt>
    <dgm:pt modelId="{D2A57403-BB26-48D5-B737-5740465F02A7}" type="parTrans" cxnId="{A13A24B0-C6B8-4DF0-9334-738B2A3C126B}">
      <dgm:prSet/>
      <dgm:spPr/>
      <dgm:t>
        <a:bodyPr/>
        <a:lstStyle/>
        <a:p>
          <a:endParaRPr lang="LID4096" sz="1050">
            <a:latin typeface="Times New Roman" panose="02020603050405020304" pitchFamily="18" charset="0"/>
            <a:cs typeface="Times New Roman" panose="02020603050405020304" pitchFamily="18" charset="0"/>
          </a:endParaRPr>
        </a:p>
      </dgm:t>
    </dgm:pt>
    <dgm:pt modelId="{2BD46014-6E25-45EC-905C-450EDF6515B9}" type="sibTrans" cxnId="{A13A24B0-C6B8-4DF0-9334-738B2A3C126B}">
      <dgm:prSet/>
      <dgm:spPr/>
      <dgm:t>
        <a:bodyPr/>
        <a:lstStyle/>
        <a:p>
          <a:endParaRPr lang="LID4096"/>
        </a:p>
      </dgm:t>
    </dgm:pt>
    <dgm:pt modelId="{CFA26ED2-16C4-409E-A009-BDE8B139564A}" type="asst">
      <dgm:prSet phldrT="[Texte]" custT="1"/>
      <dgm:spPr/>
      <dgm:t>
        <a:bodyPr/>
        <a:lstStyle/>
        <a:p>
          <a:r>
            <a:rPr lang="fr-FR" sz="1050" dirty="0">
              <a:latin typeface="Times New Roman" panose="02020603050405020304" pitchFamily="18" charset="0"/>
              <a:cs typeface="Times New Roman" panose="02020603050405020304" pitchFamily="18" charset="0"/>
            </a:rPr>
            <a:t>CONSULTANT</a:t>
          </a:r>
          <a:endParaRPr lang="LID4096" sz="1050" dirty="0">
            <a:latin typeface="Times New Roman" panose="02020603050405020304" pitchFamily="18" charset="0"/>
            <a:cs typeface="Times New Roman" panose="02020603050405020304" pitchFamily="18" charset="0"/>
          </a:endParaRPr>
        </a:p>
        <a:p>
          <a:r>
            <a:rPr lang="fr-FR" sz="1050" dirty="0">
              <a:latin typeface="Times New Roman" panose="02020603050405020304" pitchFamily="18" charset="0"/>
              <a:cs typeface="Times New Roman" panose="02020603050405020304" pitchFamily="18" charset="0"/>
            </a:rPr>
            <a:t>PROJETS</a:t>
          </a:r>
          <a:endParaRPr lang="LID4096" sz="1050" dirty="0">
            <a:latin typeface="Times New Roman" panose="02020603050405020304" pitchFamily="18" charset="0"/>
            <a:cs typeface="Times New Roman" panose="02020603050405020304" pitchFamily="18" charset="0"/>
          </a:endParaRPr>
        </a:p>
      </dgm:t>
    </dgm:pt>
    <dgm:pt modelId="{B5C6CDC6-FE07-493F-BDC6-B76E62F1DC54}" type="parTrans" cxnId="{9F7C0DA0-8E33-48F5-9899-5F1135C8B107}">
      <dgm:prSet/>
      <dgm:spPr/>
      <dgm:t>
        <a:bodyPr/>
        <a:lstStyle/>
        <a:p>
          <a:endParaRPr lang="LID4096" sz="1050">
            <a:latin typeface="Times New Roman" panose="02020603050405020304" pitchFamily="18" charset="0"/>
            <a:cs typeface="Times New Roman" panose="02020603050405020304" pitchFamily="18" charset="0"/>
          </a:endParaRPr>
        </a:p>
      </dgm:t>
    </dgm:pt>
    <dgm:pt modelId="{E06D875A-E109-446D-98D1-B2310B3D25DA}" type="sibTrans" cxnId="{9F7C0DA0-8E33-48F5-9899-5F1135C8B107}">
      <dgm:prSet/>
      <dgm:spPr/>
      <dgm:t>
        <a:bodyPr/>
        <a:lstStyle/>
        <a:p>
          <a:endParaRPr lang="LID4096"/>
        </a:p>
      </dgm:t>
    </dgm:pt>
    <dgm:pt modelId="{0F870087-D752-4ED1-AF30-59E7DD289905}" type="asst">
      <dgm:prSet phldrT="[Texte]" custT="1"/>
      <dgm:spPr/>
      <dgm:t>
        <a:bodyPr/>
        <a:lstStyle/>
        <a:p>
          <a:r>
            <a:rPr lang="fr-FR" sz="1050" dirty="0">
              <a:latin typeface="Times New Roman" panose="02020603050405020304" pitchFamily="18" charset="0"/>
              <a:cs typeface="Times New Roman" panose="02020603050405020304" pitchFamily="18" charset="0"/>
            </a:rPr>
            <a:t>SERVICE AFFAIRES</a:t>
          </a:r>
          <a:endParaRPr lang="LID4096" sz="1050" dirty="0">
            <a:latin typeface="Times New Roman" panose="02020603050405020304" pitchFamily="18" charset="0"/>
            <a:cs typeface="Times New Roman" panose="02020603050405020304" pitchFamily="18" charset="0"/>
          </a:endParaRPr>
        </a:p>
        <a:p>
          <a:r>
            <a:rPr lang="fr-FR" sz="1050" dirty="0">
              <a:latin typeface="Times New Roman" panose="02020603050405020304" pitchFamily="18" charset="0"/>
              <a:cs typeface="Times New Roman" panose="02020603050405020304" pitchFamily="18" charset="0"/>
            </a:rPr>
            <a:t>GENERALES</a:t>
          </a:r>
          <a:endParaRPr lang="LID4096" sz="1050" dirty="0">
            <a:latin typeface="Times New Roman" panose="02020603050405020304" pitchFamily="18" charset="0"/>
            <a:cs typeface="Times New Roman" panose="02020603050405020304" pitchFamily="18" charset="0"/>
          </a:endParaRPr>
        </a:p>
      </dgm:t>
    </dgm:pt>
    <dgm:pt modelId="{0CDDD31F-8DE8-45B6-8F35-F30177C3FA08}" type="parTrans" cxnId="{CF4371B4-D894-4FA4-9FFE-E68D63FBF814}">
      <dgm:prSet/>
      <dgm:spPr/>
      <dgm:t>
        <a:bodyPr/>
        <a:lstStyle/>
        <a:p>
          <a:endParaRPr lang="LID4096" sz="1050">
            <a:latin typeface="Times New Roman" panose="02020603050405020304" pitchFamily="18" charset="0"/>
            <a:cs typeface="Times New Roman" panose="02020603050405020304" pitchFamily="18" charset="0"/>
          </a:endParaRPr>
        </a:p>
      </dgm:t>
    </dgm:pt>
    <dgm:pt modelId="{DCDE8476-3550-40B0-BE6A-3C4E642610E8}" type="sibTrans" cxnId="{CF4371B4-D894-4FA4-9FFE-E68D63FBF814}">
      <dgm:prSet/>
      <dgm:spPr/>
      <dgm:t>
        <a:bodyPr/>
        <a:lstStyle/>
        <a:p>
          <a:endParaRPr lang="LID4096"/>
        </a:p>
      </dgm:t>
    </dgm:pt>
    <dgm:pt modelId="{451510BF-7200-48F2-917E-C2B38D33A913}">
      <dgm:prSet phldrT="[Texte]" custT="1"/>
      <dgm:spPr/>
      <dgm:t>
        <a:bodyPr/>
        <a:lstStyle/>
        <a:p>
          <a:r>
            <a:rPr lang="fr-FR" sz="1050" dirty="0">
              <a:latin typeface="Times New Roman" panose="02020603050405020304" pitchFamily="18" charset="0"/>
              <a:cs typeface="Times New Roman" panose="02020603050405020304" pitchFamily="18" charset="0"/>
            </a:rPr>
            <a:t>Directeur Business</a:t>
          </a:r>
          <a:endParaRPr lang="LID4096" sz="1050" dirty="0">
            <a:latin typeface="Times New Roman" panose="02020603050405020304" pitchFamily="18" charset="0"/>
            <a:cs typeface="Times New Roman" panose="02020603050405020304" pitchFamily="18" charset="0"/>
          </a:endParaRPr>
        </a:p>
        <a:p>
          <a:r>
            <a:rPr lang="fr-FR" sz="1050" dirty="0" err="1">
              <a:latin typeface="Times New Roman" panose="02020603050405020304" pitchFamily="18" charset="0"/>
              <a:cs typeface="Times New Roman" panose="02020603050405020304" pitchFamily="18" charset="0"/>
            </a:rPr>
            <a:t>Developpment</a:t>
          </a:r>
          <a:endParaRPr lang="LID4096" sz="1050" dirty="0">
            <a:latin typeface="Times New Roman" panose="02020603050405020304" pitchFamily="18" charset="0"/>
            <a:cs typeface="Times New Roman" panose="02020603050405020304" pitchFamily="18" charset="0"/>
          </a:endParaRPr>
        </a:p>
      </dgm:t>
    </dgm:pt>
    <dgm:pt modelId="{98741F32-2EA9-4EF5-A66D-6BAAE9BD874C}" type="parTrans" cxnId="{35CFD727-0B3E-4677-B370-4DA17C57A314}">
      <dgm:prSet/>
      <dgm:spPr/>
      <dgm:t>
        <a:bodyPr/>
        <a:lstStyle/>
        <a:p>
          <a:endParaRPr lang="LID4096" sz="1050">
            <a:latin typeface="Times New Roman" panose="02020603050405020304" pitchFamily="18" charset="0"/>
            <a:cs typeface="Times New Roman" panose="02020603050405020304" pitchFamily="18" charset="0"/>
          </a:endParaRPr>
        </a:p>
      </dgm:t>
    </dgm:pt>
    <dgm:pt modelId="{797A5AE6-8261-4BC5-A9B5-9CEA4511A3C1}" type="sibTrans" cxnId="{35CFD727-0B3E-4677-B370-4DA17C57A314}">
      <dgm:prSet/>
      <dgm:spPr/>
      <dgm:t>
        <a:bodyPr/>
        <a:lstStyle/>
        <a:p>
          <a:endParaRPr lang="LID4096"/>
        </a:p>
      </dgm:t>
    </dgm:pt>
    <dgm:pt modelId="{6CB5C1BE-A616-4089-9D4D-4C52558B8ECF}" type="asst">
      <dgm:prSet phldrT="[Texte]" custT="1"/>
      <dgm:spPr/>
      <dgm:t>
        <a:bodyPr/>
        <a:lstStyle/>
        <a:p>
          <a:r>
            <a:rPr lang="fr-FR" sz="1050" dirty="0">
              <a:latin typeface="Times New Roman" panose="02020603050405020304" pitchFamily="18" charset="0"/>
              <a:cs typeface="Times New Roman" panose="02020603050405020304" pitchFamily="18" charset="0"/>
            </a:rPr>
            <a:t>SERVICE CONTROLE</a:t>
          </a:r>
          <a:endParaRPr lang="LID4096" sz="1050" dirty="0">
            <a:latin typeface="Times New Roman" panose="02020603050405020304" pitchFamily="18" charset="0"/>
            <a:cs typeface="Times New Roman" panose="02020603050405020304" pitchFamily="18" charset="0"/>
          </a:endParaRPr>
        </a:p>
        <a:p>
          <a:r>
            <a:rPr lang="fr-FR" sz="1050" dirty="0">
              <a:latin typeface="Times New Roman" panose="02020603050405020304" pitchFamily="18" charset="0"/>
              <a:cs typeface="Times New Roman" panose="02020603050405020304" pitchFamily="18" charset="0"/>
            </a:rPr>
            <a:t>DE GESTION</a:t>
          </a:r>
          <a:endParaRPr lang="LID4096" sz="1050" dirty="0">
            <a:latin typeface="Times New Roman" panose="02020603050405020304" pitchFamily="18" charset="0"/>
            <a:cs typeface="Times New Roman" panose="02020603050405020304" pitchFamily="18" charset="0"/>
          </a:endParaRPr>
        </a:p>
      </dgm:t>
    </dgm:pt>
    <dgm:pt modelId="{AE358185-B88F-4DF3-A58B-3B98EFE04A85}" type="parTrans" cxnId="{C01D3B3C-0CFC-4D5D-B43C-1841F844C65A}">
      <dgm:prSet/>
      <dgm:spPr/>
      <dgm:t>
        <a:bodyPr/>
        <a:lstStyle/>
        <a:p>
          <a:endParaRPr lang="LID4096" sz="1050">
            <a:latin typeface="Times New Roman" panose="02020603050405020304" pitchFamily="18" charset="0"/>
            <a:cs typeface="Times New Roman" panose="02020603050405020304" pitchFamily="18" charset="0"/>
          </a:endParaRPr>
        </a:p>
      </dgm:t>
    </dgm:pt>
    <dgm:pt modelId="{1061F500-9863-4855-9292-A6FE1FD0CA81}" type="sibTrans" cxnId="{C01D3B3C-0CFC-4D5D-B43C-1841F844C65A}">
      <dgm:prSet/>
      <dgm:spPr/>
      <dgm:t>
        <a:bodyPr/>
        <a:lstStyle/>
        <a:p>
          <a:endParaRPr lang="LID4096"/>
        </a:p>
      </dgm:t>
    </dgm:pt>
    <dgm:pt modelId="{C419E2C1-596F-42F2-A6CE-31173570559D}">
      <dgm:prSet phldrT="[Texte]" custT="1"/>
      <dgm:spPr/>
      <dgm:t>
        <a:bodyPr/>
        <a:lstStyle/>
        <a:p>
          <a:r>
            <a:rPr lang="fr-FR" sz="1050" dirty="0">
              <a:latin typeface="Times New Roman" panose="02020603050405020304" pitchFamily="18" charset="0"/>
              <a:cs typeface="Times New Roman" panose="02020603050405020304" pitchFamily="18" charset="0"/>
            </a:rPr>
            <a:t>CHEF DE</a:t>
          </a:r>
          <a:endParaRPr lang="LID4096" sz="1050" dirty="0">
            <a:latin typeface="Times New Roman" panose="02020603050405020304" pitchFamily="18" charset="0"/>
            <a:cs typeface="Times New Roman" panose="02020603050405020304" pitchFamily="18" charset="0"/>
          </a:endParaRPr>
        </a:p>
        <a:p>
          <a:r>
            <a:rPr lang="fr-FR" sz="1050" dirty="0">
              <a:latin typeface="Times New Roman" panose="02020603050405020304" pitchFamily="18" charset="0"/>
              <a:cs typeface="Times New Roman" panose="02020603050405020304" pitchFamily="18" charset="0"/>
            </a:rPr>
            <a:t>DEPARTEMENT</a:t>
          </a:r>
          <a:endParaRPr lang="LID4096" sz="1050" dirty="0">
            <a:latin typeface="Times New Roman" panose="02020603050405020304" pitchFamily="18" charset="0"/>
            <a:cs typeface="Times New Roman" panose="02020603050405020304" pitchFamily="18" charset="0"/>
          </a:endParaRPr>
        </a:p>
        <a:p>
          <a:r>
            <a:rPr lang="fr-FR" sz="1050" dirty="0">
              <a:latin typeface="Times New Roman" panose="02020603050405020304" pitchFamily="18" charset="0"/>
              <a:cs typeface="Times New Roman" panose="02020603050405020304" pitchFamily="18" charset="0"/>
            </a:rPr>
            <a:t>FINANCIER</a:t>
          </a:r>
          <a:endParaRPr lang="LID4096" sz="1050" dirty="0">
            <a:latin typeface="Times New Roman" panose="02020603050405020304" pitchFamily="18" charset="0"/>
            <a:cs typeface="Times New Roman" panose="02020603050405020304" pitchFamily="18" charset="0"/>
          </a:endParaRPr>
        </a:p>
      </dgm:t>
    </dgm:pt>
    <dgm:pt modelId="{3C879797-A8B0-46A9-95A8-55F88CA52200}" type="parTrans" cxnId="{A01EF826-A70D-4772-A989-8717A04ABCCB}">
      <dgm:prSet/>
      <dgm:spPr/>
      <dgm:t>
        <a:bodyPr/>
        <a:lstStyle/>
        <a:p>
          <a:endParaRPr lang="LID4096" sz="1050">
            <a:latin typeface="Times New Roman" panose="02020603050405020304" pitchFamily="18" charset="0"/>
            <a:cs typeface="Times New Roman" panose="02020603050405020304" pitchFamily="18" charset="0"/>
          </a:endParaRPr>
        </a:p>
      </dgm:t>
    </dgm:pt>
    <dgm:pt modelId="{E95399A6-C5F9-49E4-B6DB-A2BC8E7E8FF7}" type="sibTrans" cxnId="{A01EF826-A70D-4772-A989-8717A04ABCCB}">
      <dgm:prSet/>
      <dgm:spPr/>
      <dgm:t>
        <a:bodyPr/>
        <a:lstStyle/>
        <a:p>
          <a:endParaRPr lang="LID4096"/>
        </a:p>
      </dgm:t>
    </dgm:pt>
    <dgm:pt modelId="{55636FCF-C3FD-4053-9A11-5D242F7931AE}" type="asst">
      <dgm:prSet phldrT="[Texte]" custT="1"/>
      <dgm:spPr/>
      <dgm:t>
        <a:bodyPr/>
        <a:lstStyle/>
        <a:p>
          <a:r>
            <a:rPr lang="fr-FR" sz="1050" dirty="0">
              <a:latin typeface="Times New Roman" panose="02020603050405020304" pitchFamily="18" charset="0"/>
              <a:cs typeface="Times New Roman" panose="02020603050405020304" pitchFamily="18" charset="0"/>
            </a:rPr>
            <a:t>COMPTABILITE</a:t>
          </a:r>
          <a:endParaRPr lang="LID4096" sz="1050" dirty="0">
            <a:latin typeface="Times New Roman" panose="02020603050405020304" pitchFamily="18" charset="0"/>
            <a:cs typeface="Times New Roman" panose="02020603050405020304" pitchFamily="18" charset="0"/>
          </a:endParaRPr>
        </a:p>
      </dgm:t>
    </dgm:pt>
    <dgm:pt modelId="{9D13ADC7-DA48-4B5D-BF10-F5C482100852}" type="parTrans" cxnId="{C828BBFD-E5F3-4034-9A93-AFB2C69C3232}">
      <dgm:prSet/>
      <dgm:spPr/>
      <dgm:t>
        <a:bodyPr/>
        <a:lstStyle/>
        <a:p>
          <a:endParaRPr lang="LID4096" sz="1050">
            <a:latin typeface="Times New Roman" panose="02020603050405020304" pitchFamily="18" charset="0"/>
            <a:cs typeface="Times New Roman" panose="02020603050405020304" pitchFamily="18" charset="0"/>
          </a:endParaRPr>
        </a:p>
      </dgm:t>
    </dgm:pt>
    <dgm:pt modelId="{C4243631-0A4D-47AA-A3C7-F77641199E86}" type="sibTrans" cxnId="{C828BBFD-E5F3-4034-9A93-AFB2C69C3232}">
      <dgm:prSet/>
      <dgm:spPr/>
      <dgm:t>
        <a:bodyPr/>
        <a:lstStyle/>
        <a:p>
          <a:endParaRPr lang="LID4096"/>
        </a:p>
      </dgm:t>
    </dgm:pt>
    <dgm:pt modelId="{F52F3AAD-2444-4E02-ACB6-2F2DDA9830C1}" type="asst">
      <dgm:prSet phldrT="[Texte]" custT="1"/>
      <dgm:spPr/>
      <dgm:t>
        <a:bodyPr/>
        <a:lstStyle/>
        <a:p>
          <a:r>
            <a:rPr lang="fr-FR" sz="1050" dirty="0">
              <a:latin typeface="Times New Roman" panose="02020603050405020304" pitchFamily="18" charset="0"/>
              <a:cs typeface="Times New Roman" panose="02020603050405020304" pitchFamily="18" charset="0"/>
            </a:rPr>
            <a:t>FINANCE</a:t>
          </a:r>
          <a:endParaRPr lang="LID4096" sz="1050" dirty="0">
            <a:latin typeface="Times New Roman" panose="02020603050405020304" pitchFamily="18" charset="0"/>
            <a:cs typeface="Times New Roman" panose="02020603050405020304" pitchFamily="18" charset="0"/>
          </a:endParaRPr>
        </a:p>
      </dgm:t>
    </dgm:pt>
    <dgm:pt modelId="{D5C81C23-7313-4A59-8D70-6594EF370CC5}" type="parTrans" cxnId="{22D5C84D-5E5F-4676-A536-56B7BC933A54}">
      <dgm:prSet/>
      <dgm:spPr/>
      <dgm:t>
        <a:bodyPr/>
        <a:lstStyle/>
        <a:p>
          <a:endParaRPr lang="LID4096" sz="1050">
            <a:latin typeface="Times New Roman" panose="02020603050405020304" pitchFamily="18" charset="0"/>
            <a:cs typeface="Times New Roman" panose="02020603050405020304" pitchFamily="18" charset="0"/>
          </a:endParaRPr>
        </a:p>
      </dgm:t>
    </dgm:pt>
    <dgm:pt modelId="{42DB9A73-BF7D-4439-AB1A-84303A62F3D1}" type="sibTrans" cxnId="{22D5C84D-5E5F-4676-A536-56B7BC933A54}">
      <dgm:prSet/>
      <dgm:spPr/>
      <dgm:t>
        <a:bodyPr/>
        <a:lstStyle/>
        <a:p>
          <a:endParaRPr lang="LID4096"/>
        </a:p>
      </dgm:t>
    </dgm:pt>
    <dgm:pt modelId="{26C52AC1-D75A-41D9-BC2A-8B8239133549}" type="asst">
      <dgm:prSet phldrT="[Texte]" custT="1"/>
      <dgm:spPr/>
      <dgm:t>
        <a:bodyPr/>
        <a:lstStyle/>
        <a:p>
          <a:r>
            <a:rPr lang="fr-FR" sz="1050" dirty="0">
              <a:latin typeface="Times New Roman" panose="02020603050405020304" pitchFamily="18" charset="0"/>
              <a:cs typeface="Times New Roman" panose="02020603050405020304" pitchFamily="18" charset="0"/>
            </a:rPr>
            <a:t>DEPARTEMENT</a:t>
          </a:r>
          <a:endParaRPr lang="LID4096" sz="1050" dirty="0">
            <a:latin typeface="Times New Roman" panose="02020603050405020304" pitchFamily="18" charset="0"/>
            <a:cs typeface="Times New Roman" panose="02020603050405020304" pitchFamily="18" charset="0"/>
          </a:endParaRPr>
        </a:p>
        <a:p>
          <a:r>
            <a:rPr lang="fr-FR" sz="1050" dirty="0">
              <a:latin typeface="Times New Roman" panose="02020603050405020304" pitchFamily="18" charset="0"/>
              <a:cs typeface="Times New Roman" panose="02020603050405020304" pitchFamily="18" charset="0"/>
            </a:rPr>
            <a:t>JURIDIQUE ET</a:t>
          </a:r>
          <a:endParaRPr lang="LID4096" sz="1050" dirty="0">
            <a:latin typeface="Times New Roman" panose="02020603050405020304" pitchFamily="18" charset="0"/>
            <a:cs typeface="Times New Roman" panose="02020603050405020304" pitchFamily="18" charset="0"/>
          </a:endParaRPr>
        </a:p>
        <a:p>
          <a:r>
            <a:rPr lang="fr-FR" sz="1050" dirty="0">
              <a:latin typeface="Times New Roman" panose="02020603050405020304" pitchFamily="18" charset="0"/>
              <a:cs typeface="Times New Roman" panose="02020603050405020304" pitchFamily="18" charset="0"/>
            </a:rPr>
            <a:t>CONTENTIEUX</a:t>
          </a:r>
          <a:endParaRPr lang="LID4096" sz="1050" dirty="0">
            <a:latin typeface="Times New Roman" panose="02020603050405020304" pitchFamily="18" charset="0"/>
            <a:cs typeface="Times New Roman" panose="02020603050405020304" pitchFamily="18" charset="0"/>
          </a:endParaRPr>
        </a:p>
      </dgm:t>
    </dgm:pt>
    <dgm:pt modelId="{E592B01F-B69D-4940-84E6-E84EF2A31184}" type="parTrans" cxnId="{629C783B-9DF6-47E3-83D0-1843E0318BB2}">
      <dgm:prSet/>
      <dgm:spPr/>
      <dgm:t>
        <a:bodyPr/>
        <a:lstStyle/>
        <a:p>
          <a:endParaRPr lang="LID4096" sz="1050">
            <a:latin typeface="Times New Roman" panose="02020603050405020304" pitchFamily="18" charset="0"/>
            <a:cs typeface="Times New Roman" panose="02020603050405020304" pitchFamily="18" charset="0"/>
          </a:endParaRPr>
        </a:p>
      </dgm:t>
    </dgm:pt>
    <dgm:pt modelId="{2D0EDA1E-3BC1-4441-A0CE-5A57E986FF1E}" type="sibTrans" cxnId="{629C783B-9DF6-47E3-83D0-1843E0318BB2}">
      <dgm:prSet/>
      <dgm:spPr/>
      <dgm:t>
        <a:bodyPr/>
        <a:lstStyle/>
        <a:p>
          <a:endParaRPr lang="LID4096"/>
        </a:p>
      </dgm:t>
    </dgm:pt>
    <dgm:pt modelId="{2932FAF7-CD8F-40A1-A543-26FACDFBF554}" type="asst">
      <dgm:prSet phldrT="[Texte]" custT="1"/>
      <dgm:spPr/>
      <dgm:t>
        <a:bodyPr/>
        <a:lstStyle/>
        <a:p>
          <a:r>
            <a:rPr lang="fr-FR" sz="1050" dirty="0">
              <a:latin typeface="Times New Roman" panose="02020603050405020304" pitchFamily="18" charset="0"/>
              <a:cs typeface="Times New Roman" panose="02020603050405020304" pitchFamily="18" charset="0"/>
            </a:rPr>
            <a:t>DEPARTEMENT</a:t>
          </a:r>
          <a:endParaRPr lang="LID4096" sz="1050" dirty="0">
            <a:latin typeface="Times New Roman" panose="02020603050405020304" pitchFamily="18" charset="0"/>
            <a:cs typeface="Times New Roman" panose="02020603050405020304" pitchFamily="18" charset="0"/>
          </a:endParaRPr>
        </a:p>
        <a:p>
          <a:r>
            <a:rPr lang="fr-FR" sz="1050" dirty="0">
              <a:latin typeface="Times New Roman" panose="02020603050405020304" pitchFamily="18" charset="0"/>
              <a:cs typeface="Times New Roman" panose="02020603050405020304" pitchFamily="18" charset="0"/>
            </a:rPr>
            <a:t>CONSIGNATION</a:t>
          </a:r>
          <a:endParaRPr lang="LID4096" sz="1050" dirty="0">
            <a:latin typeface="Times New Roman" panose="02020603050405020304" pitchFamily="18" charset="0"/>
            <a:cs typeface="Times New Roman" panose="02020603050405020304" pitchFamily="18" charset="0"/>
          </a:endParaRPr>
        </a:p>
      </dgm:t>
    </dgm:pt>
    <dgm:pt modelId="{FD0AF88F-220B-4F67-8F85-66A335F88FAF}" type="parTrans" cxnId="{8A414180-F597-446B-9CA0-B15B0BB22FE3}">
      <dgm:prSet/>
      <dgm:spPr/>
      <dgm:t>
        <a:bodyPr/>
        <a:lstStyle/>
        <a:p>
          <a:endParaRPr lang="LID4096" sz="1050">
            <a:latin typeface="Times New Roman" panose="02020603050405020304" pitchFamily="18" charset="0"/>
            <a:cs typeface="Times New Roman" panose="02020603050405020304" pitchFamily="18" charset="0"/>
          </a:endParaRPr>
        </a:p>
      </dgm:t>
    </dgm:pt>
    <dgm:pt modelId="{4CB9EBB3-D896-468E-A644-A50EE00EAB0A}" type="sibTrans" cxnId="{8A414180-F597-446B-9CA0-B15B0BB22FE3}">
      <dgm:prSet/>
      <dgm:spPr/>
      <dgm:t>
        <a:bodyPr/>
        <a:lstStyle/>
        <a:p>
          <a:endParaRPr lang="LID4096"/>
        </a:p>
      </dgm:t>
    </dgm:pt>
    <dgm:pt modelId="{DED94CEC-E0AC-4240-B43F-10D64D49D6BC}" type="pres">
      <dgm:prSet presAssocID="{FF5C6F14-B3DF-49F9-90FC-DB578FAB1857}" presName="hierChild1" presStyleCnt="0">
        <dgm:presLayoutVars>
          <dgm:chPref val="1"/>
          <dgm:dir/>
          <dgm:animOne val="branch"/>
          <dgm:animLvl val="lvl"/>
          <dgm:resizeHandles/>
        </dgm:presLayoutVars>
      </dgm:prSet>
      <dgm:spPr/>
    </dgm:pt>
    <dgm:pt modelId="{4227E78E-B76A-4623-9FAA-FAB94F876CC9}" type="pres">
      <dgm:prSet presAssocID="{795702DE-9D64-46C7-8358-98BBC9C76AD8}" presName="hierRoot1" presStyleCnt="0"/>
      <dgm:spPr/>
    </dgm:pt>
    <dgm:pt modelId="{ECBC18FE-DE7F-4872-A406-42161D30C647}" type="pres">
      <dgm:prSet presAssocID="{795702DE-9D64-46C7-8358-98BBC9C76AD8}" presName="composite" presStyleCnt="0"/>
      <dgm:spPr/>
    </dgm:pt>
    <dgm:pt modelId="{CA01D409-AC4C-43E1-8C9E-63DD32F174CD}" type="pres">
      <dgm:prSet presAssocID="{795702DE-9D64-46C7-8358-98BBC9C76AD8}" presName="background" presStyleLbl="node0" presStyleIdx="0" presStyleCnt="1"/>
      <dgm:spPr/>
    </dgm:pt>
    <dgm:pt modelId="{A73F2595-302E-40C7-8893-D7624C032BD8}" type="pres">
      <dgm:prSet presAssocID="{795702DE-9D64-46C7-8358-98BBC9C76AD8}" presName="text" presStyleLbl="fgAcc0" presStyleIdx="0" presStyleCnt="1">
        <dgm:presLayoutVars>
          <dgm:chPref val="3"/>
        </dgm:presLayoutVars>
      </dgm:prSet>
      <dgm:spPr/>
    </dgm:pt>
    <dgm:pt modelId="{B79DAD70-EDEE-41A1-A577-060167491149}" type="pres">
      <dgm:prSet presAssocID="{795702DE-9D64-46C7-8358-98BBC9C76AD8}" presName="hierChild2" presStyleCnt="0"/>
      <dgm:spPr/>
    </dgm:pt>
    <dgm:pt modelId="{8F612D6B-DD5A-41D9-A0F5-CB79B23F7CE2}" type="pres">
      <dgm:prSet presAssocID="{4F3FAFFE-95DB-4C9C-B7E5-68ADD31BE5A3}" presName="Name10" presStyleLbl="parChTrans1D2" presStyleIdx="0" presStyleCnt="9"/>
      <dgm:spPr/>
    </dgm:pt>
    <dgm:pt modelId="{9AC6949C-91C0-44C7-8EA7-F3A1B2047F6E}" type="pres">
      <dgm:prSet presAssocID="{684246AB-C659-4FDF-B62E-BE8B40105EE7}" presName="hierRoot2" presStyleCnt="0"/>
      <dgm:spPr/>
    </dgm:pt>
    <dgm:pt modelId="{CB457F60-F723-4933-A726-B63E59E31AA4}" type="pres">
      <dgm:prSet presAssocID="{684246AB-C659-4FDF-B62E-BE8B40105EE7}" presName="composite2" presStyleCnt="0"/>
      <dgm:spPr/>
    </dgm:pt>
    <dgm:pt modelId="{1207FDCD-61EF-4957-90F0-DB6CBC759EFD}" type="pres">
      <dgm:prSet presAssocID="{684246AB-C659-4FDF-B62E-BE8B40105EE7}" presName="background2" presStyleLbl="asst1" presStyleIdx="0" presStyleCnt="6"/>
      <dgm:spPr/>
    </dgm:pt>
    <dgm:pt modelId="{399BF63B-BBCF-43C8-99D4-BB184C26481E}" type="pres">
      <dgm:prSet presAssocID="{684246AB-C659-4FDF-B62E-BE8B40105EE7}" presName="text2" presStyleLbl="fgAcc2" presStyleIdx="0" presStyleCnt="9" custScaleY="136990">
        <dgm:presLayoutVars>
          <dgm:chPref val="3"/>
        </dgm:presLayoutVars>
      </dgm:prSet>
      <dgm:spPr/>
    </dgm:pt>
    <dgm:pt modelId="{255BF691-C5CA-4601-BBEC-F0916849A72D}" type="pres">
      <dgm:prSet presAssocID="{684246AB-C659-4FDF-B62E-BE8B40105EE7}" presName="hierChild3" presStyleCnt="0"/>
      <dgm:spPr/>
    </dgm:pt>
    <dgm:pt modelId="{DFBF5EF1-D5B8-47B4-AB4F-563085E2FD97}" type="pres">
      <dgm:prSet presAssocID="{CA5BB5A9-4B78-49D7-883B-FE574F12B944}" presName="Name10" presStyleLbl="parChTrans1D2" presStyleIdx="1" presStyleCnt="9"/>
      <dgm:spPr/>
    </dgm:pt>
    <dgm:pt modelId="{06B38C7D-FBC0-4C23-83F0-60D99CD5B17D}" type="pres">
      <dgm:prSet presAssocID="{0F5B4068-22C2-4DE6-BC66-53FF2E98A016}" presName="hierRoot2" presStyleCnt="0"/>
      <dgm:spPr/>
    </dgm:pt>
    <dgm:pt modelId="{A4475942-24F0-41E4-8B42-F544AF938174}" type="pres">
      <dgm:prSet presAssocID="{0F5B4068-22C2-4DE6-BC66-53FF2E98A016}" presName="composite2" presStyleCnt="0"/>
      <dgm:spPr/>
    </dgm:pt>
    <dgm:pt modelId="{72F37EAF-D787-4A5E-8CAD-5562F6735C9E}" type="pres">
      <dgm:prSet presAssocID="{0F5B4068-22C2-4DE6-BC66-53FF2E98A016}" presName="background2" presStyleLbl="node2" presStyleIdx="0" presStyleCnt="3"/>
      <dgm:spPr/>
    </dgm:pt>
    <dgm:pt modelId="{420DB59B-8D07-424D-BD69-AC739F852C93}" type="pres">
      <dgm:prSet presAssocID="{0F5B4068-22C2-4DE6-BC66-53FF2E98A016}" presName="text2" presStyleLbl="fgAcc2" presStyleIdx="1" presStyleCnt="9">
        <dgm:presLayoutVars>
          <dgm:chPref val="3"/>
        </dgm:presLayoutVars>
      </dgm:prSet>
      <dgm:spPr/>
    </dgm:pt>
    <dgm:pt modelId="{39935EE6-E588-48F0-94FD-6693AA523F56}" type="pres">
      <dgm:prSet presAssocID="{0F5B4068-22C2-4DE6-BC66-53FF2E98A016}" presName="hierChild3" presStyleCnt="0"/>
      <dgm:spPr/>
    </dgm:pt>
    <dgm:pt modelId="{14E1E6A4-C360-46FC-A463-CDDFA2BC3C23}" type="pres">
      <dgm:prSet presAssocID="{3C879797-A8B0-46A9-95A8-55F88CA52200}" presName="Name17" presStyleLbl="parChTrans1D3" presStyleIdx="0" presStyleCnt="3"/>
      <dgm:spPr/>
    </dgm:pt>
    <dgm:pt modelId="{6DA6CC51-BB44-4608-A0EE-6304F49C45AA}" type="pres">
      <dgm:prSet presAssocID="{C419E2C1-596F-42F2-A6CE-31173570559D}" presName="hierRoot3" presStyleCnt="0"/>
      <dgm:spPr/>
    </dgm:pt>
    <dgm:pt modelId="{CDDAB671-4733-48AA-9606-6D577776EAED}" type="pres">
      <dgm:prSet presAssocID="{C419E2C1-596F-42F2-A6CE-31173570559D}" presName="composite3" presStyleCnt="0"/>
      <dgm:spPr/>
    </dgm:pt>
    <dgm:pt modelId="{C52F8122-6066-47C8-A1C7-2B38F650B16C}" type="pres">
      <dgm:prSet presAssocID="{C419E2C1-596F-42F2-A6CE-31173570559D}" presName="background3" presStyleLbl="node3" presStyleIdx="0" presStyleCnt="1"/>
      <dgm:spPr/>
    </dgm:pt>
    <dgm:pt modelId="{DBE40AC5-B8B5-4E5D-9232-55B303DC1B4E}" type="pres">
      <dgm:prSet presAssocID="{C419E2C1-596F-42F2-A6CE-31173570559D}" presName="text3" presStyleLbl="fgAcc3" presStyleIdx="0" presStyleCnt="3">
        <dgm:presLayoutVars>
          <dgm:chPref val="3"/>
        </dgm:presLayoutVars>
      </dgm:prSet>
      <dgm:spPr/>
    </dgm:pt>
    <dgm:pt modelId="{00234C15-9F8E-410A-A499-DB6CFF790C4F}" type="pres">
      <dgm:prSet presAssocID="{C419E2C1-596F-42F2-A6CE-31173570559D}" presName="hierChild4" presStyleCnt="0"/>
      <dgm:spPr/>
    </dgm:pt>
    <dgm:pt modelId="{70660A89-B287-4401-99D6-75CD58965B79}" type="pres">
      <dgm:prSet presAssocID="{9D13ADC7-DA48-4B5D-BF10-F5C482100852}" presName="Name23" presStyleLbl="parChTrans1D4" presStyleIdx="0" presStyleCnt="2"/>
      <dgm:spPr/>
    </dgm:pt>
    <dgm:pt modelId="{F3225F69-EB3E-40A9-BF83-BD0DE5051EE9}" type="pres">
      <dgm:prSet presAssocID="{55636FCF-C3FD-4053-9A11-5D242F7931AE}" presName="hierRoot4" presStyleCnt="0"/>
      <dgm:spPr/>
    </dgm:pt>
    <dgm:pt modelId="{A60AEB5B-29DC-4A72-B945-D1F181A3522F}" type="pres">
      <dgm:prSet presAssocID="{55636FCF-C3FD-4053-9A11-5D242F7931AE}" presName="composite4" presStyleCnt="0"/>
      <dgm:spPr/>
    </dgm:pt>
    <dgm:pt modelId="{6A2858C5-597B-4B88-9CD1-358A64809900}" type="pres">
      <dgm:prSet presAssocID="{55636FCF-C3FD-4053-9A11-5D242F7931AE}" presName="background4" presStyleLbl="asst3" presStyleIdx="0" presStyleCnt="2"/>
      <dgm:spPr/>
    </dgm:pt>
    <dgm:pt modelId="{29F89EE7-F488-473A-BF73-3D5DBCE26EBF}" type="pres">
      <dgm:prSet presAssocID="{55636FCF-C3FD-4053-9A11-5D242F7931AE}" presName="text4" presStyleLbl="fgAcc4" presStyleIdx="0" presStyleCnt="2">
        <dgm:presLayoutVars>
          <dgm:chPref val="3"/>
        </dgm:presLayoutVars>
      </dgm:prSet>
      <dgm:spPr/>
    </dgm:pt>
    <dgm:pt modelId="{FCC28183-6513-40C6-B5EA-B70CF9715054}" type="pres">
      <dgm:prSet presAssocID="{55636FCF-C3FD-4053-9A11-5D242F7931AE}" presName="hierChild5" presStyleCnt="0"/>
      <dgm:spPr/>
    </dgm:pt>
    <dgm:pt modelId="{344145C7-EBB8-4981-88FF-CD4B42F2A449}" type="pres">
      <dgm:prSet presAssocID="{D5C81C23-7313-4A59-8D70-6594EF370CC5}" presName="Name23" presStyleLbl="parChTrans1D4" presStyleIdx="1" presStyleCnt="2"/>
      <dgm:spPr/>
    </dgm:pt>
    <dgm:pt modelId="{73DDF5C6-F234-4A2D-9410-2956A9122D65}" type="pres">
      <dgm:prSet presAssocID="{F52F3AAD-2444-4E02-ACB6-2F2DDA9830C1}" presName="hierRoot4" presStyleCnt="0"/>
      <dgm:spPr/>
    </dgm:pt>
    <dgm:pt modelId="{93125396-82B0-4EC4-A42B-70631AFA6816}" type="pres">
      <dgm:prSet presAssocID="{F52F3AAD-2444-4E02-ACB6-2F2DDA9830C1}" presName="composite4" presStyleCnt="0"/>
      <dgm:spPr/>
    </dgm:pt>
    <dgm:pt modelId="{08FD2382-D758-4BCF-9364-CD8487FAA4B1}" type="pres">
      <dgm:prSet presAssocID="{F52F3AAD-2444-4E02-ACB6-2F2DDA9830C1}" presName="background4" presStyleLbl="asst3" presStyleIdx="1" presStyleCnt="2"/>
      <dgm:spPr/>
    </dgm:pt>
    <dgm:pt modelId="{265E95FA-F418-4295-80C0-04ABE4A81F1A}" type="pres">
      <dgm:prSet presAssocID="{F52F3AAD-2444-4E02-ACB6-2F2DDA9830C1}" presName="text4" presStyleLbl="fgAcc4" presStyleIdx="1" presStyleCnt="2">
        <dgm:presLayoutVars>
          <dgm:chPref val="3"/>
        </dgm:presLayoutVars>
      </dgm:prSet>
      <dgm:spPr/>
    </dgm:pt>
    <dgm:pt modelId="{1A7D5665-B203-4292-97CC-587AFCDC313E}" type="pres">
      <dgm:prSet presAssocID="{F52F3AAD-2444-4E02-ACB6-2F2DDA9830C1}" presName="hierChild5" presStyleCnt="0"/>
      <dgm:spPr/>
    </dgm:pt>
    <dgm:pt modelId="{8C0341A1-41FD-4D14-9053-2D78FA5F4125}" type="pres">
      <dgm:prSet presAssocID="{FC5587F7-A65B-419C-ABF8-06FEDDE5B73D}" presName="Name10" presStyleLbl="parChTrans1D2" presStyleIdx="2" presStyleCnt="9"/>
      <dgm:spPr/>
    </dgm:pt>
    <dgm:pt modelId="{3BEC8BB6-5785-4569-8E55-F3BEEA804597}" type="pres">
      <dgm:prSet presAssocID="{14028463-B37F-4CAB-B02C-759BD00378FB}" presName="hierRoot2" presStyleCnt="0"/>
      <dgm:spPr/>
    </dgm:pt>
    <dgm:pt modelId="{E8612C70-3A31-4976-ADAC-FD9C515E6310}" type="pres">
      <dgm:prSet presAssocID="{14028463-B37F-4CAB-B02C-759BD00378FB}" presName="composite2" presStyleCnt="0"/>
      <dgm:spPr/>
    </dgm:pt>
    <dgm:pt modelId="{FB74A1EF-973B-4BC5-A633-D1D1D2C2F2B0}" type="pres">
      <dgm:prSet presAssocID="{14028463-B37F-4CAB-B02C-759BD00378FB}" presName="background2" presStyleLbl="node2" presStyleIdx="1" presStyleCnt="3"/>
      <dgm:spPr/>
    </dgm:pt>
    <dgm:pt modelId="{86B8F050-6D27-4A18-95B8-50BD09646B39}" type="pres">
      <dgm:prSet presAssocID="{14028463-B37F-4CAB-B02C-759BD00378FB}" presName="text2" presStyleLbl="fgAcc2" presStyleIdx="2" presStyleCnt="9">
        <dgm:presLayoutVars>
          <dgm:chPref val="3"/>
        </dgm:presLayoutVars>
      </dgm:prSet>
      <dgm:spPr/>
    </dgm:pt>
    <dgm:pt modelId="{567E3071-416A-4DDD-81B6-C973419A9EEF}" type="pres">
      <dgm:prSet presAssocID="{14028463-B37F-4CAB-B02C-759BD00378FB}" presName="hierChild3" presStyleCnt="0"/>
      <dgm:spPr/>
    </dgm:pt>
    <dgm:pt modelId="{35963E7F-C55C-42EE-BD86-42AD2E3E82D2}" type="pres">
      <dgm:prSet presAssocID="{D01F807D-DD0A-4E41-A8AE-1E567EC039E8}" presName="Name10" presStyleLbl="parChTrans1D2" presStyleIdx="3" presStyleCnt="9"/>
      <dgm:spPr/>
    </dgm:pt>
    <dgm:pt modelId="{B63E5A33-3D5B-4ECA-8F36-AA50EB4B6B75}" type="pres">
      <dgm:prSet presAssocID="{26D16FF6-AD51-4D70-9087-FC1758DFA4BA}" presName="hierRoot2" presStyleCnt="0"/>
      <dgm:spPr/>
    </dgm:pt>
    <dgm:pt modelId="{AFB18DDD-B453-4448-AE65-971E5F681754}" type="pres">
      <dgm:prSet presAssocID="{26D16FF6-AD51-4D70-9087-FC1758DFA4BA}" presName="composite2" presStyleCnt="0"/>
      <dgm:spPr/>
    </dgm:pt>
    <dgm:pt modelId="{B5048A5B-E3D0-4527-91A8-4D5A329A9A0D}" type="pres">
      <dgm:prSet presAssocID="{26D16FF6-AD51-4D70-9087-FC1758DFA4BA}" presName="background2" presStyleLbl="asst1" presStyleIdx="1" presStyleCnt="6"/>
      <dgm:spPr/>
    </dgm:pt>
    <dgm:pt modelId="{8235A6D7-3DD9-43F2-B086-6E655FE4BAF6}" type="pres">
      <dgm:prSet presAssocID="{26D16FF6-AD51-4D70-9087-FC1758DFA4BA}" presName="text2" presStyleLbl="fgAcc2" presStyleIdx="3" presStyleCnt="9">
        <dgm:presLayoutVars>
          <dgm:chPref val="3"/>
        </dgm:presLayoutVars>
      </dgm:prSet>
      <dgm:spPr/>
    </dgm:pt>
    <dgm:pt modelId="{0647929C-F55F-4D8F-981E-C383D7EE3FEA}" type="pres">
      <dgm:prSet presAssocID="{26D16FF6-AD51-4D70-9087-FC1758DFA4BA}" presName="hierChild3" presStyleCnt="0"/>
      <dgm:spPr/>
    </dgm:pt>
    <dgm:pt modelId="{FA791201-791C-44F4-B38C-9907918DDA98}" type="pres">
      <dgm:prSet presAssocID="{D2A57403-BB26-48D5-B737-5740465F02A7}" presName="Name10" presStyleLbl="parChTrans1D2" presStyleIdx="4" presStyleCnt="9"/>
      <dgm:spPr/>
    </dgm:pt>
    <dgm:pt modelId="{E61F856F-0E4A-4DA4-8FD1-E0D2DBD40681}" type="pres">
      <dgm:prSet presAssocID="{EB8DC32E-865D-435F-9289-E39DC51FCC72}" presName="hierRoot2" presStyleCnt="0"/>
      <dgm:spPr/>
    </dgm:pt>
    <dgm:pt modelId="{D8FF02DE-BB22-4B0D-BB5D-52474B38E37C}" type="pres">
      <dgm:prSet presAssocID="{EB8DC32E-865D-435F-9289-E39DC51FCC72}" presName="composite2" presStyleCnt="0"/>
      <dgm:spPr/>
    </dgm:pt>
    <dgm:pt modelId="{C9DA4F5C-768B-482E-8A89-0AE3B93978B5}" type="pres">
      <dgm:prSet presAssocID="{EB8DC32E-865D-435F-9289-E39DC51FCC72}" presName="background2" presStyleLbl="asst1" presStyleIdx="2" presStyleCnt="6"/>
      <dgm:spPr/>
    </dgm:pt>
    <dgm:pt modelId="{248C6A93-1652-4F8D-BC43-24B95DA51196}" type="pres">
      <dgm:prSet presAssocID="{EB8DC32E-865D-435F-9289-E39DC51FCC72}" presName="text2" presStyleLbl="fgAcc2" presStyleIdx="4" presStyleCnt="9">
        <dgm:presLayoutVars>
          <dgm:chPref val="3"/>
        </dgm:presLayoutVars>
      </dgm:prSet>
      <dgm:spPr/>
    </dgm:pt>
    <dgm:pt modelId="{C4928908-4845-4556-80D3-441F2508A9F3}" type="pres">
      <dgm:prSet presAssocID="{EB8DC32E-865D-435F-9289-E39DC51FCC72}" presName="hierChild3" presStyleCnt="0"/>
      <dgm:spPr/>
    </dgm:pt>
    <dgm:pt modelId="{47E7EE0A-E2FB-4441-840F-5246A44C06DA}" type="pres">
      <dgm:prSet presAssocID="{B5C6CDC6-FE07-493F-BDC6-B76E62F1DC54}" presName="Name10" presStyleLbl="parChTrans1D2" presStyleIdx="5" presStyleCnt="9"/>
      <dgm:spPr/>
    </dgm:pt>
    <dgm:pt modelId="{7A29AF19-452B-4F09-A5F3-CA93BE49E0F6}" type="pres">
      <dgm:prSet presAssocID="{CFA26ED2-16C4-409E-A009-BDE8B139564A}" presName="hierRoot2" presStyleCnt="0"/>
      <dgm:spPr/>
    </dgm:pt>
    <dgm:pt modelId="{0F963122-EA2E-46D5-B8FE-95797684E33F}" type="pres">
      <dgm:prSet presAssocID="{CFA26ED2-16C4-409E-A009-BDE8B139564A}" presName="composite2" presStyleCnt="0"/>
      <dgm:spPr/>
    </dgm:pt>
    <dgm:pt modelId="{A020EA89-6ACF-47F6-A198-DE1D442D5C47}" type="pres">
      <dgm:prSet presAssocID="{CFA26ED2-16C4-409E-A009-BDE8B139564A}" presName="background2" presStyleLbl="asst1" presStyleIdx="3" presStyleCnt="6"/>
      <dgm:spPr/>
    </dgm:pt>
    <dgm:pt modelId="{6E984A00-F904-4B27-B35B-E04205A6915D}" type="pres">
      <dgm:prSet presAssocID="{CFA26ED2-16C4-409E-A009-BDE8B139564A}" presName="text2" presStyleLbl="fgAcc2" presStyleIdx="5" presStyleCnt="9">
        <dgm:presLayoutVars>
          <dgm:chPref val="3"/>
        </dgm:presLayoutVars>
      </dgm:prSet>
      <dgm:spPr/>
    </dgm:pt>
    <dgm:pt modelId="{9C46E09B-0E54-4919-A5EB-FE3AD745F88E}" type="pres">
      <dgm:prSet presAssocID="{CFA26ED2-16C4-409E-A009-BDE8B139564A}" presName="hierChild3" presStyleCnt="0"/>
      <dgm:spPr/>
    </dgm:pt>
    <dgm:pt modelId="{E81E2FA0-CB1F-4860-8074-EE61766627A0}" type="pres">
      <dgm:prSet presAssocID="{0CDDD31F-8DE8-45B6-8F35-F30177C3FA08}" presName="Name10" presStyleLbl="parChTrans1D2" presStyleIdx="6" presStyleCnt="9"/>
      <dgm:spPr/>
    </dgm:pt>
    <dgm:pt modelId="{44637541-436F-481D-9D43-1E1B249488ED}" type="pres">
      <dgm:prSet presAssocID="{0F870087-D752-4ED1-AF30-59E7DD289905}" presName="hierRoot2" presStyleCnt="0"/>
      <dgm:spPr/>
    </dgm:pt>
    <dgm:pt modelId="{9BB0E346-12D4-4350-BDB6-D6D07188A026}" type="pres">
      <dgm:prSet presAssocID="{0F870087-D752-4ED1-AF30-59E7DD289905}" presName="composite2" presStyleCnt="0"/>
      <dgm:spPr/>
    </dgm:pt>
    <dgm:pt modelId="{D911D37D-5AA3-4E39-B07D-2A50026F1BBE}" type="pres">
      <dgm:prSet presAssocID="{0F870087-D752-4ED1-AF30-59E7DD289905}" presName="background2" presStyleLbl="asst1" presStyleIdx="4" presStyleCnt="6"/>
      <dgm:spPr/>
    </dgm:pt>
    <dgm:pt modelId="{78F05DA2-2BD4-4569-BBD5-0A2224390A8C}" type="pres">
      <dgm:prSet presAssocID="{0F870087-D752-4ED1-AF30-59E7DD289905}" presName="text2" presStyleLbl="fgAcc2" presStyleIdx="6" presStyleCnt="9">
        <dgm:presLayoutVars>
          <dgm:chPref val="3"/>
        </dgm:presLayoutVars>
      </dgm:prSet>
      <dgm:spPr/>
    </dgm:pt>
    <dgm:pt modelId="{8F95F27A-E77F-4702-B2AB-A6B489CFB65F}" type="pres">
      <dgm:prSet presAssocID="{0F870087-D752-4ED1-AF30-59E7DD289905}" presName="hierChild3" presStyleCnt="0"/>
      <dgm:spPr/>
    </dgm:pt>
    <dgm:pt modelId="{787226F5-C587-4C7A-AB14-2DC859E4FF5A}" type="pres">
      <dgm:prSet presAssocID="{98741F32-2EA9-4EF5-A66D-6BAAE9BD874C}" presName="Name10" presStyleLbl="parChTrans1D2" presStyleIdx="7" presStyleCnt="9"/>
      <dgm:spPr/>
    </dgm:pt>
    <dgm:pt modelId="{793A5CEE-A6F1-4F7B-9E5D-F470ED95D426}" type="pres">
      <dgm:prSet presAssocID="{451510BF-7200-48F2-917E-C2B38D33A913}" presName="hierRoot2" presStyleCnt="0"/>
      <dgm:spPr/>
    </dgm:pt>
    <dgm:pt modelId="{951CF33D-AA1D-49BB-A105-48CF1FEED25A}" type="pres">
      <dgm:prSet presAssocID="{451510BF-7200-48F2-917E-C2B38D33A913}" presName="composite2" presStyleCnt="0"/>
      <dgm:spPr/>
    </dgm:pt>
    <dgm:pt modelId="{C4A251BD-BF79-479E-885F-E975B5D421A1}" type="pres">
      <dgm:prSet presAssocID="{451510BF-7200-48F2-917E-C2B38D33A913}" presName="background2" presStyleLbl="node2" presStyleIdx="2" presStyleCnt="3"/>
      <dgm:spPr/>
    </dgm:pt>
    <dgm:pt modelId="{B1A8802C-11BB-4D79-8A51-1D352F8A4FBA}" type="pres">
      <dgm:prSet presAssocID="{451510BF-7200-48F2-917E-C2B38D33A913}" presName="text2" presStyleLbl="fgAcc2" presStyleIdx="7" presStyleCnt="9">
        <dgm:presLayoutVars>
          <dgm:chPref val="3"/>
        </dgm:presLayoutVars>
      </dgm:prSet>
      <dgm:spPr/>
    </dgm:pt>
    <dgm:pt modelId="{0362CFD3-7677-4DAB-8526-B0EC980EBA57}" type="pres">
      <dgm:prSet presAssocID="{451510BF-7200-48F2-917E-C2B38D33A913}" presName="hierChild3" presStyleCnt="0"/>
      <dgm:spPr/>
    </dgm:pt>
    <dgm:pt modelId="{E4066573-3358-4FAF-82B5-0F16C17FE8B3}" type="pres">
      <dgm:prSet presAssocID="{E592B01F-B69D-4940-84E6-E84EF2A31184}" presName="Name17" presStyleLbl="parChTrans1D3" presStyleIdx="1" presStyleCnt="3"/>
      <dgm:spPr/>
    </dgm:pt>
    <dgm:pt modelId="{0EE4D053-9621-4668-8AD0-C12861DB9063}" type="pres">
      <dgm:prSet presAssocID="{26C52AC1-D75A-41D9-BC2A-8B8239133549}" presName="hierRoot3" presStyleCnt="0"/>
      <dgm:spPr/>
    </dgm:pt>
    <dgm:pt modelId="{BCB5469E-B155-4C62-88E0-E830E8ED67A0}" type="pres">
      <dgm:prSet presAssocID="{26C52AC1-D75A-41D9-BC2A-8B8239133549}" presName="composite3" presStyleCnt="0"/>
      <dgm:spPr/>
    </dgm:pt>
    <dgm:pt modelId="{54C9D34A-8E47-4319-BDE9-E66F890CC1F1}" type="pres">
      <dgm:prSet presAssocID="{26C52AC1-D75A-41D9-BC2A-8B8239133549}" presName="background3" presStyleLbl="asst2" presStyleIdx="0" presStyleCnt="2"/>
      <dgm:spPr/>
    </dgm:pt>
    <dgm:pt modelId="{318EEC1A-C180-4CEB-A276-864CFE54098D}" type="pres">
      <dgm:prSet presAssocID="{26C52AC1-D75A-41D9-BC2A-8B8239133549}" presName="text3" presStyleLbl="fgAcc3" presStyleIdx="1" presStyleCnt="3" custScaleX="126564" custScaleY="194242">
        <dgm:presLayoutVars>
          <dgm:chPref val="3"/>
        </dgm:presLayoutVars>
      </dgm:prSet>
      <dgm:spPr/>
    </dgm:pt>
    <dgm:pt modelId="{E28FD1AD-615C-4A0F-8A3F-5BB4E1D67B74}" type="pres">
      <dgm:prSet presAssocID="{26C52AC1-D75A-41D9-BC2A-8B8239133549}" presName="hierChild4" presStyleCnt="0"/>
      <dgm:spPr/>
    </dgm:pt>
    <dgm:pt modelId="{C704C260-4CA9-4BDF-868A-1E86BAD97417}" type="pres">
      <dgm:prSet presAssocID="{FD0AF88F-220B-4F67-8F85-66A335F88FAF}" presName="Name17" presStyleLbl="parChTrans1D3" presStyleIdx="2" presStyleCnt="3"/>
      <dgm:spPr/>
    </dgm:pt>
    <dgm:pt modelId="{0C11D9F6-1FC7-4743-AB78-0C9FE77BDB1A}" type="pres">
      <dgm:prSet presAssocID="{2932FAF7-CD8F-40A1-A543-26FACDFBF554}" presName="hierRoot3" presStyleCnt="0"/>
      <dgm:spPr/>
    </dgm:pt>
    <dgm:pt modelId="{A0159D55-6275-4722-A8AA-C498FD99BFDC}" type="pres">
      <dgm:prSet presAssocID="{2932FAF7-CD8F-40A1-A543-26FACDFBF554}" presName="composite3" presStyleCnt="0"/>
      <dgm:spPr/>
    </dgm:pt>
    <dgm:pt modelId="{F40902C4-852A-4016-91CD-7135C202960B}" type="pres">
      <dgm:prSet presAssocID="{2932FAF7-CD8F-40A1-A543-26FACDFBF554}" presName="background3" presStyleLbl="asst2" presStyleIdx="1" presStyleCnt="2"/>
      <dgm:spPr/>
    </dgm:pt>
    <dgm:pt modelId="{C0960823-2A21-4461-824B-A9B1A691765D}" type="pres">
      <dgm:prSet presAssocID="{2932FAF7-CD8F-40A1-A543-26FACDFBF554}" presName="text3" presStyleLbl="fgAcc3" presStyleIdx="2" presStyleCnt="3" custScaleY="134490">
        <dgm:presLayoutVars>
          <dgm:chPref val="3"/>
        </dgm:presLayoutVars>
      </dgm:prSet>
      <dgm:spPr/>
    </dgm:pt>
    <dgm:pt modelId="{0604A948-E21D-4017-9C11-8EF994DE9E93}" type="pres">
      <dgm:prSet presAssocID="{2932FAF7-CD8F-40A1-A543-26FACDFBF554}" presName="hierChild4" presStyleCnt="0"/>
      <dgm:spPr/>
    </dgm:pt>
    <dgm:pt modelId="{0A4DE49A-BE55-4425-AC43-401341A4BD08}" type="pres">
      <dgm:prSet presAssocID="{AE358185-B88F-4DF3-A58B-3B98EFE04A85}" presName="Name10" presStyleLbl="parChTrans1D2" presStyleIdx="8" presStyleCnt="9"/>
      <dgm:spPr/>
    </dgm:pt>
    <dgm:pt modelId="{83FB225C-31D1-4B63-A95A-FEBD5DD60AE6}" type="pres">
      <dgm:prSet presAssocID="{6CB5C1BE-A616-4089-9D4D-4C52558B8ECF}" presName="hierRoot2" presStyleCnt="0"/>
      <dgm:spPr/>
    </dgm:pt>
    <dgm:pt modelId="{D60BADFB-97FA-4D3B-8873-05FAF4F2FCC3}" type="pres">
      <dgm:prSet presAssocID="{6CB5C1BE-A616-4089-9D4D-4C52558B8ECF}" presName="composite2" presStyleCnt="0"/>
      <dgm:spPr/>
    </dgm:pt>
    <dgm:pt modelId="{61CFD1F1-E1DD-4D22-91E9-EAEEE481E778}" type="pres">
      <dgm:prSet presAssocID="{6CB5C1BE-A616-4089-9D4D-4C52558B8ECF}" presName="background2" presStyleLbl="asst1" presStyleIdx="5" presStyleCnt="6"/>
      <dgm:spPr/>
    </dgm:pt>
    <dgm:pt modelId="{5D2114CA-924C-4632-AF77-8AC9102A35F8}" type="pres">
      <dgm:prSet presAssocID="{6CB5C1BE-A616-4089-9D4D-4C52558B8ECF}" presName="text2" presStyleLbl="fgAcc2" presStyleIdx="8" presStyleCnt="9">
        <dgm:presLayoutVars>
          <dgm:chPref val="3"/>
        </dgm:presLayoutVars>
      </dgm:prSet>
      <dgm:spPr/>
    </dgm:pt>
    <dgm:pt modelId="{51055A77-E351-4202-8A4B-30036FB3C2AF}" type="pres">
      <dgm:prSet presAssocID="{6CB5C1BE-A616-4089-9D4D-4C52558B8ECF}" presName="hierChild3" presStyleCnt="0"/>
      <dgm:spPr/>
    </dgm:pt>
  </dgm:ptLst>
  <dgm:cxnLst>
    <dgm:cxn modelId="{284BA500-12C3-42E8-A97A-46B5FF15F1FE}" type="presOf" srcId="{4F3FAFFE-95DB-4C9C-B7E5-68ADD31BE5A3}" destId="{8F612D6B-DD5A-41D9-A0F5-CB79B23F7CE2}" srcOrd="0" destOrd="0" presId="urn:microsoft.com/office/officeart/2005/8/layout/hierarchy1"/>
    <dgm:cxn modelId="{1F848D04-E118-47FC-9DE0-AB134B7EB9E1}" type="presOf" srcId="{EB8DC32E-865D-435F-9289-E39DC51FCC72}" destId="{248C6A93-1652-4F8D-BC43-24B95DA51196}" srcOrd="0" destOrd="0" presId="urn:microsoft.com/office/officeart/2005/8/layout/hierarchy1"/>
    <dgm:cxn modelId="{C367D506-C0CF-4CC1-89EE-E1CB65950BA6}" srcId="{FF5C6F14-B3DF-49F9-90FC-DB578FAB1857}" destId="{795702DE-9D64-46C7-8358-98BBC9C76AD8}" srcOrd="0" destOrd="0" parTransId="{D6876B59-167A-4F73-8376-E214294C0434}" sibTransId="{AF380086-5EF4-44BA-9FCE-750521E3950E}"/>
    <dgm:cxn modelId="{FE21180B-E12B-4FCE-B303-140A9EA06BBA}" type="presOf" srcId="{26D16FF6-AD51-4D70-9087-FC1758DFA4BA}" destId="{8235A6D7-3DD9-43F2-B086-6E655FE4BAF6}" srcOrd="0" destOrd="0" presId="urn:microsoft.com/office/officeart/2005/8/layout/hierarchy1"/>
    <dgm:cxn modelId="{66D0A116-C280-4745-880A-3143F714B7E4}" type="presOf" srcId="{3C879797-A8B0-46A9-95A8-55F88CA52200}" destId="{14E1E6A4-C360-46FC-A463-CDDFA2BC3C23}" srcOrd="0" destOrd="0" presId="urn:microsoft.com/office/officeart/2005/8/layout/hierarchy1"/>
    <dgm:cxn modelId="{237B511C-DD97-451D-9442-BCDECEADD75D}" type="presOf" srcId="{FC5587F7-A65B-419C-ABF8-06FEDDE5B73D}" destId="{8C0341A1-41FD-4D14-9053-2D78FA5F4125}" srcOrd="0" destOrd="0" presId="urn:microsoft.com/office/officeart/2005/8/layout/hierarchy1"/>
    <dgm:cxn modelId="{F996121D-8838-4419-89DA-1B786EB2E701}" type="presOf" srcId="{55636FCF-C3FD-4053-9A11-5D242F7931AE}" destId="{29F89EE7-F488-473A-BF73-3D5DBCE26EBF}" srcOrd="0" destOrd="0" presId="urn:microsoft.com/office/officeart/2005/8/layout/hierarchy1"/>
    <dgm:cxn modelId="{A01EF826-A70D-4772-A989-8717A04ABCCB}" srcId="{0F5B4068-22C2-4DE6-BC66-53FF2E98A016}" destId="{C419E2C1-596F-42F2-A6CE-31173570559D}" srcOrd="0" destOrd="0" parTransId="{3C879797-A8B0-46A9-95A8-55F88CA52200}" sibTransId="{E95399A6-C5F9-49E4-B6DB-A2BC8E7E8FF7}"/>
    <dgm:cxn modelId="{35CFD727-0B3E-4677-B370-4DA17C57A314}" srcId="{795702DE-9D64-46C7-8358-98BBC9C76AD8}" destId="{451510BF-7200-48F2-917E-C2B38D33A913}" srcOrd="7" destOrd="0" parTransId="{98741F32-2EA9-4EF5-A66D-6BAAE9BD874C}" sibTransId="{797A5AE6-8261-4BC5-A9B5-9CEA4511A3C1}"/>
    <dgm:cxn modelId="{D1D0423A-000C-449C-B828-58CA2BAF3B1E}" type="presOf" srcId="{0F870087-D752-4ED1-AF30-59E7DD289905}" destId="{78F05DA2-2BD4-4569-BBD5-0A2224390A8C}" srcOrd="0" destOrd="0" presId="urn:microsoft.com/office/officeart/2005/8/layout/hierarchy1"/>
    <dgm:cxn modelId="{629C783B-9DF6-47E3-83D0-1843E0318BB2}" srcId="{451510BF-7200-48F2-917E-C2B38D33A913}" destId="{26C52AC1-D75A-41D9-BC2A-8B8239133549}" srcOrd="0" destOrd="0" parTransId="{E592B01F-B69D-4940-84E6-E84EF2A31184}" sibTransId="{2D0EDA1E-3BC1-4441-A0CE-5A57E986FF1E}"/>
    <dgm:cxn modelId="{C01D3B3C-0CFC-4D5D-B43C-1841F844C65A}" srcId="{795702DE-9D64-46C7-8358-98BBC9C76AD8}" destId="{6CB5C1BE-A616-4089-9D4D-4C52558B8ECF}" srcOrd="8" destOrd="0" parTransId="{AE358185-B88F-4DF3-A58B-3B98EFE04A85}" sibTransId="{1061F500-9863-4855-9292-A6FE1FD0CA81}"/>
    <dgm:cxn modelId="{22393542-03E9-4D6F-B0EC-A44A39B51EB3}" type="presOf" srcId="{14028463-B37F-4CAB-B02C-759BD00378FB}" destId="{86B8F050-6D27-4A18-95B8-50BD09646B39}" srcOrd="0" destOrd="0" presId="urn:microsoft.com/office/officeart/2005/8/layout/hierarchy1"/>
    <dgm:cxn modelId="{8315E643-343E-48D5-AEBE-A0C1AB0A530E}" type="presOf" srcId="{C419E2C1-596F-42F2-A6CE-31173570559D}" destId="{DBE40AC5-B8B5-4E5D-9232-55B303DC1B4E}" srcOrd="0" destOrd="0" presId="urn:microsoft.com/office/officeart/2005/8/layout/hierarchy1"/>
    <dgm:cxn modelId="{22D5C84D-5E5F-4676-A536-56B7BC933A54}" srcId="{C419E2C1-596F-42F2-A6CE-31173570559D}" destId="{F52F3AAD-2444-4E02-ACB6-2F2DDA9830C1}" srcOrd="1" destOrd="0" parTransId="{D5C81C23-7313-4A59-8D70-6594EF370CC5}" sibTransId="{42DB9A73-BF7D-4439-AB1A-84303A62F3D1}"/>
    <dgm:cxn modelId="{DB414250-74CC-4DA4-8E8F-F4D600385D9F}" type="presOf" srcId="{26C52AC1-D75A-41D9-BC2A-8B8239133549}" destId="{318EEC1A-C180-4CEB-A276-864CFE54098D}" srcOrd="0" destOrd="0" presId="urn:microsoft.com/office/officeart/2005/8/layout/hierarchy1"/>
    <dgm:cxn modelId="{219C3773-3D1A-479D-A7A6-2D9D9DF8837F}" type="presOf" srcId="{2932FAF7-CD8F-40A1-A543-26FACDFBF554}" destId="{C0960823-2A21-4461-824B-A9B1A691765D}" srcOrd="0" destOrd="0" presId="urn:microsoft.com/office/officeart/2005/8/layout/hierarchy1"/>
    <dgm:cxn modelId="{7DAB1354-7045-40EC-941A-E3D283BA41F3}" type="presOf" srcId="{98741F32-2EA9-4EF5-A66D-6BAAE9BD874C}" destId="{787226F5-C587-4C7A-AB14-2DC859E4FF5A}" srcOrd="0" destOrd="0" presId="urn:microsoft.com/office/officeart/2005/8/layout/hierarchy1"/>
    <dgm:cxn modelId="{0DFEFC75-ACEE-465E-84EA-B5D75D07CE5F}" type="presOf" srcId="{B5C6CDC6-FE07-493F-BDC6-B76E62F1DC54}" destId="{47E7EE0A-E2FB-4441-840F-5246A44C06DA}" srcOrd="0" destOrd="0" presId="urn:microsoft.com/office/officeart/2005/8/layout/hierarchy1"/>
    <dgm:cxn modelId="{42A38157-7BC0-43FC-9D09-2C3747E7DFDA}" type="presOf" srcId="{FF5C6F14-B3DF-49F9-90FC-DB578FAB1857}" destId="{DED94CEC-E0AC-4240-B43F-10D64D49D6BC}" srcOrd="0" destOrd="0" presId="urn:microsoft.com/office/officeart/2005/8/layout/hierarchy1"/>
    <dgm:cxn modelId="{B0C29879-A509-43D2-9807-759126F27D59}" type="presOf" srcId="{9D13ADC7-DA48-4B5D-BF10-F5C482100852}" destId="{70660A89-B287-4401-99D6-75CD58965B79}" srcOrd="0" destOrd="0" presId="urn:microsoft.com/office/officeart/2005/8/layout/hierarchy1"/>
    <dgm:cxn modelId="{B159A159-70A9-4F8A-91C6-F13BEFBB0B1E}" srcId="{795702DE-9D64-46C7-8358-98BBC9C76AD8}" destId="{14028463-B37F-4CAB-B02C-759BD00378FB}" srcOrd="2" destOrd="0" parTransId="{FC5587F7-A65B-419C-ABF8-06FEDDE5B73D}" sibTransId="{41B32885-A86C-4744-A54B-4BE7835647D8}"/>
    <dgm:cxn modelId="{12EFB77D-E4CB-4A9E-A24F-5C39B35FA688}" type="presOf" srcId="{AE358185-B88F-4DF3-A58B-3B98EFE04A85}" destId="{0A4DE49A-BE55-4425-AC43-401341A4BD08}" srcOrd="0" destOrd="0" presId="urn:microsoft.com/office/officeart/2005/8/layout/hierarchy1"/>
    <dgm:cxn modelId="{8A414180-F597-446B-9CA0-B15B0BB22FE3}" srcId="{451510BF-7200-48F2-917E-C2B38D33A913}" destId="{2932FAF7-CD8F-40A1-A543-26FACDFBF554}" srcOrd="1" destOrd="0" parTransId="{FD0AF88F-220B-4F67-8F85-66A335F88FAF}" sibTransId="{4CB9EBB3-D896-468E-A644-A50EE00EAB0A}"/>
    <dgm:cxn modelId="{61548C81-2F0D-4413-B568-20D5E9EC7C05}" srcId="{795702DE-9D64-46C7-8358-98BBC9C76AD8}" destId="{26D16FF6-AD51-4D70-9087-FC1758DFA4BA}" srcOrd="3" destOrd="0" parTransId="{D01F807D-DD0A-4E41-A8AE-1E567EC039E8}" sibTransId="{7A711289-DA81-4BEC-BDB7-30599A3AC9BE}"/>
    <dgm:cxn modelId="{9F7C0DA0-8E33-48F5-9899-5F1135C8B107}" srcId="{795702DE-9D64-46C7-8358-98BBC9C76AD8}" destId="{CFA26ED2-16C4-409E-A009-BDE8B139564A}" srcOrd="5" destOrd="0" parTransId="{B5C6CDC6-FE07-493F-BDC6-B76E62F1DC54}" sibTransId="{E06D875A-E109-446D-98D1-B2310B3D25DA}"/>
    <dgm:cxn modelId="{AB6079A7-E6D2-4259-8A29-D6572250DB55}" type="presOf" srcId="{0CDDD31F-8DE8-45B6-8F35-F30177C3FA08}" destId="{E81E2FA0-CB1F-4860-8074-EE61766627A0}" srcOrd="0" destOrd="0" presId="urn:microsoft.com/office/officeart/2005/8/layout/hierarchy1"/>
    <dgm:cxn modelId="{CF40BEA7-60F4-4829-920F-BCFA36028DDD}" type="presOf" srcId="{684246AB-C659-4FDF-B62E-BE8B40105EE7}" destId="{399BF63B-BBCF-43C8-99D4-BB184C26481E}" srcOrd="0" destOrd="0" presId="urn:microsoft.com/office/officeart/2005/8/layout/hierarchy1"/>
    <dgm:cxn modelId="{A13A24B0-C6B8-4DF0-9334-738B2A3C126B}" srcId="{795702DE-9D64-46C7-8358-98BBC9C76AD8}" destId="{EB8DC32E-865D-435F-9289-E39DC51FCC72}" srcOrd="4" destOrd="0" parTransId="{D2A57403-BB26-48D5-B737-5740465F02A7}" sibTransId="{2BD46014-6E25-45EC-905C-450EDF6515B9}"/>
    <dgm:cxn modelId="{CF4371B4-D894-4FA4-9FFE-E68D63FBF814}" srcId="{795702DE-9D64-46C7-8358-98BBC9C76AD8}" destId="{0F870087-D752-4ED1-AF30-59E7DD289905}" srcOrd="6" destOrd="0" parTransId="{0CDDD31F-8DE8-45B6-8F35-F30177C3FA08}" sibTransId="{DCDE8476-3550-40B0-BE6A-3C4E642610E8}"/>
    <dgm:cxn modelId="{AA6735B7-D7B1-4743-A2B6-6483F7348FCB}" srcId="{795702DE-9D64-46C7-8358-98BBC9C76AD8}" destId="{684246AB-C659-4FDF-B62E-BE8B40105EE7}" srcOrd="0" destOrd="0" parTransId="{4F3FAFFE-95DB-4C9C-B7E5-68ADD31BE5A3}" sibTransId="{F41D190B-154E-42A5-A47B-4E0861ED8266}"/>
    <dgm:cxn modelId="{263322B9-A57E-4338-9988-111B1C1FB879}" type="presOf" srcId="{F52F3AAD-2444-4E02-ACB6-2F2DDA9830C1}" destId="{265E95FA-F418-4295-80C0-04ABE4A81F1A}" srcOrd="0" destOrd="0" presId="urn:microsoft.com/office/officeart/2005/8/layout/hierarchy1"/>
    <dgm:cxn modelId="{BBD074BD-42BA-4E0B-A8C5-AED3FE9D1BCB}" type="presOf" srcId="{D5C81C23-7313-4A59-8D70-6594EF370CC5}" destId="{344145C7-EBB8-4981-88FF-CD4B42F2A449}" srcOrd="0" destOrd="0" presId="urn:microsoft.com/office/officeart/2005/8/layout/hierarchy1"/>
    <dgm:cxn modelId="{8FF760C4-4704-40A7-9ECB-C1054586CB3D}" type="presOf" srcId="{6CB5C1BE-A616-4089-9D4D-4C52558B8ECF}" destId="{5D2114CA-924C-4632-AF77-8AC9102A35F8}" srcOrd="0" destOrd="0" presId="urn:microsoft.com/office/officeart/2005/8/layout/hierarchy1"/>
    <dgm:cxn modelId="{BFFEADCE-8783-4F1F-B5AE-038DFDC564F5}" type="presOf" srcId="{E592B01F-B69D-4940-84E6-E84EF2A31184}" destId="{E4066573-3358-4FAF-82B5-0F16C17FE8B3}" srcOrd="0" destOrd="0" presId="urn:microsoft.com/office/officeart/2005/8/layout/hierarchy1"/>
    <dgm:cxn modelId="{2848A5D3-5AFD-41B2-BCEB-85D5E691EA15}" srcId="{795702DE-9D64-46C7-8358-98BBC9C76AD8}" destId="{0F5B4068-22C2-4DE6-BC66-53FF2E98A016}" srcOrd="1" destOrd="0" parTransId="{CA5BB5A9-4B78-49D7-883B-FE574F12B944}" sibTransId="{307A404F-F040-4F77-93F6-2277D6A71465}"/>
    <dgm:cxn modelId="{EF7E7ED5-1C0F-44D8-891F-D683F7322429}" type="presOf" srcId="{CFA26ED2-16C4-409E-A009-BDE8B139564A}" destId="{6E984A00-F904-4B27-B35B-E04205A6915D}" srcOrd="0" destOrd="0" presId="urn:microsoft.com/office/officeart/2005/8/layout/hierarchy1"/>
    <dgm:cxn modelId="{227FFCDE-9221-40C2-9C56-6468FB9FC267}" type="presOf" srcId="{0F5B4068-22C2-4DE6-BC66-53FF2E98A016}" destId="{420DB59B-8D07-424D-BD69-AC739F852C93}" srcOrd="0" destOrd="0" presId="urn:microsoft.com/office/officeart/2005/8/layout/hierarchy1"/>
    <dgm:cxn modelId="{B4AEA9E0-F57E-4C26-BCA0-CA4ED469BE69}" type="presOf" srcId="{D01F807D-DD0A-4E41-A8AE-1E567EC039E8}" destId="{35963E7F-C55C-42EE-BD86-42AD2E3E82D2}" srcOrd="0" destOrd="0" presId="urn:microsoft.com/office/officeart/2005/8/layout/hierarchy1"/>
    <dgm:cxn modelId="{DF375CE7-24EF-44AA-B1BF-3A1E9568F132}" type="presOf" srcId="{795702DE-9D64-46C7-8358-98BBC9C76AD8}" destId="{A73F2595-302E-40C7-8893-D7624C032BD8}" srcOrd="0" destOrd="0" presId="urn:microsoft.com/office/officeart/2005/8/layout/hierarchy1"/>
    <dgm:cxn modelId="{2A2E20F0-333F-4F9B-AC62-83EBE76588C2}" type="presOf" srcId="{FD0AF88F-220B-4F67-8F85-66A335F88FAF}" destId="{C704C260-4CA9-4BDF-868A-1E86BAD97417}" srcOrd="0" destOrd="0" presId="urn:microsoft.com/office/officeart/2005/8/layout/hierarchy1"/>
    <dgm:cxn modelId="{E6F7BBF3-5F22-4814-8A9E-42FA757EE823}" type="presOf" srcId="{451510BF-7200-48F2-917E-C2B38D33A913}" destId="{B1A8802C-11BB-4D79-8A51-1D352F8A4FBA}" srcOrd="0" destOrd="0" presId="urn:microsoft.com/office/officeart/2005/8/layout/hierarchy1"/>
    <dgm:cxn modelId="{0024F4F4-CCB6-49CF-B0F7-B4AB72FE5E0E}" type="presOf" srcId="{D2A57403-BB26-48D5-B737-5740465F02A7}" destId="{FA791201-791C-44F4-B38C-9907918DDA98}" srcOrd="0" destOrd="0" presId="urn:microsoft.com/office/officeart/2005/8/layout/hierarchy1"/>
    <dgm:cxn modelId="{FC1CA8F5-A18F-42AF-A850-B081C99AACB7}" type="presOf" srcId="{CA5BB5A9-4B78-49D7-883B-FE574F12B944}" destId="{DFBF5EF1-D5B8-47B4-AB4F-563085E2FD97}" srcOrd="0" destOrd="0" presId="urn:microsoft.com/office/officeart/2005/8/layout/hierarchy1"/>
    <dgm:cxn modelId="{C828BBFD-E5F3-4034-9A93-AFB2C69C3232}" srcId="{C419E2C1-596F-42F2-A6CE-31173570559D}" destId="{55636FCF-C3FD-4053-9A11-5D242F7931AE}" srcOrd="0" destOrd="0" parTransId="{9D13ADC7-DA48-4B5D-BF10-F5C482100852}" sibTransId="{C4243631-0A4D-47AA-A3C7-F77641199E86}"/>
    <dgm:cxn modelId="{312FB5C5-6664-4116-98A4-410C1FA64039}" type="presParOf" srcId="{DED94CEC-E0AC-4240-B43F-10D64D49D6BC}" destId="{4227E78E-B76A-4623-9FAA-FAB94F876CC9}" srcOrd="0" destOrd="0" presId="urn:microsoft.com/office/officeart/2005/8/layout/hierarchy1"/>
    <dgm:cxn modelId="{5B3A5467-637D-4D8A-95EE-E548D9A2F01A}" type="presParOf" srcId="{4227E78E-B76A-4623-9FAA-FAB94F876CC9}" destId="{ECBC18FE-DE7F-4872-A406-42161D30C647}" srcOrd="0" destOrd="0" presId="urn:microsoft.com/office/officeart/2005/8/layout/hierarchy1"/>
    <dgm:cxn modelId="{AF15430C-84F8-4FD3-A7DC-DC5DC010356A}" type="presParOf" srcId="{ECBC18FE-DE7F-4872-A406-42161D30C647}" destId="{CA01D409-AC4C-43E1-8C9E-63DD32F174CD}" srcOrd="0" destOrd="0" presId="urn:microsoft.com/office/officeart/2005/8/layout/hierarchy1"/>
    <dgm:cxn modelId="{8D9CFEA3-9059-4BA0-ACEE-0CDBEC8D7429}" type="presParOf" srcId="{ECBC18FE-DE7F-4872-A406-42161D30C647}" destId="{A73F2595-302E-40C7-8893-D7624C032BD8}" srcOrd="1" destOrd="0" presId="urn:microsoft.com/office/officeart/2005/8/layout/hierarchy1"/>
    <dgm:cxn modelId="{A1C5AF1E-FA5A-4456-BEC2-F1BE8F871826}" type="presParOf" srcId="{4227E78E-B76A-4623-9FAA-FAB94F876CC9}" destId="{B79DAD70-EDEE-41A1-A577-060167491149}" srcOrd="1" destOrd="0" presId="urn:microsoft.com/office/officeart/2005/8/layout/hierarchy1"/>
    <dgm:cxn modelId="{AFB9D8CC-A946-48B5-BE95-5659D2D1F585}" type="presParOf" srcId="{B79DAD70-EDEE-41A1-A577-060167491149}" destId="{8F612D6B-DD5A-41D9-A0F5-CB79B23F7CE2}" srcOrd="0" destOrd="0" presId="urn:microsoft.com/office/officeart/2005/8/layout/hierarchy1"/>
    <dgm:cxn modelId="{3755FF00-BB49-436C-B5F8-09F3F379C1F1}" type="presParOf" srcId="{B79DAD70-EDEE-41A1-A577-060167491149}" destId="{9AC6949C-91C0-44C7-8EA7-F3A1B2047F6E}" srcOrd="1" destOrd="0" presId="urn:microsoft.com/office/officeart/2005/8/layout/hierarchy1"/>
    <dgm:cxn modelId="{A527D103-D1C2-4F67-B72C-5762BDDBB952}" type="presParOf" srcId="{9AC6949C-91C0-44C7-8EA7-F3A1B2047F6E}" destId="{CB457F60-F723-4933-A726-B63E59E31AA4}" srcOrd="0" destOrd="0" presId="urn:microsoft.com/office/officeart/2005/8/layout/hierarchy1"/>
    <dgm:cxn modelId="{ECEB315C-4927-48BD-A29E-946727AA3244}" type="presParOf" srcId="{CB457F60-F723-4933-A726-B63E59E31AA4}" destId="{1207FDCD-61EF-4957-90F0-DB6CBC759EFD}" srcOrd="0" destOrd="0" presId="urn:microsoft.com/office/officeart/2005/8/layout/hierarchy1"/>
    <dgm:cxn modelId="{9C2E7163-5A92-4BC9-8412-668E27D7DFA1}" type="presParOf" srcId="{CB457F60-F723-4933-A726-B63E59E31AA4}" destId="{399BF63B-BBCF-43C8-99D4-BB184C26481E}" srcOrd="1" destOrd="0" presId="urn:microsoft.com/office/officeart/2005/8/layout/hierarchy1"/>
    <dgm:cxn modelId="{90176025-57E3-4B70-91B4-3047E1975AB9}" type="presParOf" srcId="{9AC6949C-91C0-44C7-8EA7-F3A1B2047F6E}" destId="{255BF691-C5CA-4601-BBEC-F0916849A72D}" srcOrd="1" destOrd="0" presId="urn:microsoft.com/office/officeart/2005/8/layout/hierarchy1"/>
    <dgm:cxn modelId="{19427F15-385D-406E-AEB9-CA9D89424863}" type="presParOf" srcId="{B79DAD70-EDEE-41A1-A577-060167491149}" destId="{DFBF5EF1-D5B8-47B4-AB4F-563085E2FD97}" srcOrd="2" destOrd="0" presId="urn:microsoft.com/office/officeart/2005/8/layout/hierarchy1"/>
    <dgm:cxn modelId="{9180FB77-98A4-4C23-A9C5-A327D250379F}" type="presParOf" srcId="{B79DAD70-EDEE-41A1-A577-060167491149}" destId="{06B38C7D-FBC0-4C23-83F0-60D99CD5B17D}" srcOrd="3" destOrd="0" presId="urn:microsoft.com/office/officeart/2005/8/layout/hierarchy1"/>
    <dgm:cxn modelId="{0ECBE13F-013B-4544-9D04-38CC8D4FEC50}" type="presParOf" srcId="{06B38C7D-FBC0-4C23-83F0-60D99CD5B17D}" destId="{A4475942-24F0-41E4-8B42-F544AF938174}" srcOrd="0" destOrd="0" presId="urn:microsoft.com/office/officeart/2005/8/layout/hierarchy1"/>
    <dgm:cxn modelId="{05587208-B95D-4DD0-B1F6-F97B217FB5F0}" type="presParOf" srcId="{A4475942-24F0-41E4-8B42-F544AF938174}" destId="{72F37EAF-D787-4A5E-8CAD-5562F6735C9E}" srcOrd="0" destOrd="0" presId="urn:microsoft.com/office/officeart/2005/8/layout/hierarchy1"/>
    <dgm:cxn modelId="{D5714872-D6AC-4650-A915-AAEEFA78E405}" type="presParOf" srcId="{A4475942-24F0-41E4-8B42-F544AF938174}" destId="{420DB59B-8D07-424D-BD69-AC739F852C93}" srcOrd="1" destOrd="0" presId="urn:microsoft.com/office/officeart/2005/8/layout/hierarchy1"/>
    <dgm:cxn modelId="{E54E9BF2-0213-4592-A787-F3CCC8AC4F7C}" type="presParOf" srcId="{06B38C7D-FBC0-4C23-83F0-60D99CD5B17D}" destId="{39935EE6-E588-48F0-94FD-6693AA523F56}" srcOrd="1" destOrd="0" presId="urn:microsoft.com/office/officeart/2005/8/layout/hierarchy1"/>
    <dgm:cxn modelId="{C916D4AA-49A3-435C-B13F-AF94C814E85C}" type="presParOf" srcId="{39935EE6-E588-48F0-94FD-6693AA523F56}" destId="{14E1E6A4-C360-46FC-A463-CDDFA2BC3C23}" srcOrd="0" destOrd="0" presId="urn:microsoft.com/office/officeart/2005/8/layout/hierarchy1"/>
    <dgm:cxn modelId="{5B2EDEFE-DB16-4E74-81AD-D2128A69C895}" type="presParOf" srcId="{39935EE6-E588-48F0-94FD-6693AA523F56}" destId="{6DA6CC51-BB44-4608-A0EE-6304F49C45AA}" srcOrd="1" destOrd="0" presId="urn:microsoft.com/office/officeart/2005/8/layout/hierarchy1"/>
    <dgm:cxn modelId="{8AC2AE47-B605-46D4-B89E-53F48ED05204}" type="presParOf" srcId="{6DA6CC51-BB44-4608-A0EE-6304F49C45AA}" destId="{CDDAB671-4733-48AA-9606-6D577776EAED}" srcOrd="0" destOrd="0" presId="urn:microsoft.com/office/officeart/2005/8/layout/hierarchy1"/>
    <dgm:cxn modelId="{952D3C4C-25A8-4827-91EA-DE448C3A3339}" type="presParOf" srcId="{CDDAB671-4733-48AA-9606-6D577776EAED}" destId="{C52F8122-6066-47C8-A1C7-2B38F650B16C}" srcOrd="0" destOrd="0" presId="urn:microsoft.com/office/officeart/2005/8/layout/hierarchy1"/>
    <dgm:cxn modelId="{5C634292-B4A6-4F50-BB1D-CEC21A473916}" type="presParOf" srcId="{CDDAB671-4733-48AA-9606-6D577776EAED}" destId="{DBE40AC5-B8B5-4E5D-9232-55B303DC1B4E}" srcOrd="1" destOrd="0" presId="urn:microsoft.com/office/officeart/2005/8/layout/hierarchy1"/>
    <dgm:cxn modelId="{8FDC3E6A-FE37-4142-A6A4-EF05EBF9451F}" type="presParOf" srcId="{6DA6CC51-BB44-4608-A0EE-6304F49C45AA}" destId="{00234C15-9F8E-410A-A499-DB6CFF790C4F}" srcOrd="1" destOrd="0" presId="urn:microsoft.com/office/officeart/2005/8/layout/hierarchy1"/>
    <dgm:cxn modelId="{300413D8-56C4-4824-9951-FD1D8C1274A6}" type="presParOf" srcId="{00234C15-9F8E-410A-A499-DB6CFF790C4F}" destId="{70660A89-B287-4401-99D6-75CD58965B79}" srcOrd="0" destOrd="0" presId="urn:microsoft.com/office/officeart/2005/8/layout/hierarchy1"/>
    <dgm:cxn modelId="{1CC2515B-9F56-465E-AB28-CCC24105CC99}" type="presParOf" srcId="{00234C15-9F8E-410A-A499-DB6CFF790C4F}" destId="{F3225F69-EB3E-40A9-BF83-BD0DE5051EE9}" srcOrd="1" destOrd="0" presId="urn:microsoft.com/office/officeart/2005/8/layout/hierarchy1"/>
    <dgm:cxn modelId="{5389BD5E-F2B4-4DCB-B598-F0AB8DA25D2E}" type="presParOf" srcId="{F3225F69-EB3E-40A9-BF83-BD0DE5051EE9}" destId="{A60AEB5B-29DC-4A72-B945-D1F181A3522F}" srcOrd="0" destOrd="0" presId="urn:microsoft.com/office/officeart/2005/8/layout/hierarchy1"/>
    <dgm:cxn modelId="{F8C780FB-EF43-4A1A-A0D3-32DB3C651EEA}" type="presParOf" srcId="{A60AEB5B-29DC-4A72-B945-D1F181A3522F}" destId="{6A2858C5-597B-4B88-9CD1-358A64809900}" srcOrd="0" destOrd="0" presId="urn:microsoft.com/office/officeart/2005/8/layout/hierarchy1"/>
    <dgm:cxn modelId="{7503E597-CFFB-4EF1-9DA2-1533A69E18CB}" type="presParOf" srcId="{A60AEB5B-29DC-4A72-B945-D1F181A3522F}" destId="{29F89EE7-F488-473A-BF73-3D5DBCE26EBF}" srcOrd="1" destOrd="0" presId="urn:microsoft.com/office/officeart/2005/8/layout/hierarchy1"/>
    <dgm:cxn modelId="{E1A3E20D-5509-41B5-9DA1-12552A2A77E6}" type="presParOf" srcId="{F3225F69-EB3E-40A9-BF83-BD0DE5051EE9}" destId="{FCC28183-6513-40C6-B5EA-B70CF9715054}" srcOrd="1" destOrd="0" presId="urn:microsoft.com/office/officeart/2005/8/layout/hierarchy1"/>
    <dgm:cxn modelId="{F2B15E24-42D9-41A3-962A-E3A3170FF81B}" type="presParOf" srcId="{00234C15-9F8E-410A-A499-DB6CFF790C4F}" destId="{344145C7-EBB8-4981-88FF-CD4B42F2A449}" srcOrd="2" destOrd="0" presId="urn:microsoft.com/office/officeart/2005/8/layout/hierarchy1"/>
    <dgm:cxn modelId="{CA9E9EA6-C3CE-484B-BCCC-BD871AE8011F}" type="presParOf" srcId="{00234C15-9F8E-410A-A499-DB6CFF790C4F}" destId="{73DDF5C6-F234-4A2D-9410-2956A9122D65}" srcOrd="3" destOrd="0" presId="urn:microsoft.com/office/officeart/2005/8/layout/hierarchy1"/>
    <dgm:cxn modelId="{CEC358DC-4C92-48D2-8F91-9AB8B4F86CF3}" type="presParOf" srcId="{73DDF5C6-F234-4A2D-9410-2956A9122D65}" destId="{93125396-82B0-4EC4-A42B-70631AFA6816}" srcOrd="0" destOrd="0" presId="urn:microsoft.com/office/officeart/2005/8/layout/hierarchy1"/>
    <dgm:cxn modelId="{7DB45DBB-9194-4FBB-9B09-9DDB58907797}" type="presParOf" srcId="{93125396-82B0-4EC4-A42B-70631AFA6816}" destId="{08FD2382-D758-4BCF-9364-CD8487FAA4B1}" srcOrd="0" destOrd="0" presId="urn:microsoft.com/office/officeart/2005/8/layout/hierarchy1"/>
    <dgm:cxn modelId="{1317000E-EB08-4A7C-B219-AC4561342AE5}" type="presParOf" srcId="{93125396-82B0-4EC4-A42B-70631AFA6816}" destId="{265E95FA-F418-4295-80C0-04ABE4A81F1A}" srcOrd="1" destOrd="0" presId="urn:microsoft.com/office/officeart/2005/8/layout/hierarchy1"/>
    <dgm:cxn modelId="{677C26D7-D426-48DB-AF5C-320060DE87C0}" type="presParOf" srcId="{73DDF5C6-F234-4A2D-9410-2956A9122D65}" destId="{1A7D5665-B203-4292-97CC-587AFCDC313E}" srcOrd="1" destOrd="0" presId="urn:microsoft.com/office/officeart/2005/8/layout/hierarchy1"/>
    <dgm:cxn modelId="{B24B459C-BCA5-4F96-B6EA-7DD2529DE4DC}" type="presParOf" srcId="{B79DAD70-EDEE-41A1-A577-060167491149}" destId="{8C0341A1-41FD-4D14-9053-2D78FA5F4125}" srcOrd="4" destOrd="0" presId="urn:microsoft.com/office/officeart/2005/8/layout/hierarchy1"/>
    <dgm:cxn modelId="{B4F2E8FC-D377-471B-A5CF-7F241F28B776}" type="presParOf" srcId="{B79DAD70-EDEE-41A1-A577-060167491149}" destId="{3BEC8BB6-5785-4569-8E55-F3BEEA804597}" srcOrd="5" destOrd="0" presId="urn:microsoft.com/office/officeart/2005/8/layout/hierarchy1"/>
    <dgm:cxn modelId="{769466D8-5784-45F5-BA59-D25D0F8BB599}" type="presParOf" srcId="{3BEC8BB6-5785-4569-8E55-F3BEEA804597}" destId="{E8612C70-3A31-4976-ADAC-FD9C515E6310}" srcOrd="0" destOrd="0" presId="urn:microsoft.com/office/officeart/2005/8/layout/hierarchy1"/>
    <dgm:cxn modelId="{3828A02C-39C4-453E-89E1-30BBA04DBD77}" type="presParOf" srcId="{E8612C70-3A31-4976-ADAC-FD9C515E6310}" destId="{FB74A1EF-973B-4BC5-A633-D1D1D2C2F2B0}" srcOrd="0" destOrd="0" presId="urn:microsoft.com/office/officeart/2005/8/layout/hierarchy1"/>
    <dgm:cxn modelId="{71EB70C5-BEE3-4D0C-A662-A2188A6808FA}" type="presParOf" srcId="{E8612C70-3A31-4976-ADAC-FD9C515E6310}" destId="{86B8F050-6D27-4A18-95B8-50BD09646B39}" srcOrd="1" destOrd="0" presId="urn:microsoft.com/office/officeart/2005/8/layout/hierarchy1"/>
    <dgm:cxn modelId="{B9A28C49-7717-4845-9C48-371C865DA9D5}" type="presParOf" srcId="{3BEC8BB6-5785-4569-8E55-F3BEEA804597}" destId="{567E3071-416A-4DDD-81B6-C973419A9EEF}" srcOrd="1" destOrd="0" presId="urn:microsoft.com/office/officeart/2005/8/layout/hierarchy1"/>
    <dgm:cxn modelId="{A86419BF-4A68-422E-AAE2-8765FAE4427A}" type="presParOf" srcId="{B79DAD70-EDEE-41A1-A577-060167491149}" destId="{35963E7F-C55C-42EE-BD86-42AD2E3E82D2}" srcOrd="6" destOrd="0" presId="urn:microsoft.com/office/officeart/2005/8/layout/hierarchy1"/>
    <dgm:cxn modelId="{9037F834-0052-4AF8-BDF4-FC19BE5DB104}" type="presParOf" srcId="{B79DAD70-EDEE-41A1-A577-060167491149}" destId="{B63E5A33-3D5B-4ECA-8F36-AA50EB4B6B75}" srcOrd="7" destOrd="0" presId="urn:microsoft.com/office/officeart/2005/8/layout/hierarchy1"/>
    <dgm:cxn modelId="{FCDF6F1B-07CB-4CA3-900A-49D7988B91FE}" type="presParOf" srcId="{B63E5A33-3D5B-4ECA-8F36-AA50EB4B6B75}" destId="{AFB18DDD-B453-4448-AE65-971E5F681754}" srcOrd="0" destOrd="0" presId="urn:microsoft.com/office/officeart/2005/8/layout/hierarchy1"/>
    <dgm:cxn modelId="{DABEDA29-2A7F-4BC1-A751-4EA9EC4FAEAF}" type="presParOf" srcId="{AFB18DDD-B453-4448-AE65-971E5F681754}" destId="{B5048A5B-E3D0-4527-91A8-4D5A329A9A0D}" srcOrd="0" destOrd="0" presId="urn:microsoft.com/office/officeart/2005/8/layout/hierarchy1"/>
    <dgm:cxn modelId="{8F15FC47-E953-4E27-BFD9-9D3C9140FDA3}" type="presParOf" srcId="{AFB18DDD-B453-4448-AE65-971E5F681754}" destId="{8235A6D7-3DD9-43F2-B086-6E655FE4BAF6}" srcOrd="1" destOrd="0" presId="urn:microsoft.com/office/officeart/2005/8/layout/hierarchy1"/>
    <dgm:cxn modelId="{D6CB3C50-3090-4E41-B2F3-7A55B5FF15C5}" type="presParOf" srcId="{B63E5A33-3D5B-4ECA-8F36-AA50EB4B6B75}" destId="{0647929C-F55F-4D8F-981E-C383D7EE3FEA}" srcOrd="1" destOrd="0" presId="urn:microsoft.com/office/officeart/2005/8/layout/hierarchy1"/>
    <dgm:cxn modelId="{490F9E0F-41B5-4B9B-9C5A-B6C9DA79EC1C}" type="presParOf" srcId="{B79DAD70-EDEE-41A1-A577-060167491149}" destId="{FA791201-791C-44F4-B38C-9907918DDA98}" srcOrd="8" destOrd="0" presId="urn:microsoft.com/office/officeart/2005/8/layout/hierarchy1"/>
    <dgm:cxn modelId="{11140AF2-F783-4524-99EF-EF7A83A2EAAA}" type="presParOf" srcId="{B79DAD70-EDEE-41A1-A577-060167491149}" destId="{E61F856F-0E4A-4DA4-8FD1-E0D2DBD40681}" srcOrd="9" destOrd="0" presId="urn:microsoft.com/office/officeart/2005/8/layout/hierarchy1"/>
    <dgm:cxn modelId="{326A4579-5A69-4992-BBF0-B773407D194C}" type="presParOf" srcId="{E61F856F-0E4A-4DA4-8FD1-E0D2DBD40681}" destId="{D8FF02DE-BB22-4B0D-BB5D-52474B38E37C}" srcOrd="0" destOrd="0" presId="urn:microsoft.com/office/officeart/2005/8/layout/hierarchy1"/>
    <dgm:cxn modelId="{02650D11-DF22-48C6-886F-59C0B2303871}" type="presParOf" srcId="{D8FF02DE-BB22-4B0D-BB5D-52474B38E37C}" destId="{C9DA4F5C-768B-482E-8A89-0AE3B93978B5}" srcOrd="0" destOrd="0" presId="urn:microsoft.com/office/officeart/2005/8/layout/hierarchy1"/>
    <dgm:cxn modelId="{C43420B5-05AA-4F8C-893A-9887F756AD84}" type="presParOf" srcId="{D8FF02DE-BB22-4B0D-BB5D-52474B38E37C}" destId="{248C6A93-1652-4F8D-BC43-24B95DA51196}" srcOrd="1" destOrd="0" presId="urn:microsoft.com/office/officeart/2005/8/layout/hierarchy1"/>
    <dgm:cxn modelId="{1FB1A466-B143-4E0C-A084-0C53E6FA9E1C}" type="presParOf" srcId="{E61F856F-0E4A-4DA4-8FD1-E0D2DBD40681}" destId="{C4928908-4845-4556-80D3-441F2508A9F3}" srcOrd="1" destOrd="0" presId="urn:microsoft.com/office/officeart/2005/8/layout/hierarchy1"/>
    <dgm:cxn modelId="{0554C096-316C-4F68-8C87-1B8E7C7DA246}" type="presParOf" srcId="{B79DAD70-EDEE-41A1-A577-060167491149}" destId="{47E7EE0A-E2FB-4441-840F-5246A44C06DA}" srcOrd="10" destOrd="0" presId="urn:microsoft.com/office/officeart/2005/8/layout/hierarchy1"/>
    <dgm:cxn modelId="{8F10CC21-1D8E-4C48-BE34-3660C52A22F9}" type="presParOf" srcId="{B79DAD70-EDEE-41A1-A577-060167491149}" destId="{7A29AF19-452B-4F09-A5F3-CA93BE49E0F6}" srcOrd="11" destOrd="0" presId="urn:microsoft.com/office/officeart/2005/8/layout/hierarchy1"/>
    <dgm:cxn modelId="{74C1F4E8-4D3A-401D-B070-1EFB6E61A6DC}" type="presParOf" srcId="{7A29AF19-452B-4F09-A5F3-CA93BE49E0F6}" destId="{0F963122-EA2E-46D5-B8FE-95797684E33F}" srcOrd="0" destOrd="0" presId="urn:microsoft.com/office/officeart/2005/8/layout/hierarchy1"/>
    <dgm:cxn modelId="{E0E42D60-E397-452C-81E1-7BABA494E905}" type="presParOf" srcId="{0F963122-EA2E-46D5-B8FE-95797684E33F}" destId="{A020EA89-6ACF-47F6-A198-DE1D442D5C47}" srcOrd="0" destOrd="0" presId="urn:microsoft.com/office/officeart/2005/8/layout/hierarchy1"/>
    <dgm:cxn modelId="{848EEEF2-95D0-408B-BF6A-880A97B66C9C}" type="presParOf" srcId="{0F963122-EA2E-46D5-B8FE-95797684E33F}" destId="{6E984A00-F904-4B27-B35B-E04205A6915D}" srcOrd="1" destOrd="0" presId="urn:microsoft.com/office/officeart/2005/8/layout/hierarchy1"/>
    <dgm:cxn modelId="{E119A7A9-0673-4146-960D-A92D6CD6E6F9}" type="presParOf" srcId="{7A29AF19-452B-4F09-A5F3-CA93BE49E0F6}" destId="{9C46E09B-0E54-4919-A5EB-FE3AD745F88E}" srcOrd="1" destOrd="0" presId="urn:microsoft.com/office/officeart/2005/8/layout/hierarchy1"/>
    <dgm:cxn modelId="{314575BF-127B-49C9-84D5-39C3CE0287B3}" type="presParOf" srcId="{B79DAD70-EDEE-41A1-A577-060167491149}" destId="{E81E2FA0-CB1F-4860-8074-EE61766627A0}" srcOrd="12" destOrd="0" presId="urn:microsoft.com/office/officeart/2005/8/layout/hierarchy1"/>
    <dgm:cxn modelId="{E42130D2-0718-47CA-8A6F-832406C6A4B5}" type="presParOf" srcId="{B79DAD70-EDEE-41A1-A577-060167491149}" destId="{44637541-436F-481D-9D43-1E1B249488ED}" srcOrd="13" destOrd="0" presId="urn:microsoft.com/office/officeart/2005/8/layout/hierarchy1"/>
    <dgm:cxn modelId="{EB4E649C-0392-4577-84FC-C556DD2D7F45}" type="presParOf" srcId="{44637541-436F-481D-9D43-1E1B249488ED}" destId="{9BB0E346-12D4-4350-BDB6-D6D07188A026}" srcOrd="0" destOrd="0" presId="urn:microsoft.com/office/officeart/2005/8/layout/hierarchy1"/>
    <dgm:cxn modelId="{9384C8DC-01F9-4E6F-9CD8-5BDEDA8AAB69}" type="presParOf" srcId="{9BB0E346-12D4-4350-BDB6-D6D07188A026}" destId="{D911D37D-5AA3-4E39-B07D-2A50026F1BBE}" srcOrd="0" destOrd="0" presId="urn:microsoft.com/office/officeart/2005/8/layout/hierarchy1"/>
    <dgm:cxn modelId="{9FED3DDD-7F97-447D-9127-4A30FAA155AE}" type="presParOf" srcId="{9BB0E346-12D4-4350-BDB6-D6D07188A026}" destId="{78F05DA2-2BD4-4569-BBD5-0A2224390A8C}" srcOrd="1" destOrd="0" presId="urn:microsoft.com/office/officeart/2005/8/layout/hierarchy1"/>
    <dgm:cxn modelId="{BED64B13-D881-48AA-977B-2F0CAB24BC50}" type="presParOf" srcId="{44637541-436F-481D-9D43-1E1B249488ED}" destId="{8F95F27A-E77F-4702-B2AB-A6B489CFB65F}" srcOrd="1" destOrd="0" presId="urn:microsoft.com/office/officeart/2005/8/layout/hierarchy1"/>
    <dgm:cxn modelId="{326D43D6-2F26-447D-A598-C59FEC481DE0}" type="presParOf" srcId="{B79DAD70-EDEE-41A1-A577-060167491149}" destId="{787226F5-C587-4C7A-AB14-2DC859E4FF5A}" srcOrd="14" destOrd="0" presId="urn:microsoft.com/office/officeart/2005/8/layout/hierarchy1"/>
    <dgm:cxn modelId="{A13AED97-2C57-40B2-B8A2-02868269CAB6}" type="presParOf" srcId="{B79DAD70-EDEE-41A1-A577-060167491149}" destId="{793A5CEE-A6F1-4F7B-9E5D-F470ED95D426}" srcOrd="15" destOrd="0" presId="urn:microsoft.com/office/officeart/2005/8/layout/hierarchy1"/>
    <dgm:cxn modelId="{BA54CC9E-EA40-4545-A5D8-EA7A424883D3}" type="presParOf" srcId="{793A5CEE-A6F1-4F7B-9E5D-F470ED95D426}" destId="{951CF33D-AA1D-49BB-A105-48CF1FEED25A}" srcOrd="0" destOrd="0" presId="urn:microsoft.com/office/officeart/2005/8/layout/hierarchy1"/>
    <dgm:cxn modelId="{6662D9DE-F227-401B-BF52-C26E2C57A17A}" type="presParOf" srcId="{951CF33D-AA1D-49BB-A105-48CF1FEED25A}" destId="{C4A251BD-BF79-479E-885F-E975B5D421A1}" srcOrd="0" destOrd="0" presId="urn:microsoft.com/office/officeart/2005/8/layout/hierarchy1"/>
    <dgm:cxn modelId="{261511D2-07E1-486C-A462-EB2F5FC8BC03}" type="presParOf" srcId="{951CF33D-AA1D-49BB-A105-48CF1FEED25A}" destId="{B1A8802C-11BB-4D79-8A51-1D352F8A4FBA}" srcOrd="1" destOrd="0" presId="urn:microsoft.com/office/officeart/2005/8/layout/hierarchy1"/>
    <dgm:cxn modelId="{30F54590-CEEB-4542-9EFE-6F231363EC80}" type="presParOf" srcId="{793A5CEE-A6F1-4F7B-9E5D-F470ED95D426}" destId="{0362CFD3-7677-4DAB-8526-B0EC980EBA57}" srcOrd="1" destOrd="0" presId="urn:microsoft.com/office/officeart/2005/8/layout/hierarchy1"/>
    <dgm:cxn modelId="{876B71B2-E012-45F4-908F-1FE426334928}" type="presParOf" srcId="{0362CFD3-7677-4DAB-8526-B0EC980EBA57}" destId="{E4066573-3358-4FAF-82B5-0F16C17FE8B3}" srcOrd="0" destOrd="0" presId="urn:microsoft.com/office/officeart/2005/8/layout/hierarchy1"/>
    <dgm:cxn modelId="{63887479-B052-461E-9F28-067218D75867}" type="presParOf" srcId="{0362CFD3-7677-4DAB-8526-B0EC980EBA57}" destId="{0EE4D053-9621-4668-8AD0-C12861DB9063}" srcOrd="1" destOrd="0" presId="urn:microsoft.com/office/officeart/2005/8/layout/hierarchy1"/>
    <dgm:cxn modelId="{D7F44D69-36CF-4942-B91A-C7806FD523FE}" type="presParOf" srcId="{0EE4D053-9621-4668-8AD0-C12861DB9063}" destId="{BCB5469E-B155-4C62-88E0-E830E8ED67A0}" srcOrd="0" destOrd="0" presId="urn:microsoft.com/office/officeart/2005/8/layout/hierarchy1"/>
    <dgm:cxn modelId="{ACEB9CD8-E278-4F55-83DA-6E937EEC8788}" type="presParOf" srcId="{BCB5469E-B155-4C62-88E0-E830E8ED67A0}" destId="{54C9D34A-8E47-4319-BDE9-E66F890CC1F1}" srcOrd="0" destOrd="0" presId="urn:microsoft.com/office/officeart/2005/8/layout/hierarchy1"/>
    <dgm:cxn modelId="{B1F1FF0F-093B-49B3-B7FD-3529B0D00BE0}" type="presParOf" srcId="{BCB5469E-B155-4C62-88E0-E830E8ED67A0}" destId="{318EEC1A-C180-4CEB-A276-864CFE54098D}" srcOrd="1" destOrd="0" presId="urn:microsoft.com/office/officeart/2005/8/layout/hierarchy1"/>
    <dgm:cxn modelId="{B763F329-AFAE-4272-9C06-C938A2E064A6}" type="presParOf" srcId="{0EE4D053-9621-4668-8AD0-C12861DB9063}" destId="{E28FD1AD-615C-4A0F-8A3F-5BB4E1D67B74}" srcOrd="1" destOrd="0" presId="urn:microsoft.com/office/officeart/2005/8/layout/hierarchy1"/>
    <dgm:cxn modelId="{26C1FF49-5514-4BF7-9A37-A4FE53E577FE}" type="presParOf" srcId="{0362CFD3-7677-4DAB-8526-B0EC980EBA57}" destId="{C704C260-4CA9-4BDF-868A-1E86BAD97417}" srcOrd="2" destOrd="0" presId="urn:microsoft.com/office/officeart/2005/8/layout/hierarchy1"/>
    <dgm:cxn modelId="{650C9F40-BE2C-49A0-8906-BD3328E8D8A6}" type="presParOf" srcId="{0362CFD3-7677-4DAB-8526-B0EC980EBA57}" destId="{0C11D9F6-1FC7-4743-AB78-0C9FE77BDB1A}" srcOrd="3" destOrd="0" presId="urn:microsoft.com/office/officeart/2005/8/layout/hierarchy1"/>
    <dgm:cxn modelId="{82E5D60C-43BD-4615-9E37-489EF8F1E9F5}" type="presParOf" srcId="{0C11D9F6-1FC7-4743-AB78-0C9FE77BDB1A}" destId="{A0159D55-6275-4722-A8AA-C498FD99BFDC}" srcOrd="0" destOrd="0" presId="urn:microsoft.com/office/officeart/2005/8/layout/hierarchy1"/>
    <dgm:cxn modelId="{849F02AF-3A09-4FDB-AA89-B8E732F327F8}" type="presParOf" srcId="{A0159D55-6275-4722-A8AA-C498FD99BFDC}" destId="{F40902C4-852A-4016-91CD-7135C202960B}" srcOrd="0" destOrd="0" presId="urn:microsoft.com/office/officeart/2005/8/layout/hierarchy1"/>
    <dgm:cxn modelId="{DA552BE6-3715-4DC2-ADFE-B2714E71D8C1}" type="presParOf" srcId="{A0159D55-6275-4722-A8AA-C498FD99BFDC}" destId="{C0960823-2A21-4461-824B-A9B1A691765D}" srcOrd="1" destOrd="0" presId="urn:microsoft.com/office/officeart/2005/8/layout/hierarchy1"/>
    <dgm:cxn modelId="{41E69DB1-DA4A-430C-91F2-580E1F314F3C}" type="presParOf" srcId="{0C11D9F6-1FC7-4743-AB78-0C9FE77BDB1A}" destId="{0604A948-E21D-4017-9C11-8EF994DE9E93}" srcOrd="1" destOrd="0" presId="urn:microsoft.com/office/officeart/2005/8/layout/hierarchy1"/>
    <dgm:cxn modelId="{16F38DD4-742B-4015-884C-86E85D59A452}" type="presParOf" srcId="{B79DAD70-EDEE-41A1-A577-060167491149}" destId="{0A4DE49A-BE55-4425-AC43-401341A4BD08}" srcOrd="16" destOrd="0" presId="urn:microsoft.com/office/officeart/2005/8/layout/hierarchy1"/>
    <dgm:cxn modelId="{DDA2C426-A024-4057-ACE4-2EEA8B507387}" type="presParOf" srcId="{B79DAD70-EDEE-41A1-A577-060167491149}" destId="{83FB225C-31D1-4B63-A95A-FEBD5DD60AE6}" srcOrd="17" destOrd="0" presId="urn:microsoft.com/office/officeart/2005/8/layout/hierarchy1"/>
    <dgm:cxn modelId="{9A7AB33D-00A9-45C4-AC33-A811FED92A6D}" type="presParOf" srcId="{83FB225C-31D1-4B63-A95A-FEBD5DD60AE6}" destId="{D60BADFB-97FA-4D3B-8873-05FAF4F2FCC3}" srcOrd="0" destOrd="0" presId="urn:microsoft.com/office/officeart/2005/8/layout/hierarchy1"/>
    <dgm:cxn modelId="{44835AA4-F051-4253-9D81-DDCF2EBF018C}" type="presParOf" srcId="{D60BADFB-97FA-4D3B-8873-05FAF4F2FCC3}" destId="{61CFD1F1-E1DD-4D22-91E9-EAEEE481E778}" srcOrd="0" destOrd="0" presId="urn:microsoft.com/office/officeart/2005/8/layout/hierarchy1"/>
    <dgm:cxn modelId="{F6D85412-BE56-4E06-8C49-C409E9F73AE1}" type="presParOf" srcId="{D60BADFB-97FA-4D3B-8873-05FAF4F2FCC3}" destId="{5D2114CA-924C-4632-AF77-8AC9102A35F8}" srcOrd="1" destOrd="0" presId="urn:microsoft.com/office/officeart/2005/8/layout/hierarchy1"/>
    <dgm:cxn modelId="{14250C89-AC52-4CCD-A793-2E9F45D48A75}" type="presParOf" srcId="{83FB225C-31D1-4B63-A95A-FEBD5DD60AE6}" destId="{51055A77-E351-4202-8A4B-30036FB3C2AF}"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4DE49A-BE55-4425-AC43-401341A4BD08}">
      <dsp:nvSpPr>
        <dsp:cNvPr id="0" name=""/>
        <dsp:cNvSpPr/>
      </dsp:nvSpPr>
      <dsp:spPr>
        <a:xfrm>
          <a:off x="5460647" y="1291355"/>
          <a:ext cx="4948490" cy="294378"/>
        </a:xfrm>
        <a:custGeom>
          <a:avLst/>
          <a:gdLst/>
          <a:ahLst/>
          <a:cxnLst/>
          <a:rect l="0" t="0" r="0" b="0"/>
          <a:pathLst>
            <a:path>
              <a:moveTo>
                <a:pt x="0" y="0"/>
              </a:moveTo>
              <a:lnTo>
                <a:pt x="0" y="200610"/>
              </a:lnTo>
              <a:lnTo>
                <a:pt x="4948490" y="200610"/>
              </a:lnTo>
              <a:lnTo>
                <a:pt x="4948490" y="294378"/>
              </a:lnTo>
            </a:path>
          </a:pathLst>
        </a:custGeom>
        <a:noFill/>
        <a:ln w="1270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704C260-4CA9-4BDF-868A-1E86BAD97417}">
      <dsp:nvSpPr>
        <dsp:cNvPr id="0" name=""/>
        <dsp:cNvSpPr/>
      </dsp:nvSpPr>
      <dsp:spPr>
        <a:xfrm>
          <a:off x="9172015" y="2228475"/>
          <a:ext cx="753000" cy="294378"/>
        </a:xfrm>
        <a:custGeom>
          <a:avLst/>
          <a:gdLst/>
          <a:ahLst/>
          <a:cxnLst/>
          <a:rect l="0" t="0" r="0" b="0"/>
          <a:pathLst>
            <a:path>
              <a:moveTo>
                <a:pt x="0" y="0"/>
              </a:moveTo>
              <a:lnTo>
                <a:pt x="0" y="200610"/>
              </a:lnTo>
              <a:lnTo>
                <a:pt x="753000" y="200610"/>
              </a:lnTo>
              <a:lnTo>
                <a:pt x="753000" y="294378"/>
              </a:lnTo>
            </a:path>
          </a:pathLst>
        </a:custGeom>
        <a:noFill/>
        <a:ln w="12700" cap="flat" cmpd="sng" algn="ctr">
          <a:solidFill>
            <a:schemeClr val="accent2">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4066573-3358-4FAF-82B5-0F16C17FE8B3}">
      <dsp:nvSpPr>
        <dsp:cNvPr id="0" name=""/>
        <dsp:cNvSpPr/>
      </dsp:nvSpPr>
      <dsp:spPr>
        <a:xfrm>
          <a:off x="8553453" y="2228475"/>
          <a:ext cx="618561" cy="294378"/>
        </a:xfrm>
        <a:custGeom>
          <a:avLst/>
          <a:gdLst/>
          <a:ahLst/>
          <a:cxnLst/>
          <a:rect l="0" t="0" r="0" b="0"/>
          <a:pathLst>
            <a:path>
              <a:moveTo>
                <a:pt x="618561" y="0"/>
              </a:moveTo>
              <a:lnTo>
                <a:pt x="618561" y="200610"/>
              </a:lnTo>
              <a:lnTo>
                <a:pt x="0" y="200610"/>
              </a:lnTo>
              <a:lnTo>
                <a:pt x="0" y="294378"/>
              </a:lnTo>
            </a:path>
          </a:pathLst>
        </a:custGeom>
        <a:noFill/>
        <a:ln w="12700" cap="flat" cmpd="sng" algn="ctr">
          <a:solidFill>
            <a:schemeClr val="accent2">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7226F5-C587-4C7A-AB14-2DC859E4FF5A}">
      <dsp:nvSpPr>
        <dsp:cNvPr id="0" name=""/>
        <dsp:cNvSpPr/>
      </dsp:nvSpPr>
      <dsp:spPr>
        <a:xfrm>
          <a:off x="5460647" y="1291355"/>
          <a:ext cx="3711367" cy="294378"/>
        </a:xfrm>
        <a:custGeom>
          <a:avLst/>
          <a:gdLst/>
          <a:ahLst/>
          <a:cxnLst/>
          <a:rect l="0" t="0" r="0" b="0"/>
          <a:pathLst>
            <a:path>
              <a:moveTo>
                <a:pt x="0" y="0"/>
              </a:moveTo>
              <a:lnTo>
                <a:pt x="0" y="200610"/>
              </a:lnTo>
              <a:lnTo>
                <a:pt x="3711367" y="200610"/>
              </a:lnTo>
              <a:lnTo>
                <a:pt x="3711367" y="294378"/>
              </a:lnTo>
            </a:path>
          </a:pathLst>
        </a:custGeom>
        <a:noFill/>
        <a:ln w="1270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81E2FA0-CB1F-4860-8074-EE61766627A0}">
      <dsp:nvSpPr>
        <dsp:cNvPr id="0" name=""/>
        <dsp:cNvSpPr/>
      </dsp:nvSpPr>
      <dsp:spPr>
        <a:xfrm>
          <a:off x="5460647" y="1291355"/>
          <a:ext cx="2474245" cy="294378"/>
        </a:xfrm>
        <a:custGeom>
          <a:avLst/>
          <a:gdLst/>
          <a:ahLst/>
          <a:cxnLst/>
          <a:rect l="0" t="0" r="0" b="0"/>
          <a:pathLst>
            <a:path>
              <a:moveTo>
                <a:pt x="0" y="0"/>
              </a:moveTo>
              <a:lnTo>
                <a:pt x="0" y="200610"/>
              </a:lnTo>
              <a:lnTo>
                <a:pt x="2474245" y="200610"/>
              </a:lnTo>
              <a:lnTo>
                <a:pt x="2474245" y="294378"/>
              </a:lnTo>
            </a:path>
          </a:pathLst>
        </a:custGeom>
        <a:noFill/>
        <a:ln w="1270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7E7EE0A-E2FB-4441-840F-5246A44C06DA}">
      <dsp:nvSpPr>
        <dsp:cNvPr id="0" name=""/>
        <dsp:cNvSpPr/>
      </dsp:nvSpPr>
      <dsp:spPr>
        <a:xfrm>
          <a:off x="5460647" y="1291355"/>
          <a:ext cx="1237122" cy="294378"/>
        </a:xfrm>
        <a:custGeom>
          <a:avLst/>
          <a:gdLst/>
          <a:ahLst/>
          <a:cxnLst/>
          <a:rect l="0" t="0" r="0" b="0"/>
          <a:pathLst>
            <a:path>
              <a:moveTo>
                <a:pt x="0" y="0"/>
              </a:moveTo>
              <a:lnTo>
                <a:pt x="0" y="200610"/>
              </a:lnTo>
              <a:lnTo>
                <a:pt x="1237122" y="200610"/>
              </a:lnTo>
              <a:lnTo>
                <a:pt x="1237122" y="294378"/>
              </a:lnTo>
            </a:path>
          </a:pathLst>
        </a:custGeom>
        <a:noFill/>
        <a:ln w="1270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A791201-791C-44F4-B38C-9907918DDA98}">
      <dsp:nvSpPr>
        <dsp:cNvPr id="0" name=""/>
        <dsp:cNvSpPr/>
      </dsp:nvSpPr>
      <dsp:spPr>
        <a:xfrm>
          <a:off x="5414927" y="1291355"/>
          <a:ext cx="91440" cy="294378"/>
        </a:xfrm>
        <a:custGeom>
          <a:avLst/>
          <a:gdLst/>
          <a:ahLst/>
          <a:cxnLst/>
          <a:rect l="0" t="0" r="0" b="0"/>
          <a:pathLst>
            <a:path>
              <a:moveTo>
                <a:pt x="45720" y="0"/>
              </a:moveTo>
              <a:lnTo>
                <a:pt x="45720" y="294378"/>
              </a:lnTo>
            </a:path>
          </a:pathLst>
        </a:custGeom>
        <a:noFill/>
        <a:ln w="1270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5963E7F-C55C-42EE-BD86-42AD2E3E82D2}">
      <dsp:nvSpPr>
        <dsp:cNvPr id="0" name=""/>
        <dsp:cNvSpPr/>
      </dsp:nvSpPr>
      <dsp:spPr>
        <a:xfrm>
          <a:off x="4223524" y="1291355"/>
          <a:ext cx="1237122" cy="294378"/>
        </a:xfrm>
        <a:custGeom>
          <a:avLst/>
          <a:gdLst/>
          <a:ahLst/>
          <a:cxnLst/>
          <a:rect l="0" t="0" r="0" b="0"/>
          <a:pathLst>
            <a:path>
              <a:moveTo>
                <a:pt x="1237122" y="0"/>
              </a:moveTo>
              <a:lnTo>
                <a:pt x="1237122" y="200610"/>
              </a:lnTo>
              <a:lnTo>
                <a:pt x="0" y="200610"/>
              </a:lnTo>
              <a:lnTo>
                <a:pt x="0" y="294378"/>
              </a:lnTo>
            </a:path>
          </a:pathLst>
        </a:custGeom>
        <a:noFill/>
        <a:ln w="1270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0341A1-41FD-4D14-9053-2D78FA5F4125}">
      <dsp:nvSpPr>
        <dsp:cNvPr id="0" name=""/>
        <dsp:cNvSpPr/>
      </dsp:nvSpPr>
      <dsp:spPr>
        <a:xfrm>
          <a:off x="2986401" y="1291355"/>
          <a:ext cx="2474245" cy="294378"/>
        </a:xfrm>
        <a:custGeom>
          <a:avLst/>
          <a:gdLst/>
          <a:ahLst/>
          <a:cxnLst/>
          <a:rect l="0" t="0" r="0" b="0"/>
          <a:pathLst>
            <a:path>
              <a:moveTo>
                <a:pt x="2474245" y="0"/>
              </a:moveTo>
              <a:lnTo>
                <a:pt x="2474245" y="200610"/>
              </a:lnTo>
              <a:lnTo>
                <a:pt x="0" y="200610"/>
              </a:lnTo>
              <a:lnTo>
                <a:pt x="0" y="294378"/>
              </a:lnTo>
            </a:path>
          </a:pathLst>
        </a:custGeom>
        <a:noFill/>
        <a:ln w="1270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4145C7-EBB8-4981-88FF-CD4B42F2A449}">
      <dsp:nvSpPr>
        <dsp:cNvPr id="0" name=""/>
        <dsp:cNvSpPr/>
      </dsp:nvSpPr>
      <dsp:spPr>
        <a:xfrm>
          <a:off x="1749279" y="3165596"/>
          <a:ext cx="618561" cy="294378"/>
        </a:xfrm>
        <a:custGeom>
          <a:avLst/>
          <a:gdLst/>
          <a:ahLst/>
          <a:cxnLst/>
          <a:rect l="0" t="0" r="0" b="0"/>
          <a:pathLst>
            <a:path>
              <a:moveTo>
                <a:pt x="0" y="0"/>
              </a:moveTo>
              <a:lnTo>
                <a:pt x="0" y="200610"/>
              </a:lnTo>
              <a:lnTo>
                <a:pt x="618561" y="200610"/>
              </a:lnTo>
              <a:lnTo>
                <a:pt x="618561" y="294378"/>
              </a:lnTo>
            </a:path>
          </a:pathLst>
        </a:custGeom>
        <a:noFill/>
        <a:ln w="12700" cap="flat" cmpd="sng" algn="ctr">
          <a:solidFill>
            <a:schemeClr val="accent2">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0660A89-B287-4401-99D6-75CD58965B79}">
      <dsp:nvSpPr>
        <dsp:cNvPr id="0" name=""/>
        <dsp:cNvSpPr/>
      </dsp:nvSpPr>
      <dsp:spPr>
        <a:xfrm>
          <a:off x="1130717" y="3165596"/>
          <a:ext cx="618561" cy="294378"/>
        </a:xfrm>
        <a:custGeom>
          <a:avLst/>
          <a:gdLst/>
          <a:ahLst/>
          <a:cxnLst/>
          <a:rect l="0" t="0" r="0" b="0"/>
          <a:pathLst>
            <a:path>
              <a:moveTo>
                <a:pt x="618561" y="0"/>
              </a:moveTo>
              <a:lnTo>
                <a:pt x="618561" y="200610"/>
              </a:lnTo>
              <a:lnTo>
                <a:pt x="0" y="200610"/>
              </a:lnTo>
              <a:lnTo>
                <a:pt x="0" y="294378"/>
              </a:lnTo>
            </a:path>
          </a:pathLst>
        </a:custGeom>
        <a:noFill/>
        <a:ln w="12700" cap="flat" cmpd="sng" algn="ctr">
          <a:solidFill>
            <a:schemeClr val="accent2">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4E1E6A4-C360-46FC-A463-CDDFA2BC3C23}">
      <dsp:nvSpPr>
        <dsp:cNvPr id="0" name=""/>
        <dsp:cNvSpPr/>
      </dsp:nvSpPr>
      <dsp:spPr>
        <a:xfrm>
          <a:off x="1703559" y="2228475"/>
          <a:ext cx="91440" cy="294378"/>
        </a:xfrm>
        <a:custGeom>
          <a:avLst/>
          <a:gdLst/>
          <a:ahLst/>
          <a:cxnLst/>
          <a:rect l="0" t="0" r="0" b="0"/>
          <a:pathLst>
            <a:path>
              <a:moveTo>
                <a:pt x="45720" y="0"/>
              </a:moveTo>
              <a:lnTo>
                <a:pt x="45720" y="294378"/>
              </a:lnTo>
            </a:path>
          </a:pathLst>
        </a:custGeom>
        <a:noFill/>
        <a:ln w="12700" cap="flat" cmpd="sng" algn="ctr">
          <a:solidFill>
            <a:schemeClr val="accent2">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FBF5EF1-D5B8-47B4-AB4F-563085E2FD97}">
      <dsp:nvSpPr>
        <dsp:cNvPr id="0" name=""/>
        <dsp:cNvSpPr/>
      </dsp:nvSpPr>
      <dsp:spPr>
        <a:xfrm>
          <a:off x="1749279" y="1291355"/>
          <a:ext cx="3711367" cy="294378"/>
        </a:xfrm>
        <a:custGeom>
          <a:avLst/>
          <a:gdLst/>
          <a:ahLst/>
          <a:cxnLst/>
          <a:rect l="0" t="0" r="0" b="0"/>
          <a:pathLst>
            <a:path>
              <a:moveTo>
                <a:pt x="3711367" y="0"/>
              </a:moveTo>
              <a:lnTo>
                <a:pt x="3711367" y="200610"/>
              </a:lnTo>
              <a:lnTo>
                <a:pt x="0" y="200610"/>
              </a:lnTo>
              <a:lnTo>
                <a:pt x="0" y="294378"/>
              </a:lnTo>
            </a:path>
          </a:pathLst>
        </a:custGeom>
        <a:noFill/>
        <a:ln w="1270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F612D6B-DD5A-41D9-A0F5-CB79B23F7CE2}">
      <dsp:nvSpPr>
        <dsp:cNvPr id="0" name=""/>
        <dsp:cNvSpPr/>
      </dsp:nvSpPr>
      <dsp:spPr>
        <a:xfrm>
          <a:off x="512156" y="1291355"/>
          <a:ext cx="4948490" cy="294378"/>
        </a:xfrm>
        <a:custGeom>
          <a:avLst/>
          <a:gdLst/>
          <a:ahLst/>
          <a:cxnLst/>
          <a:rect l="0" t="0" r="0" b="0"/>
          <a:pathLst>
            <a:path>
              <a:moveTo>
                <a:pt x="4948490" y="0"/>
              </a:moveTo>
              <a:lnTo>
                <a:pt x="4948490" y="200610"/>
              </a:lnTo>
              <a:lnTo>
                <a:pt x="0" y="200610"/>
              </a:lnTo>
              <a:lnTo>
                <a:pt x="0" y="294378"/>
              </a:lnTo>
            </a:path>
          </a:pathLst>
        </a:custGeom>
        <a:noFill/>
        <a:ln w="1270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A01D409-AC4C-43E1-8C9E-63DD32F174CD}">
      <dsp:nvSpPr>
        <dsp:cNvPr id="0" name=""/>
        <dsp:cNvSpPr/>
      </dsp:nvSpPr>
      <dsp:spPr>
        <a:xfrm>
          <a:off x="4954551" y="648613"/>
          <a:ext cx="1012191" cy="642741"/>
        </a:xfrm>
        <a:prstGeom prst="roundRect">
          <a:avLst>
            <a:gd name="adj" fmla="val 10000"/>
          </a:avLst>
        </a:prstGeom>
        <a:gradFill rotWithShape="0">
          <a:gsLst>
            <a:gs pos="0">
              <a:schemeClr val="accent2">
                <a:shade val="80000"/>
                <a:hueOff val="0"/>
                <a:satOff val="0"/>
                <a:lumOff val="0"/>
                <a:alphaOff val="0"/>
                <a:satMod val="103000"/>
                <a:lumMod val="102000"/>
                <a:tint val="94000"/>
              </a:schemeClr>
            </a:gs>
            <a:gs pos="50000">
              <a:schemeClr val="accent2">
                <a:shade val="80000"/>
                <a:hueOff val="0"/>
                <a:satOff val="0"/>
                <a:lumOff val="0"/>
                <a:alphaOff val="0"/>
                <a:satMod val="110000"/>
                <a:lumMod val="100000"/>
                <a:shade val="100000"/>
              </a:schemeClr>
            </a:gs>
            <a:gs pos="100000">
              <a:schemeClr val="accent2">
                <a:shade val="8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A73F2595-302E-40C7-8893-D7624C032BD8}">
      <dsp:nvSpPr>
        <dsp:cNvPr id="0" name=""/>
        <dsp:cNvSpPr/>
      </dsp:nvSpPr>
      <dsp:spPr>
        <a:xfrm>
          <a:off x="5067017" y="755456"/>
          <a:ext cx="1012191" cy="642741"/>
        </a:xfrm>
        <a:prstGeom prst="roundRect">
          <a:avLst>
            <a:gd name="adj" fmla="val 10000"/>
          </a:avLst>
        </a:prstGeom>
        <a:solidFill>
          <a:schemeClr val="lt1">
            <a:alpha val="90000"/>
            <a:hueOff val="0"/>
            <a:satOff val="0"/>
            <a:lumOff val="0"/>
            <a:alphaOff val="0"/>
          </a:schemeClr>
        </a:solidFill>
        <a:ln w="6350" cap="flat" cmpd="sng" algn="ctr">
          <a:solidFill>
            <a:schemeClr val="accent2">
              <a:shade val="8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fr-FR" sz="1050" kern="1200" dirty="0">
              <a:latin typeface="Times New Roman" panose="02020603050405020304" pitchFamily="18" charset="0"/>
              <a:cs typeface="Times New Roman" panose="02020603050405020304" pitchFamily="18" charset="0"/>
            </a:rPr>
            <a:t>Directeur Générale</a:t>
          </a:r>
          <a:endParaRPr lang="LID4096" sz="1050" kern="1200" dirty="0">
            <a:latin typeface="Times New Roman" panose="02020603050405020304" pitchFamily="18" charset="0"/>
            <a:cs typeface="Times New Roman" panose="02020603050405020304" pitchFamily="18" charset="0"/>
          </a:endParaRPr>
        </a:p>
      </dsp:txBody>
      <dsp:txXfrm>
        <a:off x="5085842" y="774281"/>
        <a:ext cx="974541" cy="605091"/>
      </dsp:txXfrm>
    </dsp:sp>
    <dsp:sp modelId="{1207FDCD-61EF-4957-90F0-DB6CBC759EFD}">
      <dsp:nvSpPr>
        <dsp:cNvPr id="0" name=""/>
        <dsp:cNvSpPr/>
      </dsp:nvSpPr>
      <dsp:spPr>
        <a:xfrm>
          <a:off x="6061" y="1585734"/>
          <a:ext cx="1012191" cy="880491"/>
        </a:xfrm>
        <a:prstGeom prst="roundRect">
          <a:avLst>
            <a:gd name="adj" fmla="val 10000"/>
          </a:avLst>
        </a:prstGeom>
        <a:gradFill rotWithShape="0">
          <a:gsLst>
            <a:gs pos="0">
              <a:schemeClr val="accent2">
                <a:shade val="80000"/>
                <a:hueOff val="0"/>
                <a:satOff val="0"/>
                <a:lumOff val="0"/>
                <a:alphaOff val="0"/>
                <a:satMod val="103000"/>
                <a:lumMod val="102000"/>
                <a:tint val="94000"/>
              </a:schemeClr>
            </a:gs>
            <a:gs pos="50000">
              <a:schemeClr val="accent2">
                <a:shade val="80000"/>
                <a:hueOff val="0"/>
                <a:satOff val="0"/>
                <a:lumOff val="0"/>
                <a:alphaOff val="0"/>
                <a:satMod val="110000"/>
                <a:lumMod val="100000"/>
                <a:shade val="100000"/>
              </a:schemeClr>
            </a:gs>
            <a:gs pos="100000">
              <a:schemeClr val="accent2">
                <a:shade val="8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399BF63B-BBCF-43C8-99D4-BB184C26481E}">
      <dsp:nvSpPr>
        <dsp:cNvPr id="0" name=""/>
        <dsp:cNvSpPr/>
      </dsp:nvSpPr>
      <dsp:spPr>
        <a:xfrm>
          <a:off x="118526" y="1692576"/>
          <a:ext cx="1012191" cy="880491"/>
        </a:xfrm>
        <a:prstGeom prst="roundRect">
          <a:avLst>
            <a:gd name="adj" fmla="val 10000"/>
          </a:avLst>
        </a:prstGeom>
        <a:solidFill>
          <a:schemeClr val="lt1">
            <a:alpha val="90000"/>
            <a:hueOff val="0"/>
            <a:satOff val="0"/>
            <a:lumOff val="0"/>
            <a:alphaOff val="0"/>
          </a:schemeClr>
        </a:solidFill>
        <a:ln w="6350" cap="flat" cmpd="sng" algn="ctr">
          <a:solidFill>
            <a:schemeClr val="accent2">
              <a:tint val="99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fr-FR" sz="1050" kern="1200" dirty="0">
              <a:latin typeface="Times New Roman" panose="02020603050405020304" pitchFamily="18" charset="0"/>
              <a:cs typeface="Times New Roman" panose="02020603050405020304" pitchFamily="18" charset="0"/>
            </a:rPr>
            <a:t>SERVICE</a:t>
          </a:r>
          <a:endParaRPr lang="LID4096" sz="1050" kern="1200" dirty="0">
            <a:latin typeface="Times New Roman" panose="02020603050405020304" pitchFamily="18" charset="0"/>
            <a:cs typeface="Times New Roman" panose="02020603050405020304" pitchFamily="18" charset="0"/>
          </a:endParaRPr>
        </a:p>
        <a:p>
          <a:pPr marL="0" lvl="0" indent="0" algn="ctr" defTabSz="466725">
            <a:lnSpc>
              <a:spcPct val="90000"/>
            </a:lnSpc>
            <a:spcBef>
              <a:spcPct val="0"/>
            </a:spcBef>
            <a:spcAft>
              <a:spcPct val="35000"/>
            </a:spcAft>
            <a:buNone/>
          </a:pPr>
          <a:r>
            <a:rPr lang="fr-FR" sz="1050" kern="1200" dirty="0">
              <a:latin typeface="Times New Roman" panose="02020603050405020304" pitchFamily="18" charset="0"/>
              <a:cs typeface="Times New Roman" panose="02020603050405020304" pitchFamily="18" charset="0"/>
            </a:rPr>
            <a:t>INFORMATIQUE ET</a:t>
          </a:r>
          <a:endParaRPr lang="LID4096" sz="1050" kern="1200" dirty="0">
            <a:latin typeface="Times New Roman" panose="02020603050405020304" pitchFamily="18" charset="0"/>
            <a:cs typeface="Times New Roman" panose="02020603050405020304" pitchFamily="18" charset="0"/>
          </a:endParaRPr>
        </a:p>
        <a:p>
          <a:pPr marL="0" lvl="0" indent="0" algn="ctr" defTabSz="466725">
            <a:lnSpc>
              <a:spcPct val="90000"/>
            </a:lnSpc>
            <a:spcBef>
              <a:spcPct val="0"/>
            </a:spcBef>
            <a:spcAft>
              <a:spcPct val="35000"/>
            </a:spcAft>
            <a:buNone/>
          </a:pPr>
          <a:r>
            <a:rPr lang="fr-FR" sz="1050" kern="1200" dirty="0">
              <a:latin typeface="Times New Roman" panose="02020603050405020304" pitchFamily="18" charset="0"/>
              <a:cs typeface="Times New Roman" panose="02020603050405020304" pitchFamily="18" charset="0"/>
            </a:rPr>
            <a:t>TECHNOLOGIQUE</a:t>
          </a:r>
          <a:endParaRPr lang="LID4096" sz="1050" kern="1200" dirty="0">
            <a:latin typeface="Times New Roman" panose="02020603050405020304" pitchFamily="18" charset="0"/>
            <a:cs typeface="Times New Roman" panose="02020603050405020304" pitchFamily="18" charset="0"/>
          </a:endParaRPr>
        </a:p>
      </dsp:txBody>
      <dsp:txXfrm>
        <a:off x="144315" y="1718365"/>
        <a:ext cx="960613" cy="828913"/>
      </dsp:txXfrm>
    </dsp:sp>
    <dsp:sp modelId="{72F37EAF-D787-4A5E-8CAD-5562F6735C9E}">
      <dsp:nvSpPr>
        <dsp:cNvPr id="0" name=""/>
        <dsp:cNvSpPr/>
      </dsp:nvSpPr>
      <dsp:spPr>
        <a:xfrm>
          <a:off x="1243183" y="1585734"/>
          <a:ext cx="1012191" cy="642741"/>
        </a:xfrm>
        <a:prstGeom prst="roundRect">
          <a:avLst>
            <a:gd name="adj" fmla="val 10000"/>
          </a:avLst>
        </a:prstGeom>
        <a:gradFill rotWithShape="0">
          <a:gsLst>
            <a:gs pos="0">
              <a:schemeClr val="accent2">
                <a:tint val="99000"/>
                <a:hueOff val="0"/>
                <a:satOff val="0"/>
                <a:lumOff val="0"/>
                <a:alphaOff val="0"/>
                <a:satMod val="103000"/>
                <a:lumMod val="102000"/>
                <a:tint val="94000"/>
              </a:schemeClr>
            </a:gs>
            <a:gs pos="50000">
              <a:schemeClr val="accent2">
                <a:tint val="99000"/>
                <a:hueOff val="0"/>
                <a:satOff val="0"/>
                <a:lumOff val="0"/>
                <a:alphaOff val="0"/>
                <a:satMod val="110000"/>
                <a:lumMod val="100000"/>
                <a:shade val="100000"/>
              </a:schemeClr>
            </a:gs>
            <a:gs pos="100000">
              <a:schemeClr val="accent2">
                <a:tint val="99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420DB59B-8D07-424D-BD69-AC739F852C93}">
      <dsp:nvSpPr>
        <dsp:cNvPr id="0" name=""/>
        <dsp:cNvSpPr/>
      </dsp:nvSpPr>
      <dsp:spPr>
        <a:xfrm>
          <a:off x="1355649" y="1692576"/>
          <a:ext cx="1012191" cy="642741"/>
        </a:xfrm>
        <a:prstGeom prst="roundRect">
          <a:avLst>
            <a:gd name="adj" fmla="val 10000"/>
          </a:avLst>
        </a:prstGeom>
        <a:solidFill>
          <a:schemeClr val="lt1">
            <a:alpha val="90000"/>
            <a:hueOff val="0"/>
            <a:satOff val="0"/>
            <a:lumOff val="0"/>
            <a:alphaOff val="0"/>
          </a:schemeClr>
        </a:solidFill>
        <a:ln w="6350" cap="flat" cmpd="sng" algn="ctr">
          <a:solidFill>
            <a:schemeClr val="accent2">
              <a:tint val="99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fr-FR" sz="1050" kern="1200" dirty="0">
              <a:latin typeface="Times New Roman" panose="02020603050405020304" pitchFamily="18" charset="0"/>
              <a:cs typeface="Times New Roman" panose="02020603050405020304" pitchFamily="18" charset="0"/>
            </a:rPr>
            <a:t>Directeur Financier</a:t>
          </a:r>
          <a:endParaRPr lang="LID4096" sz="1050" kern="1200" dirty="0">
            <a:latin typeface="Times New Roman" panose="02020603050405020304" pitchFamily="18" charset="0"/>
            <a:cs typeface="Times New Roman" panose="02020603050405020304" pitchFamily="18" charset="0"/>
          </a:endParaRPr>
        </a:p>
      </dsp:txBody>
      <dsp:txXfrm>
        <a:off x="1374474" y="1711401"/>
        <a:ext cx="974541" cy="605091"/>
      </dsp:txXfrm>
    </dsp:sp>
    <dsp:sp modelId="{C52F8122-6066-47C8-A1C7-2B38F650B16C}">
      <dsp:nvSpPr>
        <dsp:cNvPr id="0" name=""/>
        <dsp:cNvSpPr/>
      </dsp:nvSpPr>
      <dsp:spPr>
        <a:xfrm>
          <a:off x="1243183" y="2522854"/>
          <a:ext cx="1012191" cy="642741"/>
        </a:xfrm>
        <a:prstGeom prst="roundRect">
          <a:avLst>
            <a:gd name="adj" fmla="val 10000"/>
          </a:avLst>
        </a:prstGeom>
        <a:gradFill rotWithShape="0">
          <a:gsLst>
            <a:gs pos="0">
              <a:schemeClr val="accent2">
                <a:tint val="80000"/>
                <a:hueOff val="0"/>
                <a:satOff val="0"/>
                <a:lumOff val="0"/>
                <a:alphaOff val="0"/>
                <a:satMod val="103000"/>
                <a:lumMod val="102000"/>
                <a:tint val="94000"/>
              </a:schemeClr>
            </a:gs>
            <a:gs pos="50000">
              <a:schemeClr val="accent2">
                <a:tint val="80000"/>
                <a:hueOff val="0"/>
                <a:satOff val="0"/>
                <a:lumOff val="0"/>
                <a:alphaOff val="0"/>
                <a:satMod val="110000"/>
                <a:lumMod val="100000"/>
                <a:shade val="100000"/>
              </a:schemeClr>
            </a:gs>
            <a:gs pos="100000">
              <a:schemeClr val="accent2">
                <a:tint val="8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DBE40AC5-B8B5-4E5D-9232-55B303DC1B4E}">
      <dsp:nvSpPr>
        <dsp:cNvPr id="0" name=""/>
        <dsp:cNvSpPr/>
      </dsp:nvSpPr>
      <dsp:spPr>
        <a:xfrm>
          <a:off x="1355649" y="2629697"/>
          <a:ext cx="1012191" cy="642741"/>
        </a:xfrm>
        <a:prstGeom prst="roundRect">
          <a:avLst>
            <a:gd name="adj" fmla="val 10000"/>
          </a:avLst>
        </a:prstGeom>
        <a:solidFill>
          <a:schemeClr val="lt1">
            <a:alpha val="90000"/>
            <a:hueOff val="0"/>
            <a:satOff val="0"/>
            <a:lumOff val="0"/>
            <a:alphaOff val="0"/>
          </a:schemeClr>
        </a:solidFill>
        <a:ln w="6350" cap="flat" cmpd="sng" algn="ctr">
          <a:solidFill>
            <a:schemeClr val="accent2">
              <a:tint val="8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fr-FR" sz="1050" kern="1200" dirty="0">
              <a:latin typeface="Times New Roman" panose="02020603050405020304" pitchFamily="18" charset="0"/>
              <a:cs typeface="Times New Roman" panose="02020603050405020304" pitchFamily="18" charset="0"/>
            </a:rPr>
            <a:t>CHEF DE</a:t>
          </a:r>
          <a:endParaRPr lang="LID4096" sz="1050" kern="1200" dirty="0">
            <a:latin typeface="Times New Roman" panose="02020603050405020304" pitchFamily="18" charset="0"/>
            <a:cs typeface="Times New Roman" panose="02020603050405020304" pitchFamily="18" charset="0"/>
          </a:endParaRPr>
        </a:p>
        <a:p>
          <a:pPr marL="0" lvl="0" indent="0" algn="ctr" defTabSz="466725">
            <a:lnSpc>
              <a:spcPct val="90000"/>
            </a:lnSpc>
            <a:spcBef>
              <a:spcPct val="0"/>
            </a:spcBef>
            <a:spcAft>
              <a:spcPct val="35000"/>
            </a:spcAft>
            <a:buNone/>
          </a:pPr>
          <a:r>
            <a:rPr lang="fr-FR" sz="1050" kern="1200" dirty="0">
              <a:latin typeface="Times New Roman" panose="02020603050405020304" pitchFamily="18" charset="0"/>
              <a:cs typeface="Times New Roman" panose="02020603050405020304" pitchFamily="18" charset="0"/>
            </a:rPr>
            <a:t>DEPARTEMENT</a:t>
          </a:r>
          <a:endParaRPr lang="LID4096" sz="1050" kern="1200" dirty="0">
            <a:latin typeface="Times New Roman" panose="02020603050405020304" pitchFamily="18" charset="0"/>
            <a:cs typeface="Times New Roman" panose="02020603050405020304" pitchFamily="18" charset="0"/>
          </a:endParaRPr>
        </a:p>
        <a:p>
          <a:pPr marL="0" lvl="0" indent="0" algn="ctr" defTabSz="466725">
            <a:lnSpc>
              <a:spcPct val="90000"/>
            </a:lnSpc>
            <a:spcBef>
              <a:spcPct val="0"/>
            </a:spcBef>
            <a:spcAft>
              <a:spcPct val="35000"/>
            </a:spcAft>
            <a:buNone/>
          </a:pPr>
          <a:r>
            <a:rPr lang="fr-FR" sz="1050" kern="1200" dirty="0">
              <a:latin typeface="Times New Roman" panose="02020603050405020304" pitchFamily="18" charset="0"/>
              <a:cs typeface="Times New Roman" panose="02020603050405020304" pitchFamily="18" charset="0"/>
            </a:rPr>
            <a:t>FINANCIER</a:t>
          </a:r>
          <a:endParaRPr lang="LID4096" sz="1050" kern="1200" dirty="0">
            <a:latin typeface="Times New Roman" panose="02020603050405020304" pitchFamily="18" charset="0"/>
            <a:cs typeface="Times New Roman" panose="02020603050405020304" pitchFamily="18" charset="0"/>
          </a:endParaRPr>
        </a:p>
      </dsp:txBody>
      <dsp:txXfrm>
        <a:off x="1374474" y="2648522"/>
        <a:ext cx="974541" cy="605091"/>
      </dsp:txXfrm>
    </dsp:sp>
    <dsp:sp modelId="{6A2858C5-597B-4B88-9CD1-358A64809900}">
      <dsp:nvSpPr>
        <dsp:cNvPr id="0" name=""/>
        <dsp:cNvSpPr/>
      </dsp:nvSpPr>
      <dsp:spPr>
        <a:xfrm>
          <a:off x="624622" y="3459975"/>
          <a:ext cx="1012191" cy="642741"/>
        </a:xfrm>
        <a:prstGeom prst="roundRect">
          <a:avLst>
            <a:gd name="adj" fmla="val 10000"/>
          </a:avLst>
        </a:prstGeom>
        <a:gradFill rotWithShape="0">
          <a:gsLst>
            <a:gs pos="0">
              <a:schemeClr val="accent2">
                <a:tint val="80000"/>
                <a:hueOff val="0"/>
                <a:satOff val="0"/>
                <a:lumOff val="0"/>
                <a:alphaOff val="0"/>
                <a:satMod val="103000"/>
                <a:lumMod val="102000"/>
                <a:tint val="94000"/>
              </a:schemeClr>
            </a:gs>
            <a:gs pos="50000">
              <a:schemeClr val="accent2">
                <a:tint val="80000"/>
                <a:hueOff val="0"/>
                <a:satOff val="0"/>
                <a:lumOff val="0"/>
                <a:alphaOff val="0"/>
                <a:satMod val="110000"/>
                <a:lumMod val="100000"/>
                <a:shade val="100000"/>
              </a:schemeClr>
            </a:gs>
            <a:gs pos="100000">
              <a:schemeClr val="accent2">
                <a:tint val="8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29F89EE7-F488-473A-BF73-3D5DBCE26EBF}">
      <dsp:nvSpPr>
        <dsp:cNvPr id="0" name=""/>
        <dsp:cNvSpPr/>
      </dsp:nvSpPr>
      <dsp:spPr>
        <a:xfrm>
          <a:off x="737088" y="3566817"/>
          <a:ext cx="1012191" cy="642741"/>
        </a:xfrm>
        <a:prstGeom prst="roundRect">
          <a:avLst>
            <a:gd name="adj" fmla="val 10000"/>
          </a:avLst>
        </a:prstGeom>
        <a:solidFill>
          <a:schemeClr val="lt1">
            <a:alpha val="90000"/>
            <a:hueOff val="0"/>
            <a:satOff val="0"/>
            <a:lumOff val="0"/>
            <a:alphaOff val="0"/>
          </a:schemeClr>
        </a:solidFill>
        <a:ln w="6350" cap="flat" cmpd="sng" algn="ctr">
          <a:solidFill>
            <a:schemeClr val="accent2">
              <a:tint val="7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fr-FR" sz="1050" kern="1200" dirty="0">
              <a:latin typeface="Times New Roman" panose="02020603050405020304" pitchFamily="18" charset="0"/>
              <a:cs typeface="Times New Roman" panose="02020603050405020304" pitchFamily="18" charset="0"/>
            </a:rPr>
            <a:t>COMPTABILITE</a:t>
          </a:r>
          <a:endParaRPr lang="LID4096" sz="1050" kern="1200" dirty="0">
            <a:latin typeface="Times New Roman" panose="02020603050405020304" pitchFamily="18" charset="0"/>
            <a:cs typeface="Times New Roman" panose="02020603050405020304" pitchFamily="18" charset="0"/>
          </a:endParaRPr>
        </a:p>
      </dsp:txBody>
      <dsp:txXfrm>
        <a:off x="755913" y="3585642"/>
        <a:ext cx="974541" cy="605091"/>
      </dsp:txXfrm>
    </dsp:sp>
    <dsp:sp modelId="{08FD2382-D758-4BCF-9364-CD8487FAA4B1}">
      <dsp:nvSpPr>
        <dsp:cNvPr id="0" name=""/>
        <dsp:cNvSpPr/>
      </dsp:nvSpPr>
      <dsp:spPr>
        <a:xfrm>
          <a:off x="1861744" y="3459975"/>
          <a:ext cx="1012191" cy="642741"/>
        </a:xfrm>
        <a:prstGeom prst="roundRect">
          <a:avLst>
            <a:gd name="adj" fmla="val 10000"/>
          </a:avLst>
        </a:prstGeom>
        <a:gradFill rotWithShape="0">
          <a:gsLst>
            <a:gs pos="0">
              <a:schemeClr val="accent2">
                <a:tint val="80000"/>
                <a:hueOff val="0"/>
                <a:satOff val="0"/>
                <a:lumOff val="0"/>
                <a:alphaOff val="0"/>
                <a:satMod val="103000"/>
                <a:lumMod val="102000"/>
                <a:tint val="94000"/>
              </a:schemeClr>
            </a:gs>
            <a:gs pos="50000">
              <a:schemeClr val="accent2">
                <a:tint val="80000"/>
                <a:hueOff val="0"/>
                <a:satOff val="0"/>
                <a:lumOff val="0"/>
                <a:alphaOff val="0"/>
                <a:satMod val="110000"/>
                <a:lumMod val="100000"/>
                <a:shade val="100000"/>
              </a:schemeClr>
            </a:gs>
            <a:gs pos="100000">
              <a:schemeClr val="accent2">
                <a:tint val="8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265E95FA-F418-4295-80C0-04ABE4A81F1A}">
      <dsp:nvSpPr>
        <dsp:cNvPr id="0" name=""/>
        <dsp:cNvSpPr/>
      </dsp:nvSpPr>
      <dsp:spPr>
        <a:xfrm>
          <a:off x="1974210" y="3566817"/>
          <a:ext cx="1012191" cy="642741"/>
        </a:xfrm>
        <a:prstGeom prst="roundRect">
          <a:avLst>
            <a:gd name="adj" fmla="val 10000"/>
          </a:avLst>
        </a:prstGeom>
        <a:solidFill>
          <a:schemeClr val="lt1">
            <a:alpha val="90000"/>
            <a:hueOff val="0"/>
            <a:satOff val="0"/>
            <a:lumOff val="0"/>
            <a:alphaOff val="0"/>
          </a:schemeClr>
        </a:solidFill>
        <a:ln w="6350" cap="flat" cmpd="sng" algn="ctr">
          <a:solidFill>
            <a:schemeClr val="accent2">
              <a:tint val="7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fr-FR" sz="1050" kern="1200" dirty="0">
              <a:latin typeface="Times New Roman" panose="02020603050405020304" pitchFamily="18" charset="0"/>
              <a:cs typeface="Times New Roman" panose="02020603050405020304" pitchFamily="18" charset="0"/>
            </a:rPr>
            <a:t>FINANCE</a:t>
          </a:r>
          <a:endParaRPr lang="LID4096" sz="1050" kern="1200" dirty="0">
            <a:latin typeface="Times New Roman" panose="02020603050405020304" pitchFamily="18" charset="0"/>
            <a:cs typeface="Times New Roman" panose="02020603050405020304" pitchFamily="18" charset="0"/>
          </a:endParaRPr>
        </a:p>
      </dsp:txBody>
      <dsp:txXfrm>
        <a:off x="1993035" y="3585642"/>
        <a:ext cx="974541" cy="605091"/>
      </dsp:txXfrm>
    </dsp:sp>
    <dsp:sp modelId="{FB74A1EF-973B-4BC5-A633-D1D1D2C2F2B0}">
      <dsp:nvSpPr>
        <dsp:cNvPr id="0" name=""/>
        <dsp:cNvSpPr/>
      </dsp:nvSpPr>
      <dsp:spPr>
        <a:xfrm>
          <a:off x="2480306" y="1585734"/>
          <a:ext cx="1012191" cy="642741"/>
        </a:xfrm>
        <a:prstGeom prst="roundRect">
          <a:avLst>
            <a:gd name="adj" fmla="val 10000"/>
          </a:avLst>
        </a:prstGeom>
        <a:gradFill rotWithShape="0">
          <a:gsLst>
            <a:gs pos="0">
              <a:schemeClr val="accent2">
                <a:tint val="99000"/>
                <a:hueOff val="0"/>
                <a:satOff val="0"/>
                <a:lumOff val="0"/>
                <a:alphaOff val="0"/>
                <a:satMod val="103000"/>
                <a:lumMod val="102000"/>
                <a:tint val="94000"/>
              </a:schemeClr>
            </a:gs>
            <a:gs pos="50000">
              <a:schemeClr val="accent2">
                <a:tint val="99000"/>
                <a:hueOff val="0"/>
                <a:satOff val="0"/>
                <a:lumOff val="0"/>
                <a:alphaOff val="0"/>
                <a:satMod val="110000"/>
                <a:lumMod val="100000"/>
                <a:shade val="100000"/>
              </a:schemeClr>
            </a:gs>
            <a:gs pos="100000">
              <a:schemeClr val="accent2">
                <a:tint val="99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86B8F050-6D27-4A18-95B8-50BD09646B39}">
      <dsp:nvSpPr>
        <dsp:cNvPr id="0" name=""/>
        <dsp:cNvSpPr/>
      </dsp:nvSpPr>
      <dsp:spPr>
        <a:xfrm>
          <a:off x="2592771" y="1692576"/>
          <a:ext cx="1012191" cy="642741"/>
        </a:xfrm>
        <a:prstGeom prst="roundRect">
          <a:avLst>
            <a:gd name="adj" fmla="val 10000"/>
          </a:avLst>
        </a:prstGeom>
        <a:solidFill>
          <a:schemeClr val="lt1">
            <a:alpha val="90000"/>
            <a:hueOff val="0"/>
            <a:satOff val="0"/>
            <a:lumOff val="0"/>
            <a:alphaOff val="0"/>
          </a:schemeClr>
        </a:solidFill>
        <a:ln w="6350" cap="flat" cmpd="sng" algn="ctr">
          <a:solidFill>
            <a:schemeClr val="accent2">
              <a:tint val="99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fr-FR" sz="1050" kern="1200" dirty="0">
              <a:latin typeface="Times New Roman" panose="02020603050405020304" pitchFamily="18" charset="0"/>
              <a:cs typeface="Times New Roman" panose="02020603050405020304" pitchFamily="18" charset="0"/>
            </a:rPr>
            <a:t>AGENCES AUXIMAD</a:t>
          </a:r>
          <a:endParaRPr lang="LID4096" sz="1050" kern="1200" dirty="0">
            <a:latin typeface="Times New Roman" panose="02020603050405020304" pitchFamily="18" charset="0"/>
            <a:cs typeface="Times New Roman" panose="02020603050405020304" pitchFamily="18" charset="0"/>
          </a:endParaRPr>
        </a:p>
        <a:p>
          <a:pPr marL="0" lvl="0" indent="0" algn="ctr" defTabSz="466725">
            <a:lnSpc>
              <a:spcPct val="90000"/>
            </a:lnSpc>
            <a:spcBef>
              <a:spcPct val="0"/>
            </a:spcBef>
            <a:spcAft>
              <a:spcPct val="35000"/>
            </a:spcAft>
            <a:buNone/>
          </a:pPr>
          <a:r>
            <a:rPr lang="fr-FR" sz="1050" kern="1200" dirty="0">
              <a:latin typeface="Times New Roman" panose="02020603050405020304" pitchFamily="18" charset="0"/>
              <a:cs typeface="Times New Roman" panose="02020603050405020304" pitchFamily="18" charset="0"/>
            </a:rPr>
            <a:t>(*)</a:t>
          </a:r>
          <a:endParaRPr lang="LID4096" sz="1050" kern="1200" dirty="0">
            <a:latin typeface="Times New Roman" panose="02020603050405020304" pitchFamily="18" charset="0"/>
            <a:cs typeface="Times New Roman" panose="02020603050405020304" pitchFamily="18" charset="0"/>
          </a:endParaRPr>
        </a:p>
      </dsp:txBody>
      <dsp:txXfrm>
        <a:off x="2611596" y="1711401"/>
        <a:ext cx="974541" cy="605091"/>
      </dsp:txXfrm>
    </dsp:sp>
    <dsp:sp modelId="{B5048A5B-E3D0-4527-91A8-4D5A329A9A0D}">
      <dsp:nvSpPr>
        <dsp:cNvPr id="0" name=""/>
        <dsp:cNvSpPr/>
      </dsp:nvSpPr>
      <dsp:spPr>
        <a:xfrm>
          <a:off x="3717428" y="1585734"/>
          <a:ext cx="1012191" cy="642741"/>
        </a:xfrm>
        <a:prstGeom prst="roundRect">
          <a:avLst>
            <a:gd name="adj" fmla="val 10000"/>
          </a:avLst>
        </a:prstGeom>
        <a:gradFill rotWithShape="0">
          <a:gsLst>
            <a:gs pos="0">
              <a:schemeClr val="accent2">
                <a:shade val="80000"/>
                <a:hueOff val="0"/>
                <a:satOff val="0"/>
                <a:lumOff val="0"/>
                <a:alphaOff val="0"/>
                <a:satMod val="103000"/>
                <a:lumMod val="102000"/>
                <a:tint val="94000"/>
              </a:schemeClr>
            </a:gs>
            <a:gs pos="50000">
              <a:schemeClr val="accent2">
                <a:shade val="80000"/>
                <a:hueOff val="0"/>
                <a:satOff val="0"/>
                <a:lumOff val="0"/>
                <a:alphaOff val="0"/>
                <a:satMod val="110000"/>
                <a:lumMod val="100000"/>
                <a:shade val="100000"/>
              </a:schemeClr>
            </a:gs>
            <a:gs pos="100000">
              <a:schemeClr val="accent2">
                <a:shade val="8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8235A6D7-3DD9-43F2-B086-6E655FE4BAF6}">
      <dsp:nvSpPr>
        <dsp:cNvPr id="0" name=""/>
        <dsp:cNvSpPr/>
      </dsp:nvSpPr>
      <dsp:spPr>
        <a:xfrm>
          <a:off x="3829894" y="1692576"/>
          <a:ext cx="1012191" cy="642741"/>
        </a:xfrm>
        <a:prstGeom prst="roundRect">
          <a:avLst>
            <a:gd name="adj" fmla="val 10000"/>
          </a:avLst>
        </a:prstGeom>
        <a:solidFill>
          <a:schemeClr val="lt1">
            <a:alpha val="90000"/>
            <a:hueOff val="0"/>
            <a:satOff val="0"/>
            <a:lumOff val="0"/>
            <a:alphaOff val="0"/>
          </a:schemeClr>
        </a:solidFill>
        <a:ln w="6350" cap="flat" cmpd="sng" algn="ctr">
          <a:solidFill>
            <a:schemeClr val="accent2">
              <a:tint val="99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fr-FR" sz="1050" kern="1200" dirty="0">
              <a:latin typeface="Times New Roman" panose="02020603050405020304" pitchFamily="18" charset="0"/>
              <a:cs typeface="Times New Roman" panose="02020603050405020304" pitchFamily="18" charset="0"/>
            </a:rPr>
            <a:t>SERVICE</a:t>
          </a:r>
          <a:endParaRPr lang="LID4096" sz="1050" kern="1200" dirty="0">
            <a:latin typeface="Times New Roman" panose="02020603050405020304" pitchFamily="18" charset="0"/>
            <a:cs typeface="Times New Roman" panose="02020603050405020304" pitchFamily="18" charset="0"/>
          </a:endParaRPr>
        </a:p>
        <a:p>
          <a:pPr marL="0" lvl="0" indent="0" algn="ctr" defTabSz="466725">
            <a:lnSpc>
              <a:spcPct val="90000"/>
            </a:lnSpc>
            <a:spcBef>
              <a:spcPct val="0"/>
            </a:spcBef>
            <a:spcAft>
              <a:spcPct val="35000"/>
            </a:spcAft>
            <a:buNone/>
          </a:pPr>
          <a:r>
            <a:rPr lang="fr-FR" sz="1050" kern="1200" dirty="0">
              <a:latin typeface="Times New Roman" panose="02020603050405020304" pitchFamily="18" charset="0"/>
              <a:cs typeface="Times New Roman" panose="02020603050405020304" pitchFamily="18" charset="0"/>
            </a:rPr>
            <a:t>RESSOURCES</a:t>
          </a:r>
          <a:endParaRPr lang="LID4096" sz="1050" kern="1200" dirty="0">
            <a:latin typeface="Times New Roman" panose="02020603050405020304" pitchFamily="18" charset="0"/>
            <a:cs typeface="Times New Roman" panose="02020603050405020304" pitchFamily="18" charset="0"/>
          </a:endParaRPr>
        </a:p>
        <a:p>
          <a:pPr marL="0" lvl="0" indent="0" algn="ctr" defTabSz="466725">
            <a:lnSpc>
              <a:spcPct val="90000"/>
            </a:lnSpc>
            <a:spcBef>
              <a:spcPct val="0"/>
            </a:spcBef>
            <a:spcAft>
              <a:spcPct val="35000"/>
            </a:spcAft>
            <a:buNone/>
          </a:pPr>
          <a:r>
            <a:rPr lang="fr-FR" sz="1050" kern="1200" dirty="0">
              <a:latin typeface="Times New Roman" panose="02020603050405020304" pitchFamily="18" charset="0"/>
              <a:cs typeface="Times New Roman" panose="02020603050405020304" pitchFamily="18" charset="0"/>
            </a:rPr>
            <a:t>HUMAINES</a:t>
          </a:r>
          <a:endParaRPr lang="LID4096" sz="1050" kern="1200" dirty="0">
            <a:latin typeface="Times New Roman" panose="02020603050405020304" pitchFamily="18" charset="0"/>
            <a:cs typeface="Times New Roman" panose="02020603050405020304" pitchFamily="18" charset="0"/>
          </a:endParaRPr>
        </a:p>
      </dsp:txBody>
      <dsp:txXfrm>
        <a:off x="3848719" y="1711401"/>
        <a:ext cx="974541" cy="605091"/>
      </dsp:txXfrm>
    </dsp:sp>
    <dsp:sp modelId="{C9DA4F5C-768B-482E-8A89-0AE3B93978B5}">
      <dsp:nvSpPr>
        <dsp:cNvPr id="0" name=""/>
        <dsp:cNvSpPr/>
      </dsp:nvSpPr>
      <dsp:spPr>
        <a:xfrm>
          <a:off x="4954551" y="1585734"/>
          <a:ext cx="1012191" cy="642741"/>
        </a:xfrm>
        <a:prstGeom prst="roundRect">
          <a:avLst>
            <a:gd name="adj" fmla="val 10000"/>
          </a:avLst>
        </a:prstGeom>
        <a:gradFill rotWithShape="0">
          <a:gsLst>
            <a:gs pos="0">
              <a:schemeClr val="accent2">
                <a:shade val="80000"/>
                <a:hueOff val="0"/>
                <a:satOff val="0"/>
                <a:lumOff val="0"/>
                <a:alphaOff val="0"/>
                <a:satMod val="103000"/>
                <a:lumMod val="102000"/>
                <a:tint val="94000"/>
              </a:schemeClr>
            </a:gs>
            <a:gs pos="50000">
              <a:schemeClr val="accent2">
                <a:shade val="80000"/>
                <a:hueOff val="0"/>
                <a:satOff val="0"/>
                <a:lumOff val="0"/>
                <a:alphaOff val="0"/>
                <a:satMod val="110000"/>
                <a:lumMod val="100000"/>
                <a:shade val="100000"/>
              </a:schemeClr>
            </a:gs>
            <a:gs pos="100000">
              <a:schemeClr val="accent2">
                <a:shade val="8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248C6A93-1652-4F8D-BC43-24B95DA51196}">
      <dsp:nvSpPr>
        <dsp:cNvPr id="0" name=""/>
        <dsp:cNvSpPr/>
      </dsp:nvSpPr>
      <dsp:spPr>
        <a:xfrm>
          <a:off x="5067017" y="1692576"/>
          <a:ext cx="1012191" cy="642741"/>
        </a:xfrm>
        <a:prstGeom prst="roundRect">
          <a:avLst>
            <a:gd name="adj" fmla="val 10000"/>
          </a:avLst>
        </a:prstGeom>
        <a:solidFill>
          <a:schemeClr val="lt1">
            <a:alpha val="90000"/>
            <a:hueOff val="0"/>
            <a:satOff val="0"/>
            <a:lumOff val="0"/>
            <a:alphaOff val="0"/>
          </a:schemeClr>
        </a:solidFill>
        <a:ln w="6350" cap="flat" cmpd="sng" algn="ctr">
          <a:solidFill>
            <a:schemeClr val="accent2">
              <a:tint val="99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fr-FR" sz="1050" kern="1200" dirty="0">
              <a:latin typeface="Times New Roman" panose="02020603050405020304" pitchFamily="18" charset="0"/>
              <a:cs typeface="Times New Roman" panose="02020603050405020304" pitchFamily="18" charset="0"/>
            </a:rPr>
            <a:t>SERVICE AUDIT</a:t>
          </a:r>
          <a:endParaRPr lang="LID4096" sz="1050" kern="1200" dirty="0">
            <a:latin typeface="Times New Roman" panose="02020603050405020304" pitchFamily="18" charset="0"/>
            <a:cs typeface="Times New Roman" panose="02020603050405020304" pitchFamily="18" charset="0"/>
          </a:endParaRPr>
        </a:p>
        <a:p>
          <a:pPr marL="0" lvl="0" indent="0" algn="ctr" defTabSz="466725">
            <a:lnSpc>
              <a:spcPct val="90000"/>
            </a:lnSpc>
            <a:spcBef>
              <a:spcPct val="0"/>
            </a:spcBef>
            <a:spcAft>
              <a:spcPct val="35000"/>
            </a:spcAft>
            <a:buNone/>
          </a:pPr>
          <a:r>
            <a:rPr lang="fr-FR" sz="1050" kern="1200" dirty="0">
              <a:latin typeface="Times New Roman" panose="02020603050405020304" pitchFamily="18" charset="0"/>
              <a:cs typeface="Times New Roman" panose="02020603050405020304" pitchFamily="18" charset="0"/>
            </a:rPr>
            <a:t>INTERNE</a:t>
          </a:r>
          <a:endParaRPr lang="LID4096" sz="1050" kern="1200" dirty="0">
            <a:latin typeface="Times New Roman" panose="02020603050405020304" pitchFamily="18" charset="0"/>
            <a:cs typeface="Times New Roman" panose="02020603050405020304" pitchFamily="18" charset="0"/>
          </a:endParaRPr>
        </a:p>
      </dsp:txBody>
      <dsp:txXfrm>
        <a:off x="5085842" y="1711401"/>
        <a:ext cx="974541" cy="605091"/>
      </dsp:txXfrm>
    </dsp:sp>
    <dsp:sp modelId="{A020EA89-6ACF-47F6-A198-DE1D442D5C47}">
      <dsp:nvSpPr>
        <dsp:cNvPr id="0" name=""/>
        <dsp:cNvSpPr/>
      </dsp:nvSpPr>
      <dsp:spPr>
        <a:xfrm>
          <a:off x="6191674" y="1585734"/>
          <a:ext cx="1012191" cy="642741"/>
        </a:xfrm>
        <a:prstGeom prst="roundRect">
          <a:avLst>
            <a:gd name="adj" fmla="val 10000"/>
          </a:avLst>
        </a:prstGeom>
        <a:gradFill rotWithShape="0">
          <a:gsLst>
            <a:gs pos="0">
              <a:schemeClr val="accent2">
                <a:shade val="80000"/>
                <a:hueOff val="0"/>
                <a:satOff val="0"/>
                <a:lumOff val="0"/>
                <a:alphaOff val="0"/>
                <a:satMod val="103000"/>
                <a:lumMod val="102000"/>
                <a:tint val="94000"/>
              </a:schemeClr>
            </a:gs>
            <a:gs pos="50000">
              <a:schemeClr val="accent2">
                <a:shade val="80000"/>
                <a:hueOff val="0"/>
                <a:satOff val="0"/>
                <a:lumOff val="0"/>
                <a:alphaOff val="0"/>
                <a:satMod val="110000"/>
                <a:lumMod val="100000"/>
                <a:shade val="100000"/>
              </a:schemeClr>
            </a:gs>
            <a:gs pos="100000">
              <a:schemeClr val="accent2">
                <a:shade val="8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6E984A00-F904-4B27-B35B-E04205A6915D}">
      <dsp:nvSpPr>
        <dsp:cNvPr id="0" name=""/>
        <dsp:cNvSpPr/>
      </dsp:nvSpPr>
      <dsp:spPr>
        <a:xfrm>
          <a:off x="6304139" y="1692576"/>
          <a:ext cx="1012191" cy="642741"/>
        </a:xfrm>
        <a:prstGeom prst="roundRect">
          <a:avLst>
            <a:gd name="adj" fmla="val 10000"/>
          </a:avLst>
        </a:prstGeom>
        <a:solidFill>
          <a:schemeClr val="lt1">
            <a:alpha val="90000"/>
            <a:hueOff val="0"/>
            <a:satOff val="0"/>
            <a:lumOff val="0"/>
            <a:alphaOff val="0"/>
          </a:schemeClr>
        </a:solidFill>
        <a:ln w="6350" cap="flat" cmpd="sng" algn="ctr">
          <a:solidFill>
            <a:schemeClr val="accent2">
              <a:tint val="99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fr-FR" sz="1050" kern="1200" dirty="0">
              <a:latin typeface="Times New Roman" panose="02020603050405020304" pitchFamily="18" charset="0"/>
              <a:cs typeface="Times New Roman" panose="02020603050405020304" pitchFamily="18" charset="0"/>
            </a:rPr>
            <a:t>CONSULTANT</a:t>
          </a:r>
          <a:endParaRPr lang="LID4096" sz="1050" kern="1200" dirty="0">
            <a:latin typeface="Times New Roman" panose="02020603050405020304" pitchFamily="18" charset="0"/>
            <a:cs typeface="Times New Roman" panose="02020603050405020304" pitchFamily="18" charset="0"/>
          </a:endParaRPr>
        </a:p>
        <a:p>
          <a:pPr marL="0" lvl="0" indent="0" algn="ctr" defTabSz="466725">
            <a:lnSpc>
              <a:spcPct val="90000"/>
            </a:lnSpc>
            <a:spcBef>
              <a:spcPct val="0"/>
            </a:spcBef>
            <a:spcAft>
              <a:spcPct val="35000"/>
            </a:spcAft>
            <a:buNone/>
          </a:pPr>
          <a:r>
            <a:rPr lang="fr-FR" sz="1050" kern="1200" dirty="0">
              <a:latin typeface="Times New Roman" panose="02020603050405020304" pitchFamily="18" charset="0"/>
              <a:cs typeface="Times New Roman" panose="02020603050405020304" pitchFamily="18" charset="0"/>
            </a:rPr>
            <a:t>PROJETS</a:t>
          </a:r>
          <a:endParaRPr lang="LID4096" sz="1050" kern="1200" dirty="0">
            <a:latin typeface="Times New Roman" panose="02020603050405020304" pitchFamily="18" charset="0"/>
            <a:cs typeface="Times New Roman" panose="02020603050405020304" pitchFamily="18" charset="0"/>
          </a:endParaRPr>
        </a:p>
      </dsp:txBody>
      <dsp:txXfrm>
        <a:off x="6322964" y="1711401"/>
        <a:ext cx="974541" cy="605091"/>
      </dsp:txXfrm>
    </dsp:sp>
    <dsp:sp modelId="{D911D37D-5AA3-4E39-B07D-2A50026F1BBE}">
      <dsp:nvSpPr>
        <dsp:cNvPr id="0" name=""/>
        <dsp:cNvSpPr/>
      </dsp:nvSpPr>
      <dsp:spPr>
        <a:xfrm>
          <a:off x="7428796" y="1585734"/>
          <a:ext cx="1012191" cy="642741"/>
        </a:xfrm>
        <a:prstGeom prst="roundRect">
          <a:avLst>
            <a:gd name="adj" fmla="val 10000"/>
          </a:avLst>
        </a:prstGeom>
        <a:gradFill rotWithShape="0">
          <a:gsLst>
            <a:gs pos="0">
              <a:schemeClr val="accent2">
                <a:shade val="80000"/>
                <a:hueOff val="0"/>
                <a:satOff val="0"/>
                <a:lumOff val="0"/>
                <a:alphaOff val="0"/>
                <a:satMod val="103000"/>
                <a:lumMod val="102000"/>
                <a:tint val="94000"/>
              </a:schemeClr>
            </a:gs>
            <a:gs pos="50000">
              <a:schemeClr val="accent2">
                <a:shade val="80000"/>
                <a:hueOff val="0"/>
                <a:satOff val="0"/>
                <a:lumOff val="0"/>
                <a:alphaOff val="0"/>
                <a:satMod val="110000"/>
                <a:lumMod val="100000"/>
                <a:shade val="100000"/>
              </a:schemeClr>
            </a:gs>
            <a:gs pos="100000">
              <a:schemeClr val="accent2">
                <a:shade val="8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78F05DA2-2BD4-4569-BBD5-0A2224390A8C}">
      <dsp:nvSpPr>
        <dsp:cNvPr id="0" name=""/>
        <dsp:cNvSpPr/>
      </dsp:nvSpPr>
      <dsp:spPr>
        <a:xfrm>
          <a:off x="7541262" y="1692576"/>
          <a:ext cx="1012191" cy="642741"/>
        </a:xfrm>
        <a:prstGeom prst="roundRect">
          <a:avLst>
            <a:gd name="adj" fmla="val 10000"/>
          </a:avLst>
        </a:prstGeom>
        <a:solidFill>
          <a:schemeClr val="lt1">
            <a:alpha val="90000"/>
            <a:hueOff val="0"/>
            <a:satOff val="0"/>
            <a:lumOff val="0"/>
            <a:alphaOff val="0"/>
          </a:schemeClr>
        </a:solidFill>
        <a:ln w="6350" cap="flat" cmpd="sng" algn="ctr">
          <a:solidFill>
            <a:schemeClr val="accent2">
              <a:tint val="99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fr-FR" sz="1050" kern="1200" dirty="0">
              <a:latin typeface="Times New Roman" panose="02020603050405020304" pitchFamily="18" charset="0"/>
              <a:cs typeface="Times New Roman" panose="02020603050405020304" pitchFamily="18" charset="0"/>
            </a:rPr>
            <a:t>SERVICE AFFAIRES</a:t>
          </a:r>
          <a:endParaRPr lang="LID4096" sz="1050" kern="1200" dirty="0">
            <a:latin typeface="Times New Roman" panose="02020603050405020304" pitchFamily="18" charset="0"/>
            <a:cs typeface="Times New Roman" panose="02020603050405020304" pitchFamily="18" charset="0"/>
          </a:endParaRPr>
        </a:p>
        <a:p>
          <a:pPr marL="0" lvl="0" indent="0" algn="ctr" defTabSz="466725">
            <a:lnSpc>
              <a:spcPct val="90000"/>
            </a:lnSpc>
            <a:spcBef>
              <a:spcPct val="0"/>
            </a:spcBef>
            <a:spcAft>
              <a:spcPct val="35000"/>
            </a:spcAft>
            <a:buNone/>
          </a:pPr>
          <a:r>
            <a:rPr lang="fr-FR" sz="1050" kern="1200" dirty="0">
              <a:latin typeface="Times New Roman" panose="02020603050405020304" pitchFamily="18" charset="0"/>
              <a:cs typeface="Times New Roman" panose="02020603050405020304" pitchFamily="18" charset="0"/>
            </a:rPr>
            <a:t>GENERALES</a:t>
          </a:r>
          <a:endParaRPr lang="LID4096" sz="1050" kern="1200" dirty="0">
            <a:latin typeface="Times New Roman" panose="02020603050405020304" pitchFamily="18" charset="0"/>
            <a:cs typeface="Times New Roman" panose="02020603050405020304" pitchFamily="18" charset="0"/>
          </a:endParaRPr>
        </a:p>
      </dsp:txBody>
      <dsp:txXfrm>
        <a:off x="7560087" y="1711401"/>
        <a:ext cx="974541" cy="605091"/>
      </dsp:txXfrm>
    </dsp:sp>
    <dsp:sp modelId="{C4A251BD-BF79-479E-885F-E975B5D421A1}">
      <dsp:nvSpPr>
        <dsp:cNvPr id="0" name=""/>
        <dsp:cNvSpPr/>
      </dsp:nvSpPr>
      <dsp:spPr>
        <a:xfrm>
          <a:off x="8665919" y="1585734"/>
          <a:ext cx="1012191" cy="642741"/>
        </a:xfrm>
        <a:prstGeom prst="roundRect">
          <a:avLst>
            <a:gd name="adj" fmla="val 10000"/>
          </a:avLst>
        </a:prstGeom>
        <a:gradFill rotWithShape="0">
          <a:gsLst>
            <a:gs pos="0">
              <a:schemeClr val="accent2">
                <a:tint val="99000"/>
                <a:hueOff val="0"/>
                <a:satOff val="0"/>
                <a:lumOff val="0"/>
                <a:alphaOff val="0"/>
                <a:satMod val="103000"/>
                <a:lumMod val="102000"/>
                <a:tint val="94000"/>
              </a:schemeClr>
            </a:gs>
            <a:gs pos="50000">
              <a:schemeClr val="accent2">
                <a:tint val="99000"/>
                <a:hueOff val="0"/>
                <a:satOff val="0"/>
                <a:lumOff val="0"/>
                <a:alphaOff val="0"/>
                <a:satMod val="110000"/>
                <a:lumMod val="100000"/>
                <a:shade val="100000"/>
              </a:schemeClr>
            </a:gs>
            <a:gs pos="100000">
              <a:schemeClr val="accent2">
                <a:tint val="99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B1A8802C-11BB-4D79-8A51-1D352F8A4FBA}">
      <dsp:nvSpPr>
        <dsp:cNvPr id="0" name=""/>
        <dsp:cNvSpPr/>
      </dsp:nvSpPr>
      <dsp:spPr>
        <a:xfrm>
          <a:off x="8778385" y="1692576"/>
          <a:ext cx="1012191" cy="642741"/>
        </a:xfrm>
        <a:prstGeom prst="roundRect">
          <a:avLst>
            <a:gd name="adj" fmla="val 10000"/>
          </a:avLst>
        </a:prstGeom>
        <a:solidFill>
          <a:schemeClr val="lt1">
            <a:alpha val="90000"/>
            <a:hueOff val="0"/>
            <a:satOff val="0"/>
            <a:lumOff val="0"/>
            <a:alphaOff val="0"/>
          </a:schemeClr>
        </a:solidFill>
        <a:ln w="6350" cap="flat" cmpd="sng" algn="ctr">
          <a:solidFill>
            <a:schemeClr val="accent2">
              <a:tint val="99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fr-FR" sz="1050" kern="1200" dirty="0">
              <a:latin typeface="Times New Roman" panose="02020603050405020304" pitchFamily="18" charset="0"/>
              <a:cs typeface="Times New Roman" panose="02020603050405020304" pitchFamily="18" charset="0"/>
            </a:rPr>
            <a:t>Directeur Business</a:t>
          </a:r>
          <a:endParaRPr lang="LID4096" sz="1050" kern="1200" dirty="0">
            <a:latin typeface="Times New Roman" panose="02020603050405020304" pitchFamily="18" charset="0"/>
            <a:cs typeface="Times New Roman" panose="02020603050405020304" pitchFamily="18" charset="0"/>
          </a:endParaRPr>
        </a:p>
        <a:p>
          <a:pPr marL="0" lvl="0" indent="0" algn="ctr" defTabSz="466725">
            <a:lnSpc>
              <a:spcPct val="90000"/>
            </a:lnSpc>
            <a:spcBef>
              <a:spcPct val="0"/>
            </a:spcBef>
            <a:spcAft>
              <a:spcPct val="35000"/>
            </a:spcAft>
            <a:buNone/>
          </a:pPr>
          <a:r>
            <a:rPr lang="fr-FR" sz="1050" kern="1200" dirty="0" err="1">
              <a:latin typeface="Times New Roman" panose="02020603050405020304" pitchFamily="18" charset="0"/>
              <a:cs typeface="Times New Roman" panose="02020603050405020304" pitchFamily="18" charset="0"/>
            </a:rPr>
            <a:t>Developpment</a:t>
          </a:r>
          <a:endParaRPr lang="LID4096" sz="1050" kern="1200" dirty="0">
            <a:latin typeface="Times New Roman" panose="02020603050405020304" pitchFamily="18" charset="0"/>
            <a:cs typeface="Times New Roman" panose="02020603050405020304" pitchFamily="18" charset="0"/>
          </a:endParaRPr>
        </a:p>
      </dsp:txBody>
      <dsp:txXfrm>
        <a:off x="8797210" y="1711401"/>
        <a:ext cx="974541" cy="605091"/>
      </dsp:txXfrm>
    </dsp:sp>
    <dsp:sp modelId="{54C9D34A-8E47-4319-BDE9-E66F890CC1F1}">
      <dsp:nvSpPr>
        <dsp:cNvPr id="0" name=""/>
        <dsp:cNvSpPr/>
      </dsp:nvSpPr>
      <dsp:spPr>
        <a:xfrm>
          <a:off x="7912918" y="2522854"/>
          <a:ext cx="1281069" cy="1248473"/>
        </a:xfrm>
        <a:prstGeom prst="roundRect">
          <a:avLst>
            <a:gd name="adj" fmla="val 10000"/>
          </a:avLst>
        </a:prstGeom>
        <a:gradFill rotWithShape="0">
          <a:gsLst>
            <a:gs pos="0">
              <a:schemeClr val="accent2">
                <a:tint val="99000"/>
                <a:hueOff val="0"/>
                <a:satOff val="0"/>
                <a:lumOff val="0"/>
                <a:alphaOff val="0"/>
                <a:satMod val="103000"/>
                <a:lumMod val="102000"/>
                <a:tint val="94000"/>
              </a:schemeClr>
            </a:gs>
            <a:gs pos="50000">
              <a:schemeClr val="accent2">
                <a:tint val="99000"/>
                <a:hueOff val="0"/>
                <a:satOff val="0"/>
                <a:lumOff val="0"/>
                <a:alphaOff val="0"/>
                <a:satMod val="110000"/>
                <a:lumMod val="100000"/>
                <a:shade val="100000"/>
              </a:schemeClr>
            </a:gs>
            <a:gs pos="100000">
              <a:schemeClr val="accent2">
                <a:tint val="99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318EEC1A-C180-4CEB-A276-864CFE54098D}">
      <dsp:nvSpPr>
        <dsp:cNvPr id="0" name=""/>
        <dsp:cNvSpPr/>
      </dsp:nvSpPr>
      <dsp:spPr>
        <a:xfrm>
          <a:off x="8025384" y="2629697"/>
          <a:ext cx="1281069" cy="1248473"/>
        </a:xfrm>
        <a:prstGeom prst="roundRect">
          <a:avLst>
            <a:gd name="adj" fmla="val 10000"/>
          </a:avLst>
        </a:prstGeom>
        <a:solidFill>
          <a:schemeClr val="lt1">
            <a:alpha val="90000"/>
            <a:hueOff val="0"/>
            <a:satOff val="0"/>
            <a:lumOff val="0"/>
            <a:alphaOff val="0"/>
          </a:schemeClr>
        </a:solidFill>
        <a:ln w="6350" cap="flat" cmpd="sng" algn="ctr">
          <a:solidFill>
            <a:schemeClr val="accent2">
              <a:tint val="8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fr-FR" sz="1050" kern="1200" dirty="0">
              <a:latin typeface="Times New Roman" panose="02020603050405020304" pitchFamily="18" charset="0"/>
              <a:cs typeface="Times New Roman" panose="02020603050405020304" pitchFamily="18" charset="0"/>
            </a:rPr>
            <a:t>DEPARTEMENT</a:t>
          </a:r>
          <a:endParaRPr lang="LID4096" sz="1050" kern="1200" dirty="0">
            <a:latin typeface="Times New Roman" panose="02020603050405020304" pitchFamily="18" charset="0"/>
            <a:cs typeface="Times New Roman" panose="02020603050405020304" pitchFamily="18" charset="0"/>
          </a:endParaRPr>
        </a:p>
        <a:p>
          <a:pPr marL="0" lvl="0" indent="0" algn="ctr" defTabSz="466725">
            <a:lnSpc>
              <a:spcPct val="90000"/>
            </a:lnSpc>
            <a:spcBef>
              <a:spcPct val="0"/>
            </a:spcBef>
            <a:spcAft>
              <a:spcPct val="35000"/>
            </a:spcAft>
            <a:buNone/>
          </a:pPr>
          <a:r>
            <a:rPr lang="fr-FR" sz="1050" kern="1200" dirty="0">
              <a:latin typeface="Times New Roman" panose="02020603050405020304" pitchFamily="18" charset="0"/>
              <a:cs typeface="Times New Roman" panose="02020603050405020304" pitchFamily="18" charset="0"/>
            </a:rPr>
            <a:t>JURIDIQUE ET</a:t>
          </a:r>
          <a:endParaRPr lang="LID4096" sz="1050" kern="1200" dirty="0">
            <a:latin typeface="Times New Roman" panose="02020603050405020304" pitchFamily="18" charset="0"/>
            <a:cs typeface="Times New Roman" panose="02020603050405020304" pitchFamily="18" charset="0"/>
          </a:endParaRPr>
        </a:p>
        <a:p>
          <a:pPr marL="0" lvl="0" indent="0" algn="ctr" defTabSz="466725">
            <a:lnSpc>
              <a:spcPct val="90000"/>
            </a:lnSpc>
            <a:spcBef>
              <a:spcPct val="0"/>
            </a:spcBef>
            <a:spcAft>
              <a:spcPct val="35000"/>
            </a:spcAft>
            <a:buNone/>
          </a:pPr>
          <a:r>
            <a:rPr lang="fr-FR" sz="1050" kern="1200" dirty="0">
              <a:latin typeface="Times New Roman" panose="02020603050405020304" pitchFamily="18" charset="0"/>
              <a:cs typeface="Times New Roman" panose="02020603050405020304" pitchFamily="18" charset="0"/>
            </a:rPr>
            <a:t>CONTENTIEUX</a:t>
          </a:r>
          <a:endParaRPr lang="LID4096" sz="1050" kern="1200" dirty="0">
            <a:latin typeface="Times New Roman" panose="02020603050405020304" pitchFamily="18" charset="0"/>
            <a:cs typeface="Times New Roman" panose="02020603050405020304" pitchFamily="18" charset="0"/>
          </a:endParaRPr>
        </a:p>
      </dsp:txBody>
      <dsp:txXfrm>
        <a:off x="8061951" y="2666264"/>
        <a:ext cx="1207935" cy="1175339"/>
      </dsp:txXfrm>
    </dsp:sp>
    <dsp:sp modelId="{F40902C4-852A-4016-91CD-7135C202960B}">
      <dsp:nvSpPr>
        <dsp:cNvPr id="0" name=""/>
        <dsp:cNvSpPr/>
      </dsp:nvSpPr>
      <dsp:spPr>
        <a:xfrm>
          <a:off x="9418919" y="2522854"/>
          <a:ext cx="1012191" cy="864422"/>
        </a:xfrm>
        <a:prstGeom prst="roundRect">
          <a:avLst>
            <a:gd name="adj" fmla="val 10000"/>
          </a:avLst>
        </a:prstGeom>
        <a:gradFill rotWithShape="0">
          <a:gsLst>
            <a:gs pos="0">
              <a:schemeClr val="accent2">
                <a:tint val="99000"/>
                <a:hueOff val="0"/>
                <a:satOff val="0"/>
                <a:lumOff val="0"/>
                <a:alphaOff val="0"/>
                <a:satMod val="103000"/>
                <a:lumMod val="102000"/>
                <a:tint val="94000"/>
              </a:schemeClr>
            </a:gs>
            <a:gs pos="50000">
              <a:schemeClr val="accent2">
                <a:tint val="99000"/>
                <a:hueOff val="0"/>
                <a:satOff val="0"/>
                <a:lumOff val="0"/>
                <a:alphaOff val="0"/>
                <a:satMod val="110000"/>
                <a:lumMod val="100000"/>
                <a:shade val="100000"/>
              </a:schemeClr>
            </a:gs>
            <a:gs pos="100000">
              <a:schemeClr val="accent2">
                <a:tint val="99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C0960823-2A21-4461-824B-A9B1A691765D}">
      <dsp:nvSpPr>
        <dsp:cNvPr id="0" name=""/>
        <dsp:cNvSpPr/>
      </dsp:nvSpPr>
      <dsp:spPr>
        <a:xfrm>
          <a:off x="9531385" y="2629697"/>
          <a:ext cx="1012191" cy="864422"/>
        </a:xfrm>
        <a:prstGeom prst="roundRect">
          <a:avLst>
            <a:gd name="adj" fmla="val 10000"/>
          </a:avLst>
        </a:prstGeom>
        <a:solidFill>
          <a:schemeClr val="lt1">
            <a:alpha val="90000"/>
            <a:hueOff val="0"/>
            <a:satOff val="0"/>
            <a:lumOff val="0"/>
            <a:alphaOff val="0"/>
          </a:schemeClr>
        </a:solidFill>
        <a:ln w="6350" cap="flat" cmpd="sng" algn="ctr">
          <a:solidFill>
            <a:schemeClr val="accent2">
              <a:tint val="8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fr-FR" sz="1050" kern="1200" dirty="0">
              <a:latin typeface="Times New Roman" panose="02020603050405020304" pitchFamily="18" charset="0"/>
              <a:cs typeface="Times New Roman" panose="02020603050405020304" pitchFamily="18" charset="0"/>
            </a:rPr>
            <a:t>DEPARTEMENT</a:t>
          </a:r>
          <a:endParaRPr lang="LID4096" sz="1050" kern="1200" dirty="0">
            <a:latin typeface="Times New Roman" panose="02020603050405020304" pitchFamily="18" charset="0"/>
            <a:cs typeface="Times New Roman" panose="02020603050405020304" pitchFamily="18" charset="0"/>
          </a:endParaRPr>
        </a:p>
        <a:p>
          <a:pPr marL="0" lvl="0" indent="0" algn="ctr" defTabSz="466725">
            <a:lnSpc>
              <a:spcPct val="90000"/>
            </a:lnSpc>
            <a:spcBef>
              <a:spcPct val="0"/>
            </a:spcBef>
            <a:spcAft>
              <a:spcPct val="35000"/>
            </a:spcAft>
            <a:buNone/>
          </a:pPr>
          <a:r>
            <a:rPr lang="fr-FR" sz="1050" kern="1200" dirty="0">
              <a:latin typeface="Times New Roman" panose="02020603050405020304" pitchFamily="18" charset="0"/>
              <a:cs typeface="Times New Roman" panose="02020603050405020304" pitchFamily="18" charset="0"/>
            </a:rPr>
            <a:t>CONSIGNATION</a:t>
          </a:r>
          <a:endParaRPr lang="LID4096" sz="1050" kern="1200" dirty="0">
            <a:latin typeface="Times New Roman" panose="02020603050405020304" pitchFamily="18" charset="0"/>
            <a:cs typeface="Times New Roman" panose="02020603050405020304" pitchFamily="18" charset="0"/>
          </a:endParaRPr>
        </a:p>
      </dsp:txBody>
      <dsp:txXfrm>
        <a:off x="9556703" y="2655015"/>
        <a:ext cx="961555" cy="813786"/>
      </dsp:txXfrm>
    </dsp:sp>
    <dsp:sp modelId="{61CFD1F1-E1DD-4D22-91E9-EAEEE481E778}">
      <dsp:nvSpPr>
        <dsp:cNvPr id="0" name=""/>
        <dsp:cNvSpPr/>
      </dsp:nvSpPr>
      <dsp:spPr>
        <a:xfrm>
          <a:off x="9903042" y="1585734"/>
          <a:ext cx="1012191" cy="642741"/>
        </a:xfrm>
        <a:prstGeom prst="roundRect">
          <a:avLst>
            <a:gd name="adj" fmla="val 10000"/>
          </a:avLst>
        </a:prstGeom>
        <a:gradFill rotWithShape="0">
          <a:gsLst>
            <a:gs pos="0">
              <a:schemeClr val="accent2">
                <a:shade val="80000"/>
                <a:hueOff val="0"/>
                <a:satOff val="0"/>
                <a:lumOff val="0"/>
                <a:alphaOff val="0"/>
                <a:satMod val="103000"/>
                <a:lumMod val="102000"/>
                <a:tint val="94000"/>
              </a:schemeClr>
            </a:gs>
            <a:gs pos="50000">
              <a:schemeClr val="accent2">
                <a:shade val="80000"/>
                <a:hueOff val="0"/>
                <a:satOff val="0"/>
                <a:lumOff val="0"/>
                <a:alphaOff val="0"/>
                <a:satMod val="110000"/>
                <a:lumMod val="100000"/>
                <a:shade val="100000"/>
              </a:schemeClr>
            </a:gs>
            <a:gs pos="100000">
              <a:schemeClr val="accent2">
                <a:shade val="8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5D2114CA-924C-4632-AF77-8AC9102A35F8}">
      <dsp:nvSpPr>
        <dsp:cNvPr id="0" name=""/>
        <dsp:cNvSpPr/>
      </dsp:nvSpPr>
      <dsp:spPr>
        <a:xfrm>
          <a:off x="10015507" y="1692576"/>
          <a:ext cx="1012191" cy="642741"/>
        </a:xfrm>
        <a:prstGeom prst="roundRect">
          <a:avLst>
            <a:gd name="adj" fmla="val 10000"/>
          </a:avLst>
        </a:prstGeom>
        <a:solidFill>
          <a:schemeClr val="lt1">
            <a:alpha val="90000"/>
            <a:hueOff val="0"/>
            <a:satOff val="0"/>
            <a:lumOff val="0"/>
            <a:alphaOff val="0"/>
          </a:schemeClr>
        </a:solidFill>
        <a:ln w="6350" cap="flat" cmpd="sng" algn="ctr">
          <a:solidFill>
            <a:schemeClr val="accent2">
              <a:tint val="99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fr-FR" sz="1050" kern="1200" dirty="0">
              <a:latin typeface="Times New Roman" panose="02020603050405020304" pitchFamily="18" charset="0"/>
              <a:cs typeface="Times New Roman" panose="02020603050405020304" pitchFamily="18" charset="0"/>
            </a:rPr>
            <a:t>SERVICE CONTROLE</a:t>
          </a:r>
          <a:endParaRPr lang="LID4096" sz="1050" kern="1200" dirty="0">
            <a:latin typeface="Times New Roman" panose="02020603050405020304" pitchFamily="18" charset="0"/>
            <a:cs typeface="Times New Roman" panose="02020603050405020304" pitchFamily="18" charset="0"/>
          </a:endParaRPr>
        </a:p>
        <a:p>
          <a:pPr marL="0" lvl="0" indent="0" algn="ctr" defTabSz="466725">
            <a:lnSpc>
              <a:spcPct val="90000"/>
            </a:lnSpc>
            <a:spcBef>
              <a:spcPct val="0"/>
            </a:spcBef>
            <a:spcAft>
              <a:spcPct val="35000"/>
            </a:spcAft>
            <a:buNone/>
          </a:pPr>
          <a:r>
            <a:rPr lang="fr-FR" sz="1050" kern="1200" dirty="0">
              <a:latin typeface="Times New Roman" panose="02020603050405020304" pitchFamily="18" charset="0"/>
              <a:cs typeface="Times New Roman" panose="02020603050405020304" pitchFamily="18" charset="0"/>
            </a:rPr>
            <a:t>DE GESTION</a:t>
          </a:r>
          <a:endParaRPr lang="LID4096" sz="1050" kern="1200" dirty="0">
            <a:latin typeface="Times New Roman" panose="02020603050405020304" pitchFamily="18" charset="0"/>
            <a:cs typeface="Times New Roman" panose="02020603050405020304" pitchFamily="18" charset="0"/>
          </a:endParaRPr>
        </a:p>
      </dsp:txBody>
      <dsp:txXfrm>
        <a:off x="10034332" y="1711401"/>
        <a:ext cx="974541" cy="60509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847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Espace réservé des notes 2"/>
          <p:cNvSpPr>
            <a:spLocks noGrp="1"/>
          </p:cNvSpPr>
          <p:nvPr>
            <p:ph type="body" idx="1"/>
          </p:nvPr>
        </p:nvSpPr>
        <p:spPr>
          <a:xfrm>
            <a:off x="685800" y="5867400"/>
            <a:ext cx="5486400" cy="4800600"/>
          </a:xfrm>
          <a:prstGeom prst="rect">
            <a:avLst/>
          </a:prstGeom>
        </p:spPr>
        <p:txBody>
          <a:bodyPr/>
          <a:lstStyle/>
          <a:p>
            <a:r>
              <a:rPr lang="" sz="1200" b="1" u="none" strike="noStrike" kern="1200" dirty="0">
                <a:solidFill>
                  <a:schemeClr val="tx1"/>
                </a:solidFill>
                <a:effectLst/>
                <a:latin typeface="Times New Roman" panose="02020603050405020304" pitchFamily="18" charset="0"/>
                <a:ea typeface="+mn-ea"/>
                <a:cs typeface="Times New Roman" panose="02020603050405020304" pitchFamily="18" charset="0"/>
              </a:rPr>
              <a:t>Madame la Présidente du Jury,</a:t>
            </a:r>
          </a:p>
          <a:p>
            <a:br>
              <a:rPr lang="" sz="1200" b="0" u="none" strike="noStrike" kern="1200" dirty="0">
                <a:solidFill>
                  <a:schemeClr val="tx1"/>
                </a:solidFill>
                <a:effectLst/>
                <a:latin typeface="Times New Roman" panose="02020603050405020304" pitchFamily="18" charset="0"/>
                <a:ea typeface="+mn-ea"/>
                <a:cs typeface="Times New Roman" panose="02020603050405020304" pitchFamily="18" charset="0"/>
              </a:rPr>
            </a:br>
            <a:r>
              <a:rPr lang="" sz="1200" b="1" u="none" strike="noStrike" kern="1200" dirty="0">
                <a:solidFill>
                  <a:schemeClr val="tx1"/>
                </a:solidFill>
                <a:effectLst/>
                <a:latin typeface="Times New Roman" panose="02020603050405020304" pitchFamily="18" charset="0"/>
                <a:ea typeface="+mn-ea"/>
                <a:cs typeface="Times New Roman" panose="02020603050405020304" pitchFamily="18" charset="0"/>
              </a:rPr>
              <a:t>Mesdames et messieurs les membres du jury,</a:t>
            </a:r>
          </a:p>
          <a:p>
            <a:br>
              <a:rPr lang="" sz="1200" b="0" u="none" strike="noStrike" kern="1200" dirty="0">
                <a:solidFill>
                  <a:schemeClr val="tx1"/>
                </a:solidFill>
                <a:effectLst/>
                <a:latin typeface="Times New Roman" panose="02020603050405020304" pitchFamily="18" charset="0"/>
                <a:ea typeface="+mn-ea"/>
                <a:cs typeface="Times New Roman" panose="02020603050405020304" pitchFamily="18" charset="0"/>
              </a:rPr>
            </a:br>
            <a:r>
              <a:rPr lang="" sz="1200" b="1" u="none" strike="noStrike" kern="1200" dirty="0">
                <a:solidFill>
                  <a:schemeClr val="tx1"/>
                </a:solidFill>
                <a:effectLst/>
                <a:latin typeface="Times New Roman" panose="02020603050405020304" pitchFamily="18" charset="0"/>
                <a:ea typeface="+mn-ea"/>
                <a:cs typeface="Times New Roman" panose="02020603050405020304" pitchFamily="18" charset="0"/>
              </a:rPr>
              <a:t>Honorables assistances,</a:t>
            </a:r>
          </a:p>
          <a:p>
            <a:endParaRPr lang="" sz="1200" b="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p>
            <a:r>
              <a:rPr lang="" sz="1200" b="0" u="none" strike="noStrike" kern="1200" dirty="0">
                <a:solidFill>
                  <a:schemeClr val="tx1"/>
                </a:solidFill>
                <a:effectLst/>
                <a:latin typeface="Times New Roman" panose="02020603050405020304" pitchFamily="18" charset="0"/>
                <a:ea typeface="+mn-ea"/>
                <a:cs typeface="Times New Roman" panose="02020603050405020304" pitchFamily="18" charset="0"/>
              </a:rPr>
              <a:t>J’ai l’honneur de vous présenter aujourd’hui le projet que j’ai réalisé dans le cadre de l’obtention de mon diplôme de Licence en </a:t>
            </a:r>
            <a:r>
              <a:rPr lang="" sz="1200" b="1" u="none" strike="noStrike" kern="1200" dirty="0">
                <a:solidFill>
                  <a:schemeClr val="tx1"/>
                </a:solidFill>
                <a:effectLst/>
                <a:latin typeface="Times New Roman" panose="02020603050405020304" pitchFamily="18" charset="0"/>
                <a:ea typeface="+mn-ea"/>
                <a:cs typeface="Times New Roman" panose="02020603050405020304" pitchFamily="18" charset="0"/>
              </a:rPr>
              <a:t>Génie Logiciel</a:t>
            </a:r>
            <a:r>
              <a:rPr lang="" sz="1200" b="0" u="none" strike="noStrike" kern="1200" dirty="0">
                <a:solidFill>
                  <a:schemeClr val="tx1"/>
                </a:solidFill>
                <a:effectLst/>
                <a:latin typeface="Times New Roman" panose="02020603050405020304" pitchFamily="18" charset="0"/>
                <a:ea typeface="+mn-ea"/>
                <a:cs typeface="Times New Roman" panose="02020603050405020304" pitchFamily="18" charset="0"/>
              </a:rPr>
              <a:t> à l’Établissement Supérieur Professionnel BIG (</a:t>
            </a:r>
            <a:r>
              <a:rPr lang="" sz="1200" b="1" u="none" strike="noStrike" kern="1200" dirty="0">
                <a:solidFill>
                  <a:schemeClr val="tx1"/>
                </a:solidFill>
                <a:effectLst/>
                <a:latin typeface="Times New Roman" panose="02020603050405020304" pitchFamily="18" charset="0"/>
                <a:ea typeface="+mn-ea"/>
                <a:cs typeface="Times New Roman" panose="02020603050405020304" pitchFamily="18" charset="0"/>
              </a:rPr>
              <a:t>ESP-BIG</a:t>
            </a:r>
            <a:r>
              <a:rPr lang="" sz="1200" b="0" u="none" strike="noStrike" kern="1200" dirty="0">
                <a:solidFill>
                  <a:schemeClr val="tx1"/>
                </a:solidFill>
                <a:effectLst/>
                <a:latin typeface="Times New Roman" panose="02020603050405020304" pitchFamily="18" charset="0"/>
                <a:ea typeface="+mn-ea"/>
                <a:cs typeface="Times New Roman" panose="02020603050405020304" pitchFamily="18" charset="0"/>
              </a:rPr>
              <a:t>). Ce travail marque l'aboutissement d'un stage de trois mois que j’ai effectué au sein de la société </a:t>
            </a:r>
            <a:r>
              <a:rPr lang="" sz="1200" b="1" u="none" strike="noStrike" kern="1200" dirty="0">
                <a:solidFill>
                  <a:schemeClr val="tx1"/>
                </a:solidFill>
                <a:effectLst/>
                <a:latin typeface="Times New Roman" panose="02020603050405020304" pitchFamily="18" charset="0"/>
                <a:ea typeface="+mn-ea"/>
                <a:cs typeface="Times New Roman" panose="02020603050405020304" pitchFamily="18" charset="0"/>
              </a:rPr>
              <a:t>AUXIMAD</a:t>
            </a:r>
            <a:r>
              <a:rPr lang="" sz="1200" b="0" u="none" strike="noStrike" kern="1200" dirty="0">
                <a:solidFill>
                  <a:schemeClr val="tx1"/>
                </a:solidFill>
                <a:effectLst/>
                <a:latin typeface="Times New Roman" panose="02020603050405020304" pitchFamily="18" charset="0"/>
                <a:ea typeface="+mn-ea"/>
                <a:cs typeface="Times New Roman" panose="02020603050405020304" pitchFamily="18" charset="0"/>
              </a:rPr>
              <a:t>. Le thème de mon mémoire porte sur la : </a:t>
            </a:r>
            <a:r>
              <a:rPr lang="" sz="1200" b="1" u="none" strike="noStrike" kern="1200" dirty="0">
                <a:solidFill>
                  <a:schemeClr val="tx1"/>
                </a:solidFill>
                <a:effectLst/>
                <a:latin typeface="Times New Roman" panose="02020603050405020304" pitchFamily="18" charset="0"/>
                <a:ea typeface="+mn-ea"/>
                <a:cs typeface="Times New Roman" panose="02020603050405020304" pitchFamily="18" charset="0"/>
              </a:rPr>
              <a:t>« CONCEPTION ET DEVELOPPEMENT D’UNE APPLICATION DE GESTION D’ASSURANCE AUTOMOBILE »</a:t>
            </a:r>
            <a:r>
              <a:rPr lang="" sz="1200" b="0" u="none" strike="noStrike" kern="1200" dirty="0">
                <a:solidFill>
                  <a:schemeClr val="tx1"/>
                </a:solidFill>
                <a:effectLst/>
                <a:latin typeface="Times New Roman" panose="02020603050405020304" pitchFamily="18" charset="0"/>
                <a:ea typeface="+mn-ea"/>
                <a:cs typeface="Times New Roman" panose="02020603050405020304" pitchFamily="18" charset="0"/>
              </a:rPr>
              <a:t>.</a:t>
            </a:r>
          </a:p>
        </p:txBody>
      </p:sp>
    </p:spTree>
    <p:extLst>
      <p:ext uri="{BB962C8B-B14F-4D97-AF65-F5344CB8AC3E}">
        <p14:creationId xmlns:p14="http://schemas.microsoft.com/office/powerpoint/2010/main" val="21189713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 sz="1200" b="1" u="none" strike="noStrike" kern="1200" dirty="0">
                <a:solidFill>
                  <a:schemeClr val="tx1"/>
                </a:solidFill>
                <a:effectLst/>
                <a:latin typeface="+mn-lt"/>
                <a:ea typeface="+mn-ea"/>
                <a:cs typeface="+mn-cs"/>
              </a:rPr>
              <a:t>Aujourd'hui, la numérisation est indispensable pour moderniser les entreprises, particulièrement pour la branche automobile d'AUXIASSUR qui gère la souscription, la facturation et les sinistres.</a:t>
            </a:r>
            <a:r>
              <a:rPr lang="" dirty="0"/>
              <a:t> Lors de mon analyse sur le terrain, j'ai constaté que ce service s'appuie encore sur des documents papier, des saisies manuelles et des outils séparés comme le logiciel Odoo et des fichiers Excel de secours. Ce fonctionnement crée de la lourdeur administrative, des retards et des risques d'erreurs. C'est ce constat qui m'a conduit à ma question centrale : comment optimiser et sécuriser tout le cycle de vie de ces contrats d'assurance, à travers un outil interne unique et un accès en ligne pour les clients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E0D05-4735-AE67-8D96-FDCDED7922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B027CB-A93C-ADB8-B547-CD7BEC793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A4709F-6F2C-86B4-004A-EF383E1C76E2}"/>
              </a:ext>
            </a:extLst>
          </p:cNvPr>
          <p:cNvSpPr>
            <a:spLocks noGrp="1"/>
          </p:cNvSpPr>
          <p:nvPr>
            <p:ph type="body" idx="1"/>
          </p:nvPr>
        </p:nvSpPr>
        <p:spPr/>
        <p:txBody>
          <a:bodyPr/>
          <a:lstStyle/>
          <a:p>
            <a:r>
              <a:rPr lang="" sz="1200" b="0" u="none" strike="noStrike" kern="1200" dirty="0">
                <a:solidFill>
                  <a:schemeClr val="tx1"/>
                </a:solidFill>
                <a:effectLst/>
                <a:latin typeface="+mn-lt"/>
                <a:ea typeface="+mn-ea"/>
                <a:cs typeface="+mn-cs"/>
              </a:rPr>
              <a:t>Après avoir exposé le contexte et l’intérêt de cette étude, il est important de préciser le plan de notre présentation, fidèle à la structure de notre mémoire :</a:t>
            </a:r>
          </a:p>
          <a:p>
            <a:endParaRPr lang="" sz="1200" b="0" u="none" strike="noStrike" kern="1200" dirty="0">
              <a:solidFill>
                <a:schemeClr val="tx1"/>
              </a:solidFill>
              <a:effectLst/>
              <a:latin typeface="+mn-lt"/>
              <a:ea typeface="+mn-ea"/>
              <a:cs typeface="+mn-cs"/>
            </a:endParaRPr>
          </a:p>
          <a:p>
            <a:pPr lvl="0"/>
            <a:r>
              <a:rPr lang="" sz="1200" b="1" u="none" strike="noStrike" kern="1200" dirty="0">
                <a:solidFill>
                  <a:schemeClr val="tx1"/>
                </a:solidFill>
                <a:effectLst/>
                <a:latin typeface="+mn-lt"/>
                <a:ea typeface="+mn-ea"/>
                <a:cs typeface="+mn-cs"/>
              </a:rPr>
              <a:t>Premièrement, la Partie I : L'Étude préalable</a:t>
            </a:r>
            <a:r>
              <a:rPr lang="" sz="1200" b="0" u="none" strike="noStrike" kern="1200" dirty="0">
                <a:solidFill>
                  <a:schemeClr val="tx1"/>
                </a:solidFill>
                <a:effectLst/>
                <a:latin typeface="+mn-lt"/>
                <a:ea typeface="+mn-ea"/>
                <a:cs typeface="+mn-cs"/>
              </a:rPr>
              <a:t>, qui posera le cadre général, l’analyse de l’existant et l'expression des besoins.</a:t>
            </a:r>
          </a:p>
          <a:p>
            <a:pPr lvl="0"/>
            <a:endParaRPr lang="" sz="1200" b="0" u="none" strike="noStrike" kern="1200" dirty="0">
              <a:solidFill>
                <a:schemeClr val="tx1"/>
              </a:solidFill>
              <a:effectLst/>
              <a:latin typeface="+mn-lt"/>
              <a:ea typeface="+mn-ea"/>
              <a:cs typeface="+mn-cs"/>
            </a:endParaRPr>
          </a:p>
          <a:p>
            <a:pPr lvl="0"/>
            <a:r>
              <a:rPr lang="" sz="1200" b="1" u="none" strike="noStrike" kern="1200" dirty="0">
                <a:solidFill>
                  <a:schemeClr val="tx1"/>
                </a:solidFill>
                <a:effectLst/>
                <a:latin typeface="+mn-lt"/>
                <a:ea typeface="+mn-ea"/>
                <a:cs typeface="+mn-cs"/>
              </a:rPr>
              <a:t>Deuxièmement, la Partie II : L'Étude détaillée</a:t>
            </a:r>
            <a:r>
              <a:rPr lang="" sz="1200" b="0" u="none" strike="noStrike" kern="1200" dirty="0">
                <a:solidFill>
                  <a:schemeClr val="tx1"/>
                </a:solidFill>
                <a:effectLst/>
                <a:latin typeface="+mn-lt"/>
                <a:ea typeface="+mn-ea"/>
                <a:cs typeface="+mn-cs"/>
              </a:rPr>
              <a:t>, dédiée à la modélisation rigoureuse du système avec l'outil UML.</a:t>
            </a:r>
          </a:p>
          <a:p>
            <a:pPr lvl="0"/>
            <a:endParaRPr lang="" sz="1200" b="0" u="none" strike="noStrike" kern="1200" dirty="0">
              <a:solidFill>
                <a:schemeClr val="tx1"/>
              </a:solidFill>
              <a:effectLst/>
              <a:latin typeface="+mn-lt"/>
              <a:ea typeface="+mn-ea"/>
              <a:cs typeface="+mn-cs"/>
            </a:endParaRPr>
          </a:p>
          <a:p>
            <a:pPr lvl="0"/>
            <a:r>
              <a:rPr lang="" sz="1200" b="1" u="none" strike="noStrike" kern="1200" dirty="0">
                <a:solidFill>
                  <a:schemeClr val="tx1"/>
                </a:solidFill>
                <a:effectLst/>
                <a:latin typeface="+mn-lt"/>
                <a:ea typeface="+mn-ea"/>
                <a:cs typeface="+mn-cs"/>
              </a:rPr>
              <a:t>Troisièmement, la Partie III : La Réalisation</a:t>
            </a:r>
            <a:r>
              <a:rPr lang="" sz="1200" b="0" u="none" strike="noStrike" kern="1200" dirty="0">
                <a:solidFill>
                  <a:schemeClr val="tx1"/>
                </a:solidFill>
                <a:effectLst/>
                <a:latin typeface="+mn-lt"/>
                <a:ea typeface="+mn-ea"/>
                <a:cs typeface="+mn-cs"/>
              </a:rPr>
              <a:t>, qui sera une démonstration en direct du projet.</a:t>
            </a:r>
          </a:p>
        </p:txBody>
      </p:sp>
      <p:sp>
        <p:nvSpPr>
          <p:cNvPr id="4" name="Slide Number Placeholder 3">
            <a:extLst>
              <a:ext uri="{FF2B5EF4-FFF2-40B4-BE49-F238E27FC236}">
                <a16:creationId xmlns:a16="http://schemas.microsoft.com/office/drawing/2014/main" id="{7BA8C3A8-74AE-1BB6-0049-71E72E514AC6}"/>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2747992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49401-264E-91B1-433D-4288B91A44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277393-318A-5B42-95B9-E27FFE4113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BAAEC4-9FC1-2371-24E8-E7F972F56846}"/>
              </a:ext>
            </a:extLst>
          </p:cNvPr>
          <p:cNvSpPr>
            <a:spLocks noGrp="1"/>
          </p:cNvSpPr>
          <p:nvPr>
            <p:ph type="body" idx="1"/>
          </p:nvPr>
        </p:nvSpPr>
        <p:spPr/>
        <p:txBody>
          <a:bodyPr/>
          <a:lstStyle/>
          <a:p>
            <a:r>
              <a:rPr lang="" sz="1200" b="0" u="none" strike="noStrike" kern="1200" dirty="0">
                <a:solidFill>
                  <a:schemeClr val="tx1"/>
                </a:solidFill>
                <a:effectLst/>
                <a:latin typeface="+mn-lt"/>
                <a:ea typeface="+mn-ea"/>
                <a:cs typeface="+mn-cs"/>
              </a:rPr>
              <a:t>Après avoir exposé le contexte et l’intérêt de cette étude, il est important de préciser le plan de notre présentation, fidèle à la structure de notre mémoire :</a:t>
            </a:r>
          </a:p>
          <a:p>
            <a:endParaRPr lang="" sz="1200" b="0" u="none" strike="noStrike" kern="1200" dirty="0">
              <a:solidFill>
                <a:schemeClr val="tx1"/>
              </a:solidFill>
              <a:effectLst/>
              <a:latin typeface="+mn-lt"/>
              <a:ea typeface="+mn-ea"/>
              <a:cs typeface="+mn-cs"/>
            </a:endParaRPr>
          </a:p>
          <a:p>
            <a:pPr lvl="0"/>
            <a:r>
              <a:rPr lang="" sz="1200" b="1" u="none" strike="noStrike" kern="1200" dirty="0">
                <a:solidFill>
                  <a:schemeClr val="tx1"/>
                </a:solidFill>
                <a:effectLst/>
                <a:latin typeface="+mn-lt"/>
                <a:ea typeface="+mn-ea"/>
                <a:cs typeface="+mn-cs"/>
              </a:rPr>
              <a:t>Premièrement, la Partie I : L'Étude préalable</a:t>
            </a:r>
            <a:r>
              <a:rPr lang="" sz="1200" b="0" u="none" strike="noStrike" kern="1200" dirty="0">
                <a:solidFill>
                  <a:schemeClr val="tx1"/>
                </a:solidFill>
                <a:effectLst/>
                <a:latin typeface="+mn-lt"/>
                <a:ea typeface="+mn-ea"/>
                <a:cs typeface="+mn-cs"/>
              </a:rPr>
              <a:t>, qui posera le cadre général, l’analyse de l’existant et l'expression des besoins.</a:t>
            </a:r>
          </a:p>
          <a:p>
            <a:pPr lvl="0"/>
            <a:endParaRPr lang="" sz="1200" b="0" u="none" strike="noStrike" kern="1200" dirty="0">
              <a:solidFill>
                <a:schemeClr val="tx1"/>
              </a:solidFill>
              <a:effectLst/>
              <a:latin typeface="+mn-lt"/>
              <a:ea typeface="+mn-ea"/>
              <a:cs typeface="+mn-cs"/>
            </a:endParaRPr>
          </a:p>
          <a:p>
            <a:pPr lvl="0"/>
            <a:r>
              <a:rPr lang="" sz="1200" b="1" u="none" strike="noStrike" kern="1200" dirty="0">
                <a:solidFill>
                  <a:schemeClr val="tx1"/>
                </a:solidFill>
                <a:effectLst/>
                <a:latin typeface="+mn-lt"/>
                <a:ea typeface="+mn-ea"/>
                <a:cs typeface="+mn-cs"/>
              </a:rPr>
              <a:t>Deuxièmement, la Partie II : L'Étude détaillée</a:t>
            </a:r>
            <a:r>
              <a:rPr lang="" sz="1200" b="0" u="none" strike="noStrike" kern="1200" dirty="0">
                <a:solidFill>
                  <a:schemeClr val="tx1"/>
                </a:solidFill>
                <a:effectLst/>
                <a:latin typeface="+mn-lt"/>
                <a:ea typeface="+mn-ea"/>
                <a:cs typeface="+mn-cs"/>
              </a:rPr>
              <a:t>, dédiée à la modélisation rigoureuse du système avec l'outil UML.</a:t>
            </a:r>
          </a:p>
          <a:p>
            <a:pPr lvl="0"/>
            <a:endParaRPr lang="" sz="1200" b="0" u="none" strike="noStrike" kern="1200" dirty="0">
              <a:solidFill>
                <a:schemeClr val="tx1"/>
              </a:solidFill>
              <a:effectLst/>
              <a:latin typeface="+mn-lt"/>
              <a:ea typeface="+mn-ea"/>
              <a:cs typeface="+mn-cs"/>
            </a:endParaRPr>
          </a:p>
          <a:p>
            <a:pPr lvl="0"/>
            <a:r>
              <a:rPr lang="" sz="1200" b="1" u="none" strike="noStrike" kern="1200" dirty="0">
                <a:solidFill>
                  <a:schemeClr val="tx1"/>
                </a:solidFill>
                <a:effectLst/>
                <a:latin typeface="+mn-lt"/>
                <a:ea typeface="+mn-ea"/>
                <a:cs typeface="+mn-cs"/>
              </a:rPr>
              <a:t>Troisièmement, la Partie III : La Réalisation</a:t>
            </a:r>
            <a:r>
              <a:rPr lang="" sz="1200" b="0" u="none" strike="noStrike" kern="1200" dirty="0">
                <a:solidFill>
                  <a:schemeClr val="tx1"/>
                </a:solidFill>
                <a:effectLst/>
                <a:latin typeface="+mn-lt"/>
                <a:ea typeface="+mn-ea"/>
                <a:cs typeface="+mn-cs"/>
              </a:rPr>
              <a:t>, qui sera une démonstration en direct du projet.</a:t>
            </a:r>
          </a:p>
        </p:txBody>
      </p:sp>
      <p:sp>
        <p:nvSpPr>
          <p:cNvPr id="4" name="Slide Number Placeholder 3">
            <a:extLst>
              <a:ext uri="{FF2B5EF4-FFF2-40B4-BE49-F238E27FC236}">
                <a16:creationId xmlns:a16="http://schemas.microsoft.com/office/drawing/2014/main" id="{BF3A689B-5446-83CF-B868-367A1E27BA2C}"/>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9208723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 dirty="0"/>
              <a:t>Pour situer le cadre de mon projet, </a:t>
            </a:r>
            <a:r>
              <a:rPr lang="" b="1" dirty="0"/>
              <a:t>AUXIMAD est une entreprise historique fondée en 1902</a:t>
            </a:r>
            <a:r>
              <a:rPr lang="" dirty="0"/>
              <a:t>, avec le Wharf de Tamatave.</a:t>
            </a:r>
          </a:p>
          <a:p>
            <a:endParaRPr lang="" dirty="0"/>
          </a:p>
          <a:p>
            <a:r>
              <a:rPr lang="" dirty="0"/>
              <a:t>En </a:t>
            </a:r>
            <a:r>
              <a:rPr lang="" b="1" dirty="0"/>
              <a:t>1952</a:t>
            </a:r>
            <a:r>
              <a:rPr lang="" dirty="0"/>
              <a:t>, elle prend officiellement le nom de </a:t>
            </a:r>
            <a:r>
              <a:rPr lang="" b="1" dirty="0"/>
              <a:t>Société Auxiliaire Maritime de Madagascar</a:t>
            </a:r>
            <a:r>
              <a:rPr lang="" dirty="0"/>
              <a:t>, connue sous le nom d'AUXIMAD.</a:t>
            </a:r>
          </a:p>
          <a:p>
            <a:endParaRPr lang="" dirty="0"/>
          </a:p>
          <a:p>
            <a:r>
              <a:rPr lang="" dirty="0"/>
              <a:t>L'entreprise intervient également dans le secteur de l'assurance en tant qu'Agent Général d'</a:t>
            </a:r>
            <a:r>
              <a:rPr lang="" b="1" dirty="0"/>
              <a:t>ARO</a:t>
            </a:r>
            <a:r>
              <a:rPr lang="" dirty="0"/>
              <a:t>, une compagnie leader à Madagascar avec </a:t>
            </a:r>
            <a:r>
              <a:rPr lang="" b="1" dirty="0"/>
              <a:t>61,2 % de part de marché</a:t>
            </a:r>
            <a:r>
              <a:rPr lang="" dirty="0"/>
              <a:t>.</a:t>
            </a:r>
          </a:p>
          <a:p>
            <a:endParaRPr lang="" dirty="0"/>
          </a:p>
          <a:p>
            <a:r>
              <a:rPr lang="" dirty="0"/>
              <a:t>AUXIMAD est principalement une entreprise prestataire de services, spécialisée dans la consignation, le transit, le dédouanement, la manutention, le transport, l'entreposage et le groupage.</a:t>
            </a:r>
          </a:p>
          <a:p>
            <a:endParaRPr lang="" dirty="0"/>
          </a:p>
          <a:p>
            <a:r>
              <a:rPr lang="" dirty="0"/>
              <a:t>Dans le cadre de la diversification de ses activités, elle propose également un service d'assurance appelé </a:t>
            </a:r>
            <a:r>
              <a:rPr lang="" b="1" dirty="0"/>
              <a:t>AUXIASSUR</a:t>
            </a:r>
            <a:r>
              <a:rPr lang="" dirty="0"/>
              <a:t>.</a:t>
            </a:r>
          </a:p>
          <a:p>
            <a:endParaRPr lang="" dirty="0"/>
          </a:p>
          <a:p>
            <a:r>
              <a:rPr lang="" b="1" dirty="0"/>
              <a:t>C'est précisément pour moderniser la gestion de l'assurance automobile au sein de ce service que s'inscrit mon projet.</a:t>
            </a:r>
            <a:endParaRPr lang=""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Espace réservé des notes 2"/>
          <p:cNvSpPr>
            <a:spLocks noGrp="1"/>
          </p:cNvSpPr>
          <p:nvPr>
            <p:ph type="body" idx="1"/>
          </p:nvPr>
        </p:nvSpPr>
        <p:spPr>
          <a:xfrm>
            <a:off x="685800" y="5867400"/>
            <a:ext cx="5486400" cy="4800600"/>
          </a:xfrm>
          <a:prstGeom prst="rect">
            <a:avLst/>
          </a:prstGeom>
        </p:spPr>
        <p:txBody>
          <a:bodyPr/>
          <a:lstStyle/>
          <a:p>
            <a:r>
              <a:rPr lang="" dirty="0"/>
              <a:t>Sur le plan organisationnel, l'entreprise est structurée en trois niveaux sous la Direction Générale, avec six services transversaux d'appui, dont le </a:t>
            </a:r>
            <a:r>
              <a:rPr lang="" sz="1200" b="0" i="1" u="none" strike="noStrike" kern="1200" dirty="0">
                <a:solidFill>
                  <a:schemeClr val="tx1"/>
                </a:solidFill>
                <a:effectLst/>
                <a:latin typeface="+mn-lt"/>
                <a:ea typeface="+mn-ea"/>
                <a:cs typeface="+mn-cs"/>
              </a:rPr>
              <a:t>Service Informatique et Technologique</a:t>
            </a:r>
            <a:r>
              <a:rPr lang="" dirty="0"/>
              <a:t> où j'ai effectué mon stage, ainsi que deux grandes directions opérationnelles. Enfin, sa force repose sur son maillage territorial, puisqu'elle dispose d'un </a:t>
            </a:r>
            <a:r>
              <a:rPr lang="" sz="1200" b="1" u="none" strike="noStrike" kern="1200" dirty="0">
                <a:solidFill>
                  <a:schemeClr val="tx1"/>
                </a:solidFill>
                <a:effectLst/>
                <a:latin typeface="+mn-lt"/>
                <a:ea typeface="+mn-ea"/>
                <a:cs typeface="+mn-cs"/>
              </a:rPr>
              <a:t>réseau interconnecté de 8 agences régionales</a:t>
            </a:r>
            <a:r>
              <a:rPr lang="" dirty="0"/>
              <a:t> réparties dans les principales villes portuaires et aéroportuaires de la Grande Île, garantissant une proximité immédiate avec ses clients.</a:t>
            </a:r>
            <a:endParaRPr lang="LID4096" dirty="0"/>
          </a:p>
        </p:txBody>
      </p:sp>
    </p:spTree>
    <p:extLst>
      <p:ext uri="{BB962C8B-B14F-4D97-AF65-F5344CB8AC3E}">
        <p14:creationId xmlns:p14="http://schemas.microsoft.com/office/powerpoint/2010/main" val="39722976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 b="1" dirty="0"/>
              <a:t>L'objectif principal de mon projet est de concevoir une application Web unique</a:t>
            </a:r>
            <a:r>
              <a:rPr lang="" dirty="0"/>
              <a:t>, appelée AUXIDRIVE, permettant de centraliser la gestion de l'assurance automobile.</a:t>
            </a:r>
          </a:p>
          <a:p>
            <a:endParaRPr lang="" dirty="0"/>
          </a:p>
          <a:p>
            <a:r>
              <a:rPr lang="" dirty="0"/>
              <a:t>Plus précisément, cette application vise à </a:t>
            </a:r>
            <a:r>
              <a:rPr lang="" b="1" dirty="0"/>
              <a:t>automatiser le calcul des primes</a:t>
            </a:r>
            <a:r>
              <a:rPr lang="" dirty="0"/>
              <a:t>, aussi bien pour un seul véhicule que pour une flotte, tout en prenant en compte les règles de bonus-malus.</a:t>
            </a:r>
          </a:p>
          <a:p>
            <a:endParaRPr lang="" dirty="0"/>
          </a:p>
          <a:p>
            <a:r>
              <a:rPr lang="" dirty="0"/>
              <a:t>Elle permet également de simplifier la gestion des documents, de suivre les échéances des contrats, de déclarer les sinistres en ligne et de disposer d'un tableau de bord statistique pour faciliter la prise de décision.</a:t>
            </a:r>
          </a:p>
          <a:p>
            <a:endParaRPr lang="" dirty="0"/>
          </a:p>
          <a:p>
            <a:r>
              <a:rPr lang="" b="1" dirty="0"/>
              <a:t>Concernant les résultats attendus</a:t>
            </a:r>
            <a:r>
              <a:rPr lang="" dirty="0"/>
              <a:t>, AUXIDRIVE vise à réduire les doubles saisies et la dépendance aux fichiers Excel.</a:t>
            </a:r>
          </a:p>
          <a:p>
            <a:endParaRPr lang="" dirty="0"/>
          </a:p>
          <a:p>
            <a:r>
              <a:rPr lang="" dirty="0"/>
              <a:t>Du côté des clients, elle offre un espace personnel permettant d'envoyer leurs documents et de suivre leurs dossiers en ligne.</a:t>
            </a:r>
          </a:p>
          <a:p>
            <a:endParaRPr lang="" dirty="0"/>
          </a:p>
          <a:p>
            <a:r>
              <a:rPr lang="" dirty="0"/>
              <a:t>Enfin, pour les agents, elle facilite le travail grâce à la génération automatique des factures PDF et au suivi numérique des sinistres, permettant ainsi de réduire le temps de traitement des dossiers.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3D28D-B2DA-0701-43E3-6547E37C1D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621928-DEDF-18A4-F991-444203989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9384A7-1291-E573-578A-5F57D684028A}"/>
              </a:ext>
            </a:extLst>
          </p:cNvPr>
          <p:cNvSpPr>
            <a:spLocks noGrp="1"/>
          </p:cNvSpPr>
          <p:nvPr>
            <p:ph type="body" idx="1"/>
          </p:nvPr>
        </p:nvSpPr>
        <p:spPr/>
        <p:txBody>
          <a:bodyPr/>
          <a:lstStyle/>
          <a:p>
            <a:r>
              <a:rPr lang="" dirty="0"/>
              <a:t>Pour cette étude de l’existant, j’ai analysé le fonctionnement du service de production automobile d’AUXIASSUR.</a:t>
            </a:r>
          </a:p>
          <a:p>
            <a:endParaRPr lang="" dirty="0"/>
          </a:p>
          <a:p>
            <a:r>
              <a:rPr lang="" b="1" dirty="0"/>
              <a:t>Tout d’abord, concernant le système actuel</a:t>
            </a:r>
            <a:r>
              <a:rPr lang="" dirty="0"/>
              <a:t>, ce service assure principalement la gestion des nouvelles souscriptions et des renouvellements, avec l’intervention de trois acteurs clés : le chargé de production, le Directeur d’agence et le caissier.</a:t>
            </a:r>
          </a:p>
          <a:p>
            <a:endParaRPr lang="" dirty="0"/>
          </a:p>
          <a:p>
            <a:r>
              <a:rPr lang="" b="1" dirty="0"/>
              <a:t>Ensuite, sur le plan documentaire</a:t>
            </a:r>
            <a:r>
              <a:rPr lang="" dirty="0"/>
              <a:t>, les principales pièces d’entrée sont la carte grise du véhicule et la CIN du client. Elles permettent d’établir les documents de sortie, notamment l’attestation d’assurance, le contrat en trois exemplaires et le dossier de sinistre.</a:t>
            </a:r>
          </a:p>
          <a:p>
            <a:endParaRPr lang="" dirty="0"/>
          </a:p>
          <a:p>
            <a:r>
              <a:rPr lang="" b="1" dirty="0"/>
              <a:t>Enfin, concernant l’environnement logiciel existant</a:t>
            </a:r>
            <a:r>
              <a:rPr lang="" dirty="0"/>
              <a:t>, le service utilise principalement Odoo pour l’enregistrement des souscriptions et le suivi des assurés, tandis que Microsoft Excel sert d’outil complémentaire, notamment en cas de panne de connexion réseau.</a:t>
            </a:r>
          </a:p>
        </p:txBody>
      </p:sp>
      <p:sp>
        <p:nvSpPr>
          <p:cNvPr id="4" name="Slide Number Placeholder 3">
            <a:extLst>
              <a:ext uri="{FF2B5EF4-FFF2-40B4-BE49-F238E27FC236}">
                <a16:creationId xmlns:a16="http://schemas.microsoft.com/office/drawing/2014/main" id="{8F3B2476-1C9C-0DA2-4D1A-913554F11C00}"/>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356544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 dirty="0"/>
              <a:t>Mon étude du système actuel a permis d'identifier plusieurs limites importantes.</a:t>
            </a:r>
          </a:p>
          <a:p>
            <a:endParaRPr lang="" dirty="0"/>
          </a:p>
          <a:p>
            <a:r>
              <a:rPr lang="" dirty="0"/>
              <a:t>Le traitement des affaires nouvelles reste lourd, notamment à cause des ressaisies manuelles des justificatifs et des déplacements de documents entre les bureaux.</a:t>
            </a:r>
          </a:p>
          <a:p>
            <a:endParaRPr lang="" dirty="0"/>
          </a:p>
          <a:p>
            <a:r>
              <a:rPr lang="" dirty="0"/>
              <a:t>La validation des dossiers constitue également un blocage, puisque la signature physique du Directeur est nécessaire avant le passage en caisse, ce qui fait attendre les clients.</a:t>
            </a:r>
          </a:p>
          <a:p>
            <a:endParaRPr lang="" dirty="0"/>
          </a:p>
          <a:p>
            <a:r>
              <a:rPr lang="" dirty="0"/>
              <a:t>À cela s'ajoute la dépendance à Internet : en cas de panne de réseau, Odoo devient inaccessible, obligeant les agents à basculer sur Excel et à effectuer une double saisie.</a:t>
            </a:r>
          </a:p>
          <a:p>
            <a:endParaRPr lang="" dirty="0"/>
          </a:p>
          <a:p>
            <a:r>
              <a:rPr lang="" dirty="0"/>
              <a:t>Les corrections sont aussi complexes, car les erreurs détectées après l'envoi mensuel nécessitent des régularisations avec le siège. De plus, la transmission des dossiers une fois par mois retarde la consolidation des informations.</a:t>
            </a:r>
          </a:p>
          <a:p>
            <a:endParaRPr lang="" dirty="0"/>
          </a:p>
          <a:p>
            <a:r>
              <a:rPr lang="" b="1" dirty="0"/>
              <a:t>Cependant, le système actuel possède des points forts essentiels à conserver</a:t>
            </a:r>
            <a:r>
              <a:rPr lang="" dirty="0"/>
              <a:t>, notamment la double signature, le contrôle de la caisse et la règle des trois exemplaires, qui assurent la sécurité et la traçabilité des opérations.</a:t>
            </a:r>
          </a:p>
          <a:p>
            <a:endParaRPr lang="" dirty="0"/>
          </a:p>
          <a:p>
            <a:r>
              <a:rPr lang="" b="1" dirty="0"/>
              <a:t>L'objectif de mon projet est donc de réduire ces lenteurs grâce à la numérisation, tout en préservant les contrôles indispensables du système existant.</a:t>
            </a:r>
            <a:endParaRPr lang=""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 dirty="0"/>
              <a:t>Ce tableau présente une comparaison entre les deux solutions envisagées : </a:t>
            </a:r>
            <a:r>
              <a:rPr lang="" b="1" dirty="0"/>
              <a:t>l'application Web et le logiciel Desktop</a:t>
            </a:r>
            <a:r>
              <a:rPr lang="" dirty="0"/>
              <a:t>.</a:t>
            </a:r>
          </a:p>
          <a:p>
            <a:r>
              <a:rPr lang="" dirty="0"/>
              <a:t>Sur le plan financier et technique, l'application Web présente plusieurs avantages : un </a:t>
            </a:r>
            <a:r>
              <a:rPr lang="" b="1" dirty="0"/>
              <a:t>coût initial réduit</a:t>
            </a:r>
            <a:r>
              <a:rPr lang="" dirty="0"/>
              <a:t>, un matériel minimal et un déploiement centralisé, contrairement au logiciel Desktop qui nécessite une installation sur chaque poste.</a:t>
            </a:r>
          </a:p>
          <a:p>
            <a:r>
              <a:rPr lang="" dirty="0"/>
              <a:t>Sur le plan fonctionnel, elle facilite également la </a:t>
            </a:r>
            <a:r>
              <a:rPr lang="" b="1" dirty="0"/>
              <a:t>gestion dynamique des alertes</a:t>
            </a:r>
            <a:r>
              <a:rPr lang="" dirty="0"/>
              <a:t> et simplifie la maintenance grâce aux mises à jour centralisées.</a:t>
            </a:r>
          </a:p>
          <a:p>
            <a:r>
              <a:rPr lang="" b="1" dirty="0"/>
              <a:t>Cependant, mon choix ne repose pas uniquement sur le coût réduit</a:t>
            </a:r>
            <a:r>
              <a:rPr lang="" dirty="0"/>
              <a:t>, mais surtout sur les avantages fonctionnels, la facilité de déploiement et de maintenance, ainsi que l'adaptation aux besoins d'AUXIMAD.</a:t>
            </a:r>
          </a:p>
          <a:p>
            <a:r>
              <a:rPr lang="" dirty="0"/>
              <a:t>C'est donc pour l'ensemble de ces raisons que j'ai retenu </a:t>
            </a:r>
            <a:r>
              <a:rPr lang="" b="1" dirty="0"/>
              <a:t>la solution Web pour développer AUXIDRIVE</a:t>
            </a:r>
            <a:r>
              <a:rPr lang="" dirty="0"/>
              <a: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 sz="1200" b="1" u="none" strike="noStrike" kern="1200" dirty="0">
                <a:solidFill>
                  <a:schemeClr val="tx1"/>
                </a:solidFill>
                <a:effectLst/>
                <a:latin typeface="+mn-lt"/>
                <a:ea typeface="+mn-ea"/>
                <a:cs typeface="+mn-cs"/>
              </a:rPr>
              <a:t>Le choix d'une application web sur-mesure s'impose comme la solution la plus stratégique pour AUXIMAD</a:t>
            </a:r>
            <a:r>
              <a:rPr lang="" dirty="0"/>
              <a:t>, portée par une architecture web qui répond à trois critères opérationnels majeurs. D'une part, elle offre aux assurés un </a:t>
            </a:r>
            <a:r>
              <a:rPr lang="" sz="1200" b="1" u="none" strike="noStrike" kern="1200" dirty="0">
                <a:solidFill>
                  <a:schemeClr val="tx1"/>
                </a:solidFill>
                <a:effectLst/>
                <a:latin typeface="+mn-lt"/>
                <a:ea typeface="+mn-ea"/>
                <a:cs typeface="+mn-cs"/>
              </a:rPr>
              <a:t>accès immédiat</a:t>
            </a:r>
            <a:r>
              <a:rPr lang="" dirty="0"/>
              <a:t> et à distance via un simple navigateur, tout en garantissant au service informatique une </a:t>
            </a:r>
            <a:r>
              <a:rPr lang="" sz="1200" b="1" u="none" strike="noStrike" kern="1200" dirty="0">
                <a:solidFill>
                  <a:schemeClr val="tx1"/>
                </a:solidFill>
                <a:effectLst/>
                <a:latin typeface="+mn-lt"/>
                <a:ea typeface="+mn-ea"/>
                <a:cs typeface="+mn-cs"/>
              </a:rPr>
              <a:t>maintenance centralisée</a:t>
            </a:r>
            <a:r>
              <a:rPr lang="" dirty="0"/>
              <a:t> et instantanée sans intervention poste par poste. D'autre part, son interface est parfaitement calibrée pour les besoins du backoffice, facilitant la saisie de volumes importants de données pour la gestion des flottes d'automobiles. Pour concrétiser cette solution, l'écosystème s'appuie sur une pile technologique moderne et robuste : un frontend sous </a:t>
            </a:r>
            <a:r>
              <a:rPr lang="" sz="1200" b="1" u="none" strike="noStrike" kern="1200" dirty="0">
                <a:solidFill>
                  <a:schemeClr val="tx1"/>
                </a:solidFill>
                <a:effectLst/>
                <a:latin typeface="+mn-lt"/>
                <a:ea typeface="+mn-ea"/>
                <a:cs typeface="+mn-cs"/>
              </a:rPr>
              <a:t>Angular et Bootstrap</a:t>
            </a:r>
            <a:r>
              <a:rPr lang="" dirty="0"/>
              <a:t> pour l'ergonomie, un backend propulsé par </a:t>
            </a:r>
            <a:r>
              <a:rPr lang="" sz="1200" b="1" u="none" strike="noStrike" kern="1200" dirty="0">
                <a:solidFill>
                  <a:schemeClr val="tx1"/>
                </a:solidFill>
                <a:effectLst/>
                <a:latin typeface="+mn-lt"/>
                <a:ea typeface="+mn-ea"/>
                <a:cs typeface="+mn-cs"/>
              </a:rPr>
              <a:t>Spring Boot (API REST)</a:t>
            </a:r>
            <a:r>
              <a:rPr lang="" dirty="0"/>
              <a:t> pour sécuriser les transactions et automatiser les calculs, ainsi qu'une base de données </a:t>
            </a:r>
            <a:r>
              <a:rPr lang="" sz="1200" b="1" u="none" strike="noStrike" kern="1200" dirty="0">
                <a:solidFill>
                  <a:schemeClr val="tx1"/>
                </a:solidFill>
                <a:effectLst/>
                <a:latin typeface="+mn-lt"/>
                <a:ea typeface="+mn-ea"/>
                <a:cs typeface="+mn-cs"/>
              </a:rPr>
              <a:t>MySQL</a:t>
            </a:r>
            <a:r>
              <a:rPr lang="" dirty="0"/>
              <a:t>. L'ensemble de cette implémentation a été sécurisé en amont par une phase rigoureuse de </a:t>
            </a:r>
            <a:r>
              <a:rPr lang="" sz="1200" b="1" u="none" strike="noStrike" kern="1200" dirty="0">
                <a:solidFill>
                  <a:schemeClr val="tx1"/>
                </a:solidFill>
                <a:effectLst/>
                <a:latin typeface="+mn-lt"/>
                <a:ea typeface="+mn-ea"/>
                <a:cs typeface="+mn-cs"/>
              </a:rPr>
              <a:t>modélisation UML</a:t>
            </a:r>
            <a:r>
              <a:rPr lang="" dirty="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Espace réservé des notes 2"/>
          <p:cNvSpPr>
            <a:spLocks noGrp="1"/>
          </p:cNvSpPr>
          <p:nvPr>
            <p:ph type="body" idx="1"/>
          </p:nvPr>
        </p:nvSpPr>
        <p:spPr>
          <a:xfrm>
            <a:off x="685800" y="5867400"/>
            <a:ext cx="5486400" cy="4800600"/>
          </a:xfrm>
          <a:prstGeom prst="rect">
            <a:avLst/>
          </a:prstGeom>
        </p:spPr>
        <p:txBody>
          <a:bodyPr/>
          <a:lstStyle/>
          <a:p>
            <a:pPr rtl="0"/>
            <a:r>
              <a:rPr lang="" sz="1200" b="1" u="none" strike="noStrike" kern="1200" dirty="0">
                <a:solidFill>
                  <a:schemeClr val="tx1"/>
                </a:solidFill>
                <a:effectLst/>
                <a:latin typeface="+mn-lt"/>
                <a:ea typeface="+mn-ea"/>
                <a:cs typeface="+mn-cs"/>
              </a:rPr>
              <a:t>Ce diagramme de Gantt présente le déroulement de mon projet sur 9 semaines, structuré en quatre grandes phases.</a:t>
            </a:r>
            <a:r>
              <a:rPr lang="" dirty="0"/>
              <a:t> Tout a commencé par l'analyse de l'entreprise et de l'existant pour rédiger le cahier des charges. J'ai enchaîné avec la conception UML, puis le développement du backend et du frontend. Cette réalisation a été la partie la plus longue et m'a pris plus de temps que prévu, ce qui a réduit le délai pour les tests et le guide utilisateur en fin de parcours. Enfin, j'ai écrit mon mémoire au fil de l'eau sur toute la durée du projet, en réservant le dernier jour pour la relecture finale. </a:t>
            </a:r>
            <a:r>
              <a:rPr lang="" sz="1200" b="1" u="none" strike="noStrike" kern="1200" dirty="0">
                <a:solidFill>
                  <a:schemeClr val="tx1"/>
                </a:solidFill>
                <a:effectLst/>
                <a:latin typeface="+mn-lt"/>
                <a:ea typeface="+mn-ea"/>
                <a:cs typeface="+mn-cs"/>
              </a:rPr>
              <a:t>En résumé, malgré un développement gourmand en temps, j'ai réussi à mener de front l'analyse, la conception, la réalisation et la rédaction.</a:t>
            </a:r>
            <a:endParaRPr lang="LID4096" dirty="0"/>
          </a:p>
        </p:txBody>
      </p:sp>
    </p:spTree>
    <p:extLst>
      <p:ext uri="{BB962C8B-B14F-4D97-AF65-F5344CB8AC3E}">
        <p14:creationId xmlns:p14="http://schemas.microsoft.com/office/powerpoint/2010/main" val="11191316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 dirty="0"/>
              <a:t>Nous passons maintenant à la deuxième partie de notre présentation, consacrée à </a:t>
            </a:r>
            <a:r>
              <a:rPr lang="" b="1" dirty="0"/>
              <a:t>l’étude détaillée et à la modélisation UML</a:t>
            </a:r>
            <a:r>
              <a:rPr lang="" dirty="0"/>
              <a:t>.</a:t>
            </a:r>
          </a:p>
          <a:p>
            <a:endParaRPr lang="" dirty="0"/>
          </a:p>
          <a:p>
            <a:r>
              <a:rPr lang="" dirty="0"/>
              <a:t>Pour concevoir l’application AUXIDRIVE, j’ai utilisé le langage UML, qui permet de représenter et de mieux comprendre le fonctionnement d’un système avant de passer au développement.</a:t>
            </a:r>
          </a:p>
          <a:p>
            <a:endParaRPr lang="" dirty="0"/>
          </a:p>
          <a:p>
            <a:r>
              <a:rPr lang="" dirty="0"/>
              <a:t>Pour cela, j’ai réalisé plusieurs diagrammes, notamment :</a:t>
            </a:r>
          </a:p>
          <a:p>
            <a:pPr marL="171450" lvl="0" indent="-171450">
              <a:buFont typeface="Arial" panose="020B0604020202020204" pitchFamily="34" charset="0"/>
              <a:buChar char="•"/>
            </a:pPr>
            <a:r>
              <a:rPr lang="" b="1" dirty="0"/>
              <a:t>Le diagramme de cas d’utilisation</a:t>
            </a:r>
            <a:r>
              <a:rPr lang="" dirty="0"/>
              <a:t>, qui présente les différentes fonctionnalités accessibles à chaque utilisateur.</a:t>
            </a:r>
          </a:p>
          <a:p>
            <a:pPr marL="171450" lvl="0" indent="-171450">
              <a:buFont typeface="Arial" panose="020B0604020202020204" pitchFamily="34" charset="0"/>
              <a:buChar char="•"/>
            </a:pPr>
            <a:r>
              <a:rPr lang="" b="1" dirty="0"/>
              <a:t>Le diagramme de séquence</a:t>
            </a:r>
            <a:r>
              <a:rPr lang="" dirty="0"/>
              <a:t>, qui montre comment les différentes actions se déroulent dans le temps.</a:t>
            </a:r>
          </a:p>
          <a:p>
            <a:pPr marL="171450" lvl="0" indent="-171450">
              <a:buFont typeface="Arial" panose="020B0604020202020204" pitchFamily="34" charset="0"/>
              <a:buChar char="•"/>
            </a:pPr>
            <a:r>
              <a:rPr lang="" b="1" dirty="0"/>
              <a:t>Le diagramme d’activités</a:t>
            </a:r>
            <a:r>
              <a:rPr lang="" dirty="0"/>
              <a:t>, qui représente les étapes des différents processus.</a:t>
            </a:r>
          </a:p>
          <a:p>
            <a:pPr marL="171450" lvl="0" indent="-171450">
              <a:buFont typeface="Arial" panose="020B0604020202020204" pitchFamily="34" charset="0"/>
              <a:buChar char="•"/>
            </a:pPr>
            <a:r>
              <a:rPr lang="" dirty="0"/>
              <a:t>Et enfin, </a:t>
            </a:r>
            <a:r>
              <a:rPr lang="" b="1" dirty="0"/>
              <a:t>le diagramme de classes</a:t>
            </a:r>
            <a:r>
              <a:rPr lang="" dirty="0"/>
              <a:t>, qui présente la structure du système ainsi que les relations entre les différentes classes.</a:t>
            </a:r>
          </a:p>
          <a:p>
            <a:r>
              <a:rPr lang="" dirty="0"/>
              <a:t>Ces diagrammes m’ont permis de mieux organiser le projet et de préparer la phase de développement.</a:t>
            </a:r>
          </a:p>
          <a:p>
            <a:endParaRPr lang="" dirty="0"/>
          </a:p>
          <a:p>
            <a:r>
              <a:rPr lang="" dirty="0"/>
              <a:t>Cependant, afin de respecter le temps qui nous est accordé, je ne vais pas présenter chaque diagramme en détail. </a:t>
            </a:r>
            <a:r>
              <a:rPr lang="" b="1" dirty="0"/>
              <a:t>Vous pourrez retrouver l’ensemble de ces diagrammes, accompagnés de leurs explications, dans mon livre de mémoire.</a:t>
            </a:r>
          </a:p>
          <a:p>
            <a:endParaRPr lang="" dirty="0"/>
          </a:p>
          <a:p>
            <a:r>
              <a:rPr lang="" dirty="0"/>
              <a:t>Nous allons donc passer à </a:t>
            </a:r>
            <a:r>
              <a:rPr lang="" b="1" dirty="0"/>
              <a:t>la troisième et dernière partie de notre présentation, consacrée à la réalisation de l’application AUXIDRIVE</a:t>
            </a:r>
            <a:r>
              <a:rPr lang="" dirty="0"/>
              <a: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99A98-0425-2CC7-3574-E1F53EBA04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52861F-67E9-0948-A22F-C7068219E4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AB6FD0-43BD-7E10-8F60-8E712ADA98A1}"/>
              </a:ext>
            </a:extLst>
          </p:cNvPr>
          <p:cNvSpPr>
            <a:spLocks noGrp="1"/>
          </p:cNvSpPr>
          <p:nvPr>
            <p:ph type="body" idx="1"/>
          </p:nvPr>
        </p:nvSpPr>
        <p:spPr/>
        <p:txBody>
          <a:bodyPr/>
          <a:lstStyle/>
          <a:p>
            <a:r>
              <a:rPr lang="" dirty="0"/>
              <a:t>Pour concevoir l’application AUXIDRIVE, j’ai utilisé le langage UML, qui permet de représenter et de mieux comprendre le fonctionnement d’un système avant de passer au développement.</a:t>
            </a:r>
          </a:p>
          <a:p>
            <a:endParaRPr lang="" dirty="0"/>
          </a:p>
          <a:p>
            <a:r>
              <a:rPr lang="" dirty="0"/>
              <a:t>Pour cela, j’ai réalisé plusieurs diagrammes, notamment :</a:t>
            </a:r>
          </a:p>
          <a:p>
            <a:pPr marL="171450" lvl="0" indent="-171450">
              <a:buFont typeface="Arial" panose="020B0604020202020204" pitchFamily="34" charset="0"/>
              <a:buChar char="•"/>
            </a:pPr>
            <a:r>
              <a:rPr lang="" b="1" dirty="0"/>
              <a:t>Le diagramme de cas d’utilisation</a:t>
            </a:r>
            <a:r>
              <a:rPr lang="" dirty="0"/>
              <a:t>, qui présente les différentes fonctionnalités accessibles à chaque utilisateur.</a:t>
            </a:r>
          </a:p>
          <a:p>
            <a:pPr marL="171450" lvl="0" indent="-171450">
              <a:buFont typeface="Arial" panose="020B0604020202020204" pitchFamily="34" charset="0"/>
              <a:buChar char="•"/>
            </a:pPr>
            <a:r>
              <a:rPr lang="" b="1" dirty="0"/>
              <a:t>Le diagramme de séquence</a:t>
            </a:r>
            <a:r>
              <a:rPr lang="" dirty="0"/>
              <a:t>, qui montre comment les différentes actions se déroulent dans le temps.</a:t>
            </a:r>
          </a:p>
          <a:p>
            <a:pPr marL="171450" lvl="0" indent="-171450">
              <a:buFont typeface="Arial" panose="020B0604020202020204" pitchFamily="34" charset="0"/>
              <a:buChar char="•"/>
            </a:pPr>
            <a:r>
              <a:rPr lang="" b="1" dirty="0"/>
              <a:t>Le diagramme d’activités</a:t>
            </a:r>
            <a:r>
              <a:rPr lang="" dirty="0"/>
              <a:t>, qui représente les étapes des différents processus.</a:t>
            </a:r>
          </a:p>
          <a:p>
            <a:pPr marL="171450" lvl="0" indent="-171450">
              <a:buFont typeface="Arial" panose="020B0604020202020204" pitchFamily="34" charset="0"/>
              <a:buChar char="•"/>
            </a:pPr>
            <a:r>
              <a:rPr lang="" dirty="0"/>
              <a:t>Et enfin, </a:t>
            </a:r>
            <a:r>
              <a:rPr lang="" b="1" dirty="0"/>
              <a:t>le diagramme de classes</a:t>
            </a:r>
            <a:r>
              <a:rPr lang="" dirty="0"/>
              <a:t>, qui présente la structure du système ainsi que les relations entre les différentes classes.</a:t>
            </a:r>
          </a:p>
          <a:p>
            <a:r>
              <a:rPr lang="" dirty="0"/>
              <a:t>Ces diagrammes m’ont permis de mieux organiser le projet et de préparer la phase de développement.</a:t>
            </a:r>
          </a:p>
          <a:p>
            <a:endParaRPr lang="" dirty="0"/>
          </a:p>
          <a:p>
            <a:r>
              <a:rPr lang="" dirty="0"/>
              <a:t>Cependant, afin de respecter le temps qui nous est accordé, je ne vais pas présenter chaque diagramme en détail. </a:t>
            </a:r>
            <a:r>
              <a:rPr lang="" b="1" dirty="0"/>
              <a:t>Vous pourrez retrouver l’ensemble de ces diagrammes, accompagnés de leurs explications, dans mon livre de mémoire.</a:t>
            </a:r>
          </a:p>
          <a:p>
            <a:endParaRPr lang="" dirty="0"/>
          </a:p>
          <a:p>
            <a:r>
              <a:rPr lang="" dirty="0"/>
              <a:t>Nous allons donc passer à </a:t>
            </a:r>
            <a:r>
              <a:rPr lang="" b="1" dirty="0"/>
              <a:t>la troisième et dernière partie de notre présentation, consacrée à la réalisation de l’application AUXIDRIVE</a:t>
            </a:r>
            <a:r>
              <a:rPr lang="" dirty="0"/>
              <a:t>.</a:t>
            </a:r>
          </a:p>
        </p:txBody>
      </p:sp>
      <p:sp>
        <p:nvSpPr>
          <p:cNvPr id="4" name="Slide Number Placeholder 3">
            <a:extLst>
              <a:ext uri="{FF2B5EF4-FFF2-40B4-BE49-F238E27FC236}">
                <a16:creationId xmlns:a16="http://schemas.microsoft.com/office/drawing/2014/main" id="{F95893EC-1522-BE1D-23D6-8C268D3A3101}"/>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5951370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4B1C6-3AF0-7BA6-1600-F7415AFDE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3A9F23-6FBD-493B-7CB6-18943E5A15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5EBC2E-F77E-3A28-8547-0F216CE938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01C940-C168-7AC3-B0E1-974A8CEF116F}"/>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2390468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B774B-5E94-8671-C615-13D4408DA7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738AE2-476C-F25A-1DB6-5B471AC539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B04122-424E-F98D-84ED-85ADD0A1D33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dirty="0"/>
              <a:t>Nous entamons à présent la troisième et dernière partie de notre exposé, entièrement consacrée à la Réalisation technique de l’application. </a:t>
            </a:r>
            <a:endParaRPr lang="en-US" dirty="0"/>
          </a:p>
          <a:p>
            <a:endParaRPr lang="en-US" dirty="0"/>
          </a:p>
        </p:txBody>
      </p:sp>
      <p:sp>
        <p:nvSpPr>
          <p:cNvPr id="4" name="Slide Number Placeholder 3">
            <a:extLst>
              <a:ext uri="{FF2B5EF4-FFF2-40B4-BE49-F238E27FC236}">
                <a16:creationId xmlns:a16="http://schemas.microsoft.com/office/drawing/2014/main" id="{A0F0FA0E-A92C-7E19-60C6-B31823B4EE60}"/>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8408902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 dirty="0"/>
              <a:t>Pour conclure cette présentation, le développement de l'application </a:t>
            </a:r>
            <a:r>
              <a:rPr lang="" b="1" dirty="0"/>
              <a:t>AUXIDRIVE</a:t>
            </a:r>
            <a:r>
              <a:rPr lang="" dirty="0"/>
              <a:t> m'a permis d'atteindre les principaux objectifs fixés au début du projet.</a:t>
            </a:r>
          </a:p>
          <a:p>
            <a:endParaRPr lang="" dirty="0"/>
          </a:p>
          <a:p>
            <a:r>
              <a:rPr lang="" b="1" dirty="0"/>
              <a:t>Tout d'abord, concernant le bilan du projet</a:t>
            </a:r>
            <a:r>
              <a:rPr lang="" dirty="0"/>
              <a:t>, l'application contribue à moderniser la gestion de l'assurance automobile au sein d'AUXIMAD, en automatisant plusieurs tâches, en réduisant les risques d'erreurs et en facilitant le suivi des opérations.</a:t>
            </a:r>
          </a:p>
          <a:p>
            <a:endParaRPr lang="" dirty="0"/>
          </a:p>
          <a:p>
            <a:r>
              <a:rPr lang="" b="1" dirty="0"/>
              <a:t>Ensuite, concernant les perspectives d'évolution</a:t>
            </a:r>
            <a:r>
              <a:rPr lang="" dirty="0"/>
              <a:t>, certaines améliorations restent à prévoir, notamment la mise en place d'un mode déconnecté pour permettre aux agents de travailler même en cas de panne réseau, ainsi que l'intégration d'un système de paiement en ligne, notamment par Mobile Money.</a:t>
            </a:r>
          </a:p>
          <a:p>
            <a:endParaRPr lang="" dirty="0"/>
          </a:p>
          <a:p>
            <a:r>
              <a:rPr lang="" b="1" dirty="0"/>
              <a:t>Enfin, sur le plan personnel et professionnel</a:t>
            </a:r>
            <a:r>
              <a:rPr lang="" dirty="0"/>
              <a:t>, ce stage de trois mois au sein d'AUXIMAD m'a permis de découvrir le monde professionnel, de mettre en pratique mes connaissances acquises à l'ESP-BIG et de renforcer mes compétences techniques, notamment avec Angular et Spring Boot.</a:t>
            </a:r>
          </a:p>
          <a:p>
            <a:endParaRPr lang="" dirty="0"/>
          </a:p>
          <a:p>
            <a:r>
              <a:rPr lang="" b="1" dirty="0"/>
              <a:t>Ce projet a donc été une expérience très enrichissante, aussi bien sur le plan technique que professionnel.</a:t>
            </a:r>
            <a:endParaRPr lang=""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68429-B755-370F-6083-9F52E9A093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4BD67E-663C-C59E-6190-E9A81D7635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2CDB94-9983-54F5-97AD-61C9563A645F}"/>
              </a:ext>
            </a:extLst>
          </p:cNvPr>
          <p:cNvSpPr>
            <a:spLocks noGrp="1"/>
          </p:cNvSpPr>
          <p:nvPr>
            <p:ph type="body" idx="1"/>
          </p:nvPr>
        </p:nvSpPr>
        <p:spPr/>
        <p:txBody>
          <a:bodyPr/>
          <a:lstStyle/>
          <a:p>
            <a:r>
              <a:rPr lang="" dirty="0"/>
              <a:t>Pour conclure cette présentation, le développement de l'application </a:t>
            </a:r>
            <a:r>
              <a:rPr lang="" b="1" dirty="0"/>
              <a:t>AUXIDRIVE</a:t>
            </a:r>
            <a:r>
              <a:rPr lang="" dirty="0"/>
              <a:t> m'a permis d'atteindre les principaux objectifs fixés au début du projet.</a:t>
            </a:r>
          </a:p>
          <a:p>
            <a:endParaRPr lang="" dirty="0"/>
          </a:p>
          <a:p>
            <a:r>
              <a:rPr lang="" b="1" dirty="0"/>
              <a:t>Tout d'abord, concernant le bilan du projet</a:t>
            </a:r>
            <a:r>
              <a:rPr lang="" dirty="0"/>
              <a:t>, l'application contribue à moderniser la gestion de l'assurance automobile au sein d'AUXIMAD, en automatisant plusieurs tâches, en réduisant les risques d'erreurs et en facilitant le suivi des opérations.</a:t>
            </a:r>
          </a:p>
          <a:p>
            <a:endParaRPr lang="" dirty="0"/>
          </a:p>
          <a:p>
            <a:r>
              <a:rPr lang="" b="1" dirty="0"/>
              <a:t>Ensuite, concernant les perspectives d'évolution</a:t>
            </a:r>
            <a:r>
              <a:rPr lang="" dirty="0"/>
              <a:t>, certaines améliorations restent à prévoir, notamment la mise en place d'un mode déconnecté pour permettre aux agents de travailler même en cas de panne réseau, ainsi que l'intégration d'un système de paiement en ligne, notamment par Mobile Money.</a:t>
            </a:r>
          </a:p>
          <a:p>
            <a:endParaRPr lang="" dirty="0"/>
          </a:p>
          <a:p>
            <a:r>
              <a:rPr lang="" b="1" dirty="0"/>
              <a:t>Enfin, sur le plan personnel et professionnel</a:t>
            </a:r>
            <a:r>
              <a:rPr lang="" dirty="0"/>
              <a:t>, ce stage de trois mois au sein d'AUXIMAD m'a permis de découvrir le monde professionnel, de mettre en pratique mes connaissances acquises à l'ESP-BIG et de renforcer mes </a:t>
            </a:r>
            <a:r>
              <a:rPr lang=""/>
              <a:t>compétences techniques.</a:t>
            </a:r>
          </a:p>
          <a:p>
            <a:endParaRPr lang="" dirty="0"/>
          </a:p>
          <a:p>
            <a:r>
              <a:rPr lang="" b="1" dirty="0"/>
              <a:t>Ce projet a donc été une expérience très enrichissante, aussi bien sur le plan technique que professionnel.</a:t>
            </a:r>
            <a:endParaRPr lang="" dirty="0"/>
          </a:p>
        </p:txBody>
      </p:sp>
      <p:sp>
        <p:nvSpPr>
          <p:cNvPr id="4" name="Slide Number Placeholder 3">
            <a:extLst>
              <a:ext uri="{FF2B5EF4-FFF2-40B4-BE49-F238E27FC236}">
                <a16:creationId xmlns:a16="http://schemas.microsoft.com/office/drawing/2014/main" id="{124DEC37-7A61-AF6B-2CF6-D619541C04B1}"/>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8327487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5AAC3-B9F3-11B2-FE86-78FC985F49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91D841-A564-6072-8C13-5399B210F6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F1AB81-F7D8-1418-2C0A-14BE6FCD795B}"/>
              </a:ext>
            </a:extLst>
          </p:cNvPr>
          <p:cNvSpPr>
            <a:spLocks noGrp="1"/>
          </p:cNvSpPr>
          <p:nvPr>
            <p:ph type="body" idx="1"/>
          </p:nvPr>
        </p:nvSpPr>
        <p:spPr/>
        <p:txBody>
          <a:bodyPr/>
          <a:lstStyle/>
          <a:p>
            <a:r>
              <a:rPr lang="" dirty="0"/>
              <a:t>Ainsi s’achève notre exposé.</a:t>
            </a:r>
            <a:br>
              <a:rPr lang="" dirty="0"/>
            </a:br>
            <a:r>
              <a:rPr lang="" sz="1200" b="1" u="none" strike="noStrike" kern="1200" dirty="0">
                <a:solidFill>
                  <a:schemeClr val="tx1"/>
                </a:solidFill>
                <a:effectLst/>
                <a:latin typeface="+mn-lt"/>
                <a:ea typeface="+mn-ea"/>
                <a:cs typeface="+mn-cs"/>
              </a:rPr>
              <a:t>Mes dames et messieurs les membres du jury, Madame la Présidente du Jury,</a:t>
            </a:r>
            <a:br>
              <a:rPr lang="" dirty="0"/>
            </a:br>
            <a:r>
              <a:rPr lang="" dirty="0"/>
              <a:t>Je vous remercie chaleureusement pour votre précieuse attention, et je suis désormais entièrement disposé à recevoir vos éventuelles questions, critiques et observations. </a:t>
            </a:r>
            <a:endParaRPr lang="en-US" dirty="0"/>
          </a:p>
        </p:txBody>
      </p:sp>
      <p:sp>
        <p:nvSpPr>
          <p:cNvPr id="4" name="Slide Number Placeholder 3">
            <a:extLst>
              <a:ext uri="{FF2B5EF4-FFF2-40B4-BE49-F238E27FC236}">
                <a16:creationId xmlns:a16="http://schemas.microsoft.com/office/drawing/2014/main" id="{E62DE317-2F01-8275-EE6A-1C7E708AA9A3}"/>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431767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1440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100" dirty="0">
                <a:solidFill>
                  <a:schemeClr val="tx1"/>
                </a:solidFill>
              </a:rPr>
              <a:t>AUXIASSUR  |  PFE Licence Génie Logiciel, ESP-BIG</a:t>
            </a:r>
            <a:endParaRPr lang="en-US" sz="11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1"/>
                </a:solidFill>
              </a:defRPr>
            </a:lvl1pPr>
          </a:lstStyle>
          <a:p>
            <a:pPr algn="r"/>
            <a:fld id="{F7021451-1387-4CA6-816F-3879F97B5CBC}" type="slidenum">
              <a:rPr lang="en-US" b="0"/>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863840" cy="201168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731520" y="4023360"/>
            <a:ext cx="7863840" cy="822960"/>
          </a:xfrm>
          <a:prstGeom prst="rect">
            <a:avLst/>
          </a:prstGeom>
          <a:noFill/>
          <a:ln/>
        </p:spPr>
        <p:txBody>
          <a:bodyPr wrap="square" rtlCol="0"/>
          <a:lstStyle>
            <a:lvl1pPr marL="0" indent="0" algn="l">
              <a:buNone/>
              <a:defRPr lang="en-US" sz="2200" dirty="0">
                <a:solidFill>
                  <a:schemeClr val="accent1"/>
                </a:solidFill>
              </a:defRPr>
            </a:lvl1pPr>
          </a:lstStyle>
          <a:p>
            <a:pPr marL="0" indent="0" algn="l">
              <a:buNone/>
            </a:pPr>
            <a:endParaRPr lang="en-US" sz="2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468880"/>
            <a:ext cx="10515600" cy="109728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731520" y="3657600"/>
            <a:ext cx="10515600" cy="914400"/>
          </a:xfrm>
          <a:prstGeom prst="rect">
            <a:avLst/>
          </a:prstGeom>
          <a:noFill/>
          <a:ln/>
        </p:spPr>
        <p:txBody>
          <a:bodyPr wrap="square" rtlCol="0"/>
          <a:lstStyle>
            <a:lvl1pPr marL="0" indent="0" algn="l">
              <a:buNone/>
              <a:defRPr lang="en-US" sz="2200" dirty="0">
                <a:solidFill>
                  <a:schemeClr val="accent1"/>
                </a:solidFill>
              </a:defRPr>
            </a:lvl1pPr>
          </a:lstStyle>
          <a:p>
            <a:pPr marL="0" indent="0" algn="l">
              <a:buNone/>
            </a:pPr>
            <a:endParaRPr lang="en-US" sz="22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1A0C97-8325-0142-AFFB-31985B2E21DA}"/>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LID4096"/>
          </a:p>
        </p:txBody>
      </p:sp>
      <p:sp>
        <p:nvSpPr>
          <p:cNvPr id="3" name="Sous-titre 2">
            <a:extLst>
              <a:ext uri="{FF2B5EF4-FFF2-40B4-BE49-F238E27FC236}">
                <a16:creationId xmlns:a16="http://schemas.microsoft.com/office/drawing/2014/main" id="{D9EC0AEB-83F2-C88A-0921-BFD7CA2415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LID4096"/>
          </a:p>
        </p:txBody>
      </p:sp>
      <p:sp>
        <p:nvSpPr>
          <p:cNvPr id="4" name="Espace réservé de la date 3">
            <a:extLst>
              <a:ext uri="{FF2B5EF4-FFF2-40B4-BE49-F238E27FC236}">
                <a16:creationId xmlns:a16="http://schemas.microsoft.com/office/drawing/2014/main" id="{1C903923-E0A8-9352-5C54-05693C32C7E3}"/>
              </a:ext>
            </a:extLst>
          </p:cNvPr>
          <p:cNvSpPr>
            <a:spLocks noGrp="1"/>
          </p:cNvSpPr>
          <p:nvPr>
            <p:ph type="dt" sz="half" idx="10"/>
          </p:nvPr>
        </p:nvSpPr>
        <p:spPr/>
        <p:txBody>
          <a:bodyPr/>
          <a:lstStyle/>
          <a:p>
            <a:fld id="{CA02FB80-71B9-47BF-852E-5AF5189041F3}" type="datetimeFigureOut">
              <a:rPr lang="LID4096" smtClean="0"/>
              <a:t>10/20/2026</a:t>
            </a:fld>
            <a:endParaRPr lang="LID4096"/>
          </a:p>
        </p:txBody>
      </p:sp>
      <p:sp>
        <p:nvSpPr>
          <p:cNvPr id="5" name="Espace réservé du pied de page 4">
            <a:extLst>
              <a:ext uri="{FF2B5EF4-FFF2-40B4-BE49-F238E27FC236}">
                <a16:creationId xmlns:a16="http://schemas.microsoft.com/office/drawing/2014/main" id="{F43250D7-64E9-EF59-023E-AE691A0D4F20}"/>
              </a:ext>
            </a:extLst>
          </p:cNvPr>
          <p:cNvSpPr>
            <a:spLocks noGrp="1"/>
          </p:cNvSpPr>
          <p:nvPr>
            <p:ph type="ftr" sz="quarter" idx="11"/>
          </p:nvPr>
        </p:nvSpPr>
        <p:spPr/>
        <p:txBody>
          <a:bodyPr/>
          <a:lstStyle/>
          <a:p>
            <a:endParaRPr lang="LID4096"/>
          </a:p>
        </p:txBody>
      </p:sp>
      <p:sp>
        <p:nvSpPr>
          <p:cNvPr id="6" name="Espace réservé du numéro de diapositive 5">
            <a:extLst>
              <a:ext uri="{FF2B5EF4-FFF2-40B4-BE49-F238E27FC236}">
                <a16:creationId xmlns:a16="http://schemas.microsoft.com/office/drawing/2014/main" id="{FB28B989-EA8A-04DF-AEDF-33FBC53E1235}"/>
              </a:ext>
            </a:extLst>
          </p:cNvPr>
          <p:cNvSpPr>
            <a:spLocks noGrp="1"/>
          </p:cNvSpPr>
          <p:nvPr>
            <p:ph type="sldNum" sz="quarter" idx="12"/>
          </p:nvPr>
        </p:nvSpPr>
        <p:spPr/>
        <p:txBody>
          <a:bodyPr/>
          <a:lstStyle/>
          <a:p>
            <a:fld id="{B24F6E88-0629-4C4F-A0CB-9DF30371C4D3}" type="slidenum">
              <a:rPr lang="LID4096" smtClean="0"/>
              <a:t>‹N°›</a:t>
            </a:fld>
            <a:endParaRPr lang="LID4096"/>
          </a:p>
        </p:txBody>
      </p:sp>
    </p:spTree>
    <p:extLst>
      <p:ext uri="{BB962C8B-B14F-4D97-AF65-F5344CB8AC3E}">
        <p14:creationId xmlns:p14="http://schemas.microsoft.com/office/powerpoint/2010/main" val="418912465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1"/>
                </a:solidFill>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hyperlink" Target="mailto:espbig2@gmail.com" TargetMode="External"/><Relationship Id="rId5" Type="http://schemas.openxmlformats.org/officeDocument/2006/relationships/image" Target="../media/image2.jpg"/><Relationship Id="rId4" Type="http://schemas.openxmlformats.org/officeDocument/2006/relationships/hyperlink" Target="mailto:auximad@auximad.mg"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7.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11.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11.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archemin : horizontal 4">
            <a:extLst>
              <a:ext uri="{FF2B5EF4-FFF2-40B4-BE49-F238E27FC236}">
                <a16:creationId xmlns:a16="http://schemas.microsoft.com/office/drawing/2014/main" id="{F3B5419F-B81C-1A6A-5AD2-9EC4C8CF4E5F}"/>
              </a:ext>
            </a:extLst>
          </p:cNvPr>
          <p:cNvSpPr/>
          <p:nvPr/>
        </p:nvSpPr>
        <p:spPr>
          <a:xfrm>
            <a:off x="2286000" y="3047380"/>
            <a:ext cx="7324344" cy="1547718"/>
          </a:xfrm>
          <a:prstGeom prst="horizontalScroll">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LID4096"/>
          </a:p>
        </p:txBody>
      </p:sp>
      <p:sp>
        <p:nvSpPr>
          <p:cNvPr id="2" name="Titre 1">
            <a:extLst>
              <a:ext uri="{FF2B5EF4-FFF2-40B4-BE49-F238E27FC236}">
                <a16:creationId xmlns:a16="http://schemas.microsoft.com/office/drawing/2014/main" id="{088B0726-83E5-67F1-F585-06F53C9A9CD9}"/>
              </a:ext>
            </a:extLst>
          </p:cNvPr>
          <p:cNvSpPr>
            <a:spLocks noGrp="1"/>
          </p:cNvSpPr>
          <p:nvPr>
            <p:ph type="ctrTitle"/>
          </p:nvPr>
        </p:nvSpPr>
        <p:spPr>
          <a:xfrm>
            <a:off x="2361505" y="2800969"/>
            <a:ext cx="7114377" cy="1572992"/>
          </a:xfrm>
        </p:spPr>
        <p:txBody>
          <a:bodyPr>
            <a:noAutofit/>
          </a:bodyPr>
          <a:lstStyle/>
          <a:p>
            <a:r>
              <a:rPr lang="fr-FR" sz="2000" dirty="0">
                <a:solidFill>
                  <a:schemeClr val="bg1"/>
                </a:solidFill>
                <a:latin typeface="Times New Roman" panose="02020603050405020304" pitchFamily="18" charset="0"/>
                <a:cs typeface="Times New Roman" panose="02020603050405020304" pitchFamily="18" charset="0"/>
              </a:rPr>
              <a:t>CONCEPTION ET DEVELOPPEMENT D’UNE APPLICATION DE GESTION D’ASSURANCE AUTOMOBILE</a:t>
            </a:r>
            <a:br>
              <a:rPr lang="fr-FR" sz="2000" dirty="0">
                <a:solidFill>
                  <a:schemeClr val="bg1"/>
                </a:solidFill>
                <a:latin typeface="Times New Roman" panose="02020603050405020304" pitchFamily="18" charset="0"/>
                <a:cs typeface="Times New Roman" panose="02020603050405020304" pitchFamily="18" charset="0"/>
              </a:rPr>
            </a:br>
            <a:r>
              <a:rPr lang="fr-FR" sz="2000" dirty="0">
                <a:solidFill>
                  <a:schemeClr val="bg1"/>
                </a:solidFill>
                <a:latin typeface="Times New Roman" panose="02020603050405020304" pitchFamily="18" charset="0"/>
                <a:cs typeface="Times New Roman" panose="02020603050405020304" pitchFamily="18" charset="0"/>
              </a:rPr>
              <a:t>cas : AUXIMAD</a:t>
            </a:r>
            <a:endParaRPr lang="LID4096" sz="2000" dirty="0">
              <a:solidFill>
                <a:schemeClr val="bg1"/>
              </a:solidFill>
              <a:latin typeface="Times New Roman" panose="02020603050405020304" pitchFamily="18" charset="0"/>
              <a:cs typeface="Times New Roman" panose="02020603050405020304" pitchFamily="18" charset="0"/>
            </a:endParaRPr>
          </a:p>
        </p:txBody>
      </p:sp>
      <p:sp>
        <p:nvSpPr>
          <p:cNvPr id="3" name="Sous-titre 2">
            <a:extLst>
              <a:ext uri="{FF2B5EF4-FFF2-40B4-BE49-F238E27FC236}">
                <a16:creationId xmlns:a16="http://schemas.microsoft.com/office/drawing/2014/main" id="{13478B31-A974-D9C0-B73B-1211373E067E}"/>
              </a:ext>
            </a:extLst>
          </p:cNvPr>
          <p:cNvSpPr>
            <a:spLocks noGrp="1"/>
          </p:cNvSpPr>
          <p:nvPr>
            <p:ph type="subTitle" idx="1"/>
          </p:nvPr>
        </p:nvSpPr>
        <p:spPr>
          <a:xfrm>
            <a:off x="3306425" y="2835267"/>
            <a:ext cx="5535562" cy="271872"/>
          </a:xfrm>
        </p:spPr>
        <p:txBody>
          <a:bodyPr>
            <a:noAutofit/>
          </a:bodyPr>
          <a:lstStyle/>
          <a:p>
            <a:r>
              <a:rPr lang="fr-FR" sz="2000" b="1" i="1" dirty="0">
                <a:latin typeface="Times New Roman" panose="02020603050405020304" pitchFamily="18" charset="0"/>
                <a:cs typeface="Times New Roman" panose="02020603050405020304" pitchFamily="18" charset="0"/>
              </a:rPr>
              <a:t>Mémoire de fin d’étude du Premier cycle</a:t>
            </a:r>
            <a:endParaRPr lang="LID4096" sz="2000" b="1" i="1" dirty="0">
              <a:latin typeface="Times New Roman" panose="02020603050405020304" pitchFamily="18" charset="0"/>
              <a:cs typeface="Times New Roman" panose="02020603050405020304" pitchFamily="18" charset="0"/>
            </a:endParaRPr>
          </a:p>
        </p:txBody>
      </p:sp>
      <p:sp>
        <p:nvSpPr>
          <p:cNvPr id="7" name="ZoneTexte 6">
            <a:extLst>
              <a:ext uri="{FF2B5EF4-FFF2-40B4-BE49-F238E27FC236}">
                <a16:creationId xmlns:a16="http://schemas.microsoft.com/office/drawing/2014/main" id="{FD568792-517C-F96C-DE4E-4D9600CA4620}"/>
              </a:ext>
            </a:extLst>
          </p:cNvPr>
          <p:cNvSpPr txBox="1"/>
          <p:nvPr/>
        </p:nvSpPr>
        <p:spPr>
          <a:xfrm>
            <a:off x="1641988" y="4595098"/>
            <a:ext cx="9144000" cy="369332"/>
          </a:xfrm>
          <a:prstGeom prst="rect">
            <a:avLst/>
          </a:prstGeom>
          <a:noFill/>
        </p:spPr>
        <p:txBody>
          <a:bodyPr wrap="square" rtlCol="0">
            <a:spAutoFit/>
          </a:bodyPr>
          <a:lstStyle/>
          <a:p>
            <a:r>
              <a:rPr lang="" b="1" i="1" dirty="0">
                <a:latin typeface="Times New Roman" panose="02020603050405020304" pitchFamily="18" charset="0"/>
                <a:cs typeface="Times New Roman" panose="02020603050405020304" pitchFamily="18" charset="0"/>
              </a:rPr>
              <a:t>« La logique vous mènera d'un point A à un point B. L'imagination vous emmènera partout. »</a:t>
            </a:r>
            <a:endParaRPr lang="LID4096" b="1" i="1" dirty="0">
              <a:latin typeface="Times New Roman" panose="02020603050405020304" pitchFamily="18" charset="0"/>
              <a:cs typeface="Times New Roman" panose="02020603050405020304" pitchFamily="18" charset="0"/>
            </a:endParaRPr>
          </a:p>
        </p:txBody>
      </p:sp>
      <p:sp>
        <p:nvSpPr>
          <p:cNvPr id="8" name="ZoneTexte 7">
            <a:extLst>
              <a:ext uri="{FF2B5EF4-FFF2-40B4-BE49-F238E27FC236}">
                <a16:creationId xmlns:a16="http://schemas.microsoft.com/office/drawing/2014/main" id="{265A5E53-A66B-F6B8-C915-C485EB380579}"/>
              </a:ext>
            </a:extLst>
          </p:cNvPr>
          <p:cNvSpPr txBox="1"/>
          <p:nvPr/>
        </p:nvSpPr>
        <p:spPr>
          <a:xfrm>
            <a:off x="8740877" y="4977347"/>
            <a:ext cx="1789471" cy="369332"/>
          </a:xfrm>
          <a:prstGeom prst="rect">
            <a:avLst/>
          </a:prstGeom>
          <a:noFill/>
        </p:spPr>
        <p:txBody>
          <a:bodyPr wrap="square" rtlCol="0">
            <a:spAutoFit/>
          </a:bodyPr>
          <a:lstStyle/>
          <a:p>
            <a:r>
              <a:rPr lang="" b="1" i="1" dirty="0">
                <a:latin typeface="Times New Roman" panose="02020603050405020304" pitchFamily="18" charset="0"/>
                <a:cs typeface="Times New Roman" panose="02020603050405020304" pitchFamily="18" charset="0"/>
              </a:rPr>
              <a:t>Albert Einstein</a:t>
            </a:r>
            <a:endParaRPr lang="LID4096" b="1" i="1" dirty="0">
              <a:latin typeface="Times New Roman" panose="02020603050405020304" pitchFamily="18" charset="0"/>
              <a:cs typeface="Times New Roman" panose="02020603050405020304" pitchFamily="18" charset="0"/>
            </a:endParaRPr>
          </a:p>
        </p:txBody>
      </p:sp>
      <p:pic>
        <p:nvPicPr>
          <p:cNvPr id="10" name="Image 9">
            <a:extLst>
              <a:ext uri="{FF2B5EF4-FFF2-40B4-BE49-F238E27FC236}">
                <a16:creationId xmlns:a16="http://schemas.microsoft.com/office/drawing/2014/main" id="{C042BE1A-47B0-A061-86E4-30B6629CB5AF}"/>
              </a:ext>
            </a:extLst>
          </p:cNvPr>
          <p:cNvPicPr>
            <a:picLocks noChangeAspect="1"/>
          </p:cNvPicPr>
          <p:nvPr/>
        </p:nvPicPr>
        <p:blipFill>
          <a:blip r:embed="rId3"/>
          <a:srcRect/>
          <a:stretch/>
        </p:blipFill>
        <p:spPr>
          <a:xfrm>
            <a:off x="1232539" y="400004"/>
            <a:ext cx="1426169" cy="949765"/>
          </a:xfrm>
          <a:prstGeom prst="rect">
            <a:avLst/>
          </a:prstGeom>
        </p:spPr>
      </p:pic>
      <p:sp>
        <p:nvSpPr>
          <p:cNvPr id="11" name="ZoneTexte 10">
            <a:extLst>
              <a:ext uri="{FF2B5EF4-FFF2-40B4-BE49-F238E27FC236}">
                <a16:creationId xmlns:a16="http://schemas.microsoft.com/office/drawing/2014/main" id="{DE583D06-B394-0660-279B-8E418C826E49}"/>
              </a:ext>
            </a:extLst>
          </p:cNvPr>
          <p:cNvSpPr txBox="1"/>
          <p:nvPr/>
        </p:nvSpPr>
        <p:spPr>
          <a:xfrm>
            <a:off x="748933" y="1340886"/>
            <a:ext cx="2406338" cy="1600438"/>
          </a:xfrm>
          <a:prstGeom prst="rect">
            <a:avLst/>
          </a:prstGeom>
          <a:noFill/>
        </p:spPr>
        <p:txBody>
          <a:bodyPr wrap="square" rtlCol="0">
            <a:spAutoFit/>
          </a:bodyPr>
          <a:lstStyle/>
          <a:p>
            <a:pPr algn="ctr"/>
            <a:r>
              <a:rPr lang="" sz="1400" i="1" dirty="0">
                <a:latin typeface="Times New Roman" panose="02020603050405020304" pitchFamily="18" charset="0"/>
                <a:cs typeface="Times New Roman" panose="02020603050405020304" pitchFamily="18" charset="0"/>
              </a:rPr>
              <a:t>Société Auxiliaire Maritime de Madagascar (AUXIMAD)</a:t>
            </a:r>
          </a:p>
          <a:p>
            <a:pPr lvl="0" algn="ctr"/>
            <a:r>
              <a:rPr lang="" sz="1400" i="1" dirty="0">
                <a:latin typeface="Times New Roman" panose="02020603050405020304" pitchFamily="18" charset="0"/>
                <a:cs typeface="Times New Roman" panose="02020603050405020304" pitchFamily="18" charset="0"/>
              </a:rPr>
              <a:t>Adresse : 18, Rue J.J. Rabearivelo, Antsahavola, B.P. 1081, 101 Antananarivo</a:t>
            </a:r>
          </a:p>
          <a:p>
            <a:pPr lvl="0" algn="ctr"/>
            <a:r>
              <a:rPr lang="" sz="1400" i="1" dirty="0">
                <a:latin typeface="Times New Roman" panose="02020603050405020304" pitchFamily="18" charset="0"/>
                <a:cs typeface="Times New Roman" panose="02020603050405020304" pitchFamily="18" charset="0"/>
              </a:rPr>
              <a:t>Contact : +261 32 07 603 72, </a:t>
            </a:r>
            <a:r>
              <a:rPr lang="" sz="1400" i="1" dirty="0">
                <a:latin typeface="Times New Roman" panose="02020603050405020304" pitchFamily="18" charset="0"/>
                <a:cs typeface="Times New Roman" panose="02020603050405020304" pitchFamily="18" charset="0"/>
                <a:hlinkClick r:id="rId4"/>
              </a:rPr>
              <a:t>auximad@auximad.mg</a:t>
            </a:r>
            <a:endParaRPr lang="" sz="1400" i="1" dirty="0">
              <a:latin typeface="Times New Roman" panose="02020603050405020304" pitchFamily="18" charset="0"/>
              <a:cs typeface="Times New Roman" panose="02020603050405020304" pitchFamily="18" charset="0"/>
            </a:endParaRPr>
          </a:p>
        </p:txBody>
      </p:sp>
      <p:pic>
        <p:nvPicPr>
          <p:cNvPr id="13" name="Image 12">
            <a:extLst>
              <a:ext uri="{FF2B5EF4-FFF2-40B4-BE49-F238E27FC236}">
                <a16:creationId xmlns:a16="http://schemas.microsoft.com/office/drawing/2014/main" id="{F6F2BB32-CC7A-61FD-8361-61553186782F}"/>
              </a:ext>
            </a:extLst>
          </p:cNvPr>
          <p:cNvPicPr>
            <a:picLocks noChangeAspect="1"/>
          </p:cNvPicPr>
          <p:nvPr/>
        </p:nvPicPr>
        <p:blipFill>
          <a:blip r:embed="rId5"/>
          <a:srcRect/>
          <a:stretch/>
        </p:blipFill>
        <p:spPr>
          <a:xfrm>
            <a:off x="9581960" y="1035497"/>
            <a:ext cx="1917051" cy="1251859"/>
          </a:xfrm>
          <a:prstGeom prst="rect">
            <a:avLst/>
          </a:prstGeom>
        </p:spPr>
      </p:pic>
      <p:sp>
        <p:nvSpPr>
          <p:cNvPr id="15" name="ZoneTexte 14">
            <a:extLst>
              <a:ext uri="{FF2B5EF4-FFF2-40B4-BE49-F238E27FC236}">
                <a16:creationId xmlns:a16="http://schemas.microsoft.com/office/drawing/2014/main" id="{B13AD8DC-8C6C-F648-FC6D-25A5169B2AE8}"/>
              </a:ext>
            </a:extLst>
          </p:cNvPr>
          <p:cNvSpPr txBox="1"/>
          <p:nvPr/>
        </p:nvSpPr>
        <p:spPr>
          <a:xfrm>
            <a:off x="9986184" y="98760"/>
            <a:ext cx="1084756" cy="369332"/>
          </a:xfrm>
          <a:prstGeom prst="rect">
            <a:avLst/>
          </a:prstGeom>
          <a:noFill/>
        </p:spPr>
        <p:txBody>
          <a:bodyPr wrap="square" rtlCol="0">
            <a:spAutoFit/>
          </a:bodyPr>
          <a:lstStyle/>
          <a:p>
            <a:r>
              <a:rPr lang="fr-FR" b="1" i="1" dirty="0">
                <a:latin typeface="Times New Roman" panose="02020603050405020304" pitchFamily="18" charset="0"/>
                <a:cs typeface="Times New Roman" panose="02020603050405020304" pitchFamily="18" charset="0"/>
              </a:rPr>
              <a:t>ESP-BIG</a:t>
            </a:r>
          </a:p>
        </p:txBody>
      </p:sp>
      <p:sp>
        <p:nvSpPr>
          <p:cNvPr id="17" name="ZoneTexte 16">
            <a:extLst>
              <a:ext uri="{FF2B5EF4-FFF2-40B4-BE49-F238E27FC236}">
                <a16:creationId xmlns:a16="http://schemas.microsoft.com/office/drawing/2014/main" id="{6DEDF329-9341-3FB6-023F-34F2FE196503}"/>
              </a:ext>
            </a:extLst>
          </p:cNvPr>
          <p:cNvSpPr txBox="1"/>
          <p:nvPr/>
        </p:nvSpPr>
        <p:spPr>
          <a:xfrm>
            <a:off x="8740877" y="409622"/>
            <a:ext cx="3377329" cy="738664"/>
          </a:xfrm>
          <a:prstGeom prst="rect">
            <a:avLst/>
          </a:prstGeom>
          <a:noFill/>
        </p:spPr>
        <p:txBody>
          <a:bodyPr wrap="square" rtlCol="0">
            <a:spAutoFit/>
          </a:bodyPr>
          <a:lstStyle/>
          <a:p>
            <a:pPr algn="ctr"/>
            <a:r>
              <a:rPr lang="fr-FR" sz="1400" i="1" dirty="0">
                <a:latin typeface="Times New Roman" panose="02020603050405020304" pitchFamily="18" charset="0"/>
                <a:cs typeface="Times New Roman" panose="02020603050405020304" pitchFamily="18" charset="0"/>
              </a:rPr>
              <a:t>Etablissement Supérieur Professionnel Spécialiser en Technologie de l’Information et de la communication</a:t>
            </a:r>
          </a:p>
        </p:txBody>
      </p:sp>
      <p:sp>
        <p:nvSpPr>
          <p:cNvPr id="21" name="Text 4">
            <a:extLst>
              <a:ext uri="{FF2B5EF4-FFF2-40B4-BE49-F238E27FC236}">
                <a16:creationId xmlns:a16="http://schemas.microsoft.com/office/drawing/2014/main" id="{0BB4EF1E-16BC-DB12-22B5-A2583EFF339A}"/>
              </a:ext>
            </a:extLst>
          </p:cNvPr>
          <p:cNvSpPr txBox="1"/>
          <p:nvPr/>
        </p:nvSpPr>
        <p:spPr>
          <a:xfrm>
            <a:off x="6610606" y="5738733"/>
            <a:ext cx="5322931" cy="510139"/>
          </a:xfrm>
          <a:prstGeom prst="rect">
            <a:avLst/>
          </a:prstGeom>
          <a:noFill/>
          <a:ln/>
        </p:spPr>
        <p:txBody>
          <a:bodyPr wrap="square" lIns="0" tIns="0" rIns="0" bIns="0" rtlCol="0" anchor="ctr"/>
          <a:lstStyle/>
          <a:p>
            <a:r>
              <a:rPr lang="en-US" sz="1400" b="1" i="1" u="sng" dirty="0" err="1">
                <a:solidFill>
                  <a:schemeClr val="bg2">
                    <a:lumMod val="10000"/>
                  </a:schemeClr>
                </a:solidFill>
                <a:latin typeface="Times New Roman" panose="02020603050405020304" pitchFamily="18" charset="0"/>
                <a:cs typeface="Times New Roman" panose="02020603050405020304" pitchFamily="18" charset="0"/>
              </a:rPr>
              <a:t>Encadreur</a:t>
            </a:r>
            <a:r>
              <a:rPr lang="en-US" sz="1400" b="1" i="1" u="sng" dirty="0">
                <a:solidFill>
                  <a:schemeClr val="bg2">
                    <a:lumMod val="10000"/>
                  </a:schemeClr>
                </a:solidFill>
                <a:latin typeface="Times New Roman" panose="02020603050405020304" pitchFamily="18" charset="0"/>
                <a:cs typeface="Times New Roman" panose="02020603050405020304" pitchFamily="18" charset="0"/>
              </a:rPr>
              <a:t> </a:t>
            </a:r>
            <a:r>
              <a:rPr lang="en-US" sz="1400" b="1" i="1" u="sng" dirty="0" err="1">
                <a:solidFill>
                  <a:schemeClr val="bg2">
                    <a:lumMod val="10000"/>
                  </a:schemeClr>
                </a:solidFill>
                <a:latin typeface="Times New Roman" panose="02020603050405020304" pitchFamily="18" charset="0"/>
                <a:cs typeface="Times New Roman" panose="02020603050405020304" pitchFamily="18" charset="0"/>
              </a:rPr>
              <a:t>académique</a:t>
            </a:r>
            <a:r>
              <a:rPr lang="en-US" sz="1400" b="1" i="1" dirty="0">
                <a:solidFill>
                  <a:schemeClr val="bg2">
                    <a:lumMod val="10000"/>
                  </a:schemeClr>
                </a:solidFill>
                <a:latin typeface="Times New Roman" panose="02020603050405020304" pitchFamily="18" charset="0"/>
                <a:cs typeface="Times New Roman" panose="02020603050405020304" pitchFamily="18" charset="0"/>
              </a:rPr>
              <a:t> : Madame RAVAOHOLISOA Dorette </a:t>
            </a:r>
            <a:r>
              <a:rPr lang="en-US" sz="1400" b="1" i="1" dirty="0" err="1">
                <a:solidFill>
                  <a:schemeClr val="bg2">
                    <a:lumMod val="10000"/>
                  </a:schemeClr>
                </a:solidFill>
                <a:latin typeface="Times New Roman" panose="02020603050405020304" pitchFamily="18" charset="0"/>
                <a:cs typeface="Times New Roman" panose="02020603050405020304" pitchFamily="18" charset="0"/>
              </a:rPr>
              <a:t>Sahondra</a:t>
            </a:r>
            <a:endParaRPr lang="en-US" sz="1400" b="1" i="1" dirty="0">
              <a:solidFill>
                <a:schemeClr val="bg2">
                  <a:lumMod val="10000"/>
                </a:schemeClr>
              </a:solidFill>
              <a:latin typeface="Times New Roman" panose="02020603050405020304" pitchFamily="18" charset="0"/>
              <a:cs typeface="Times New Roman" panose="02020603050405020304" pitchFamily="18" charset="0"/>
            </a:endParaRPr>
          </a:p>
          <a:p>
            <a:pPr marL="0" indent="0">
              <a:buNone/>
            </a:pPr>
            <a:r>
              <a:rPr lang="en-US" sz="1400" b="1" i="1" u="sng" dirty="0" err="1">
                <a:solidFill>
                  <a:schemeClr val="bg2">
                    <a:lumMod val="10000"/>
                  </a:schemeClr>
                </a:solidFill>
                <a:latin typeface="Times New Roman" panose="02020603050405020304" pitchFamily="18" charset="0"/>
                <a:cs typeface="Times New Roman" panose="02020603050405020304" pitchFamily="18" charset="0"/>
              </a:rPr>
              <a:t>Encadreur</a:t>
            </a:r>
            <a:r>
              <a:rPr lang="en-US" sz="1400" b="1" i="1" u="sng" dirty="0">
                <a:solidFill>
                  <a:schemeClr val="bg2">
                    <a:lumMod val="10000"/>
                  </a:schemeClr>
                </a:solidFill>
                <a:latin typeface="Times New Roman" panose="02020603050405020304" pitchFamily="18" charset="0"/>
                <a:cs typeface="Times New Roman" panose="02020603050405020304" pitchFamily="18" charset="0"/>
              </a:rPr>
              <a:t> professionnel</a:t>
            </a:r>
            <a:r>
              <a:rPr lang="en-US" sz="1400" b="1" i="1" dirty="0">
                <a:solidFill>
                  <a:schemeClr val="bg2">
                    <a:lumMod val="10000"/>
                  </a:schemeClr>
                </a:solidFill>
                <a:latin typeface="Times New Roman" panose="02020603050405020304" pitchFamily="18" charset="0"/>
                <a:cs typeface="Times New Roman" panose="02020603050405020304" pitchFamily="18" charset="0"/>
              </a:rPr>
              <a:t> : Monsieur RANAMBOARIMANGA Rindranianina</a:t>
            </a:r>
          </a:p>
        </p:txBody>
      </p:sp>
      <p:sp>
        <p:nvSpPr>
          <p:cNvPr id="22" name="ZoneTexte 21">
            <a:extLst>
              <a:ext uri="{FF2B5EF4-FFF2-40B4-BE49-F238E27FC236}">
                <a16:creationId xmlns:a16="http://schemas.microsoft.com/office/drawing/2014/main" id="{CB1B9A98-3AF5-8638-A0D2-26B33EEE25DB}"/>
              </a:ext>
            </a:extLst>
          </p:cNvPr>
          <p:cNvSpPr txBox="1"/>
          <p:nvPr/>
        </p:nvSpPr>
        <p:spPr>
          <a:xfrm>
            <a:off x="1290393" y="61537"/>
            <a:ext cx="1323417" cy="369332"/>
          </a:xfrm>
          <a:prstGeom prst="rect">
            <a:avLst/>
          </a:prstGeom>
          <a:noFill/>
        </p:spPr>
        <p:txBody>
          <a:bodyPr wrap="square" rtlCol="0">
            <a:spAutoFit/>
          </a:bodyPr>
          <a:lstStyle/>
          <a:p>
            <a:r>
              <a:rPr lang="fr-FR" b="1" i="1" dirty="0">
                <a:latin typeface="Times New Roman" panose="02020603050405020304" pitchFamily="18" charset="0"/>
                <a:cs typeface="Times New Roman" panose="02020603050405020304" pitchFamily="18" charset="0"/>
              </a:rPr>
              <a:t>AUXIMAD</a:t>
            </a:r>
            <a:endParaRPr lang="LID4096" b="1" i="1" dirty="0">
              <a:latin typeface="Times New Roman" panose="02020603050405020304" pitchFamily="18" charset="0"/>
              <a:cs typeface="Times New Roman" panose="02020603050405020304" pitchFamily="18" charset="0"/>
            </a:endParaRPr>
          </a:p>
        </p:txBody>
      </p:sp>
      <p:sp>
        <p:nvSpPr>
          <p:cNvPr id="6" name="ZoneTexte 5">
            <a:extLst>
              <a:ext uri="{FF2B5EF4-FFF2-40B4-BE49-F238E27FC236}">
                <a16:creationId xmlns:a16="http://schemas.microsoft.com/office/drawing/2014/main" id="{F1F2D1D4-0B7F-85E7-0BBE-4647868B60C5}"/>
              </a:ext>
            </a:extLst>
          </p:cNvPr>
          <p:cNvSpPr txBox="1"/>
          <p:nvPr/>
        </p:nvSpPr>
        <p:spPr>
          <a:xfrm>
            <a:off x="8598688" y="2122977"/>
            <a:ext cx="3661706" cy="954107"/>
          </a:xfrm>
          <a:prstGeom prst="rect">
            <a:avLst/>
          </a:prstGeom>
          <a:noFill/>
        </p:spPr>
        <p:txBody>
          <a:bodyPr wrap="square" rtlCol="0">
            <a:spAutoFit/>
          </a:bodyPr>
          <a:lstStyle/>
          <a:p>
            <a:pPr algn="ctr"/>
            <a:r>
              <a:rPr lang="fr-FR" sz="1400" dirty="0">
                <a:latin typeface="Times New Roman" panose="02020603050405020304" pitchFamily="18" charset="0"/>
                <a:cs typeface="Times New Roman" panose="02020603050405020304" pitchFamily="18" charset="0"/>
              </a:rPr>
              <a:t>Adresse : Lot II W 23 Antananarivo 101</a:t>
            </a:r>
          </a:p>
          <a:p>
            <a:pPr algn="ctr"/>
            <a:r>
              <a:rPr lang="fr-FR" sz="1400" dirty="0">
                <a:latin typeface="Times New Roman" panose="02020603050405020304" pitchFamily="18" charset="0"/>
                <a:cs typeface="Times New Roman" panose="02020603050405020304" pitchFamily="18" charset="0"/>
              </a:rPr>
              <a:t>Tel : 034 01 212 72 / 033 11 147 71</a:t>
            </a:r>
          </a:p>
          <a:p>
            <a:pPr algn="ctr"/>
            <a:r>
              <a:rPr lang="fr-FR" sz="1400" dirty="0">
                <a:latin typeface="Times New Roman" panose="02020603050405020304" pitchFamily="18" charset="0"/>
                <a:cs typeface="Times New Roman" panose="02020603050405020304" pitchFamily="18" charset="0"/>
              </a:rPr>
              <a:t>Email : </a:t>
            </a:r>
            <a:r>
              <a:rPr lang="fr-FR" sz="1400" dirty="0">
                <a:latin typeface="Times New Roman" panose="02020603050405020304" pitchFamily="18" charset="0"/>
                <a:cs typeface="Times New Roman" panose="02020603050405020304" pitchFamily="18" charset="0"/>
                <a:hlinkClick r:id="rId6"/>
              </a:rPr>
              <a:t>espbig2@gmail.com</a:t>
            </a:r>
            <a:endParaRPr lang="fr-FR" sz="1400" dirty="0">
              <a:latin typeface="Times New Roman" panose="02020603050405020304" pitchFamily="18" charset="0"/>
              <a:cs typeface="Times New Roman" panose="02020603050405020304" pitchFamily="18" charset="0"/>
            </a:endParaRPr>
          </a:p>
          <a:p>
            <a:pPr algn="ctr"/>
            <a:r>
              <a:rPr lang="fr-FR" sz="1400" dirty="0">
                <a:latin typeface="Times New Roman" panose="02020603050405020304" pitchFamily="18" charset="0"/>
                <a:cs typeface="Times New Roman" panose="02020603050405020304" pitchFamily="18" charset="0"/>
              </a:rPr>
              <a:t>Site : www.esp-big.com</a:t>
            </a:r>
          </a:p>
        </p:txBody>
      </p:sp>
      <p:sp>
        <p:nvSpPr>
          <p:cNvPr id="12" name="Text 3">
            <a:extLst>
              <a:ext uri="{FF2B5EF4-FFF2-40B4-BE49-F238E27FC236}">
                <a16:creationId xmlns:a16="http://schemas.microsoft.com/office/drawing/2014/main" id="{6419181A-D78B-AB90-474C-36D2C09C1B02}"/>
              </a:ext>
            </a:extLst>
          </p:cNvPr>
          <p:cNvSpPr txBox="1"/>
          <p:nvPr/>
        </p:nvSpPr>
        <p:spPr>
          <a:xfrm>
            <a:off x="258463" y="5766649"/>
            <a:ext cx="4813447" cy="731520"/>
          </a:xfrm>
          <a:prstGeom prst="rect">
            <a:avLst/>
          </a:prstGeom>
          <a:noFill/>
          <a:ln/>
        </p:spPr>
        <p:txBody>
          <a:bodyPr wrap="square" lIns="0" tIns="0" rIns="0" bIns="0" rtlCol="0" anchor="ctr"/>
          <a:lstStyle/>
          <a:p>
            <a:pPr marL="0" indent="0">
              <a:buNone/>
            </a:pPr>
            <a:r>
              <a:rPr lang="en-US" sz="1600" b="1" i="1" u="sng" dirty="0">
                <a:solidFill>
                  <a:schemeClr val="bg2">
                    <a:lumMod val="10000"/>
                  </a:schemeClr>
                </a:solidFill>
                <a:latin typeface="Times New Roman" panose="02020603050405020304" pitchFamily="18" charset="0"/>
                <a:cs typeface="Times New Roman" panose="02020603050405020304" pitchFamily="18" charset="0"/>
              </a:rPr>
              <a:t>Mention</a:t>
            </a:r>
            <a:r>
              <a:rPr lang="en-US" sz="1600" b="1" i="1" dirty="0">
                <a:solidFill>
                  <a:schemeClr val="bg2">
                    <a:lumMod val="10000"/>
                  </a:schemeClr>
                </a:solidFill>
                <a:latin typeface="Times New Roman" panose="02020603050405020304" pitchFamily="18" charset="0"/>
                <a:cs typeface="Times New Roman" panose="02020603050405020304" pitchFamily="18" charset="0"/>
              </a:rPr>
              <a:t> : Informatique</a:t>
            </a:r>
          </a:p>
          <a:p>
            <a:pPr marL="0" indent="0">
              <a:buNone/>
            </a:pPr>
            <a:r>
              <a:rPr lang="en-US" sz="1600" b="1" i="1" u="sng" dirty="0" err="1">
                <a:solidFill>
                  <a:schemeClr val="bg2">
                    <a:lumMod val="10000"/>
                  </a:schemeClr>
                </a:solidFill>
                <a:latin typeface="Times New Roman" panose="02020603050405020304" pitchFamily="18" charset="0"/>
                <a:cs typeface="Times New Roman" panose="02020603050405020304" pitchFamily="18" charset="0"/>
              </a:rPr>
              <a:t>Parcours</a:t>
            </a:r>
            <a:r>
              <a:rPr lang="en-US" sz="1600" b="1" i="1" dirty="0">
                <a:solidFill>
                  <a:schemeClr val="bg2">
                    <a:lumMod val="10000"/>
                  </a:schemeClr>
                </a:solidFill>
                <a:latin typeface="Times New Roman" panose="02020603050405020304" pitchFamily="18" charset="0"/>
                <a:cs typeface="Times New Roman" panose="02020603050405020304" pitchFamily="18" charset="0"/>
              </a:rPr>
              <a:t> : Génie </a:t>
            </a:r>
            <a:r>
              <a:rPr lang="en-US" sz="1600" b="1" i="1" dirty="0" err="1">
                <a:solidFill>
                  <a:schemeClr val="bg2">
                    <a:lumMod val="10000"/>
                  </a:schemeClr>
                </a:solidFill>
                <a:latin typeface="Times New Roman" panose="02020603050405020304" pitchFamily="18" charset="0"/>
                <a:cs typeface="Times New Roman" panose="02020603050405020304" pitchFamily="18" charset="0"/>
              </a:rPr>
              <a:t>Logiciel</a:t>
            </a:r>
            <a:endParaRPr lang="en-US" sz="1600" b="1" i="1" dirty="0">
              <a:solidFill>
                <a:schemeClr val="bg2">
                  <a:lumMod val="10000"/>
                </a:schemeClr>
              </a:solidFill>
              <a:latin typeface="Times New Roman" panose="02020603050405020304" pitchFamily="18" charset="0"/>
              <a:cs typeface="Times New Roman" panose="02020603050405020304" pitchFamily="18" charset="0"/>
            </a:endParaRPr>
          </a:p>
          <a:p>
            <a:r>
              <a:rPr lang="en-US" sz="1600" b="1" i="1" u="sng" dirty="0">
                <a:solidFill>
                  <a:schemeClr val="bg2">
                    <a:lumMod val="10000"/>
                  </a:schemeClr>
                </a:solidFill>
                <a:latin typeface="Times New Roman" panose="02020603050405020304" pitchFamily="18" charset="0"/>
                <a:cs typeface="Times New Roman" panose="02020603050405020304" pitchFamily="18" charset="0"/>
              </a:rPr>
              <a:t>Cycle</a:t>
            </a:r>
            <a:r>
              <a:rPr lang="en-US" sz="1600" b="1" i="1" dirty="0">
                <a:solidFill>
                  <a:schemeClr val="bg2">
                    <a:lumMod val="10000"/>
                  </a:schemeClr>
                </a:solidFill>
                <a:latin typeface="Times New Roman" panose="02020603050405020304" pitchFamily="18" charset="0"/>
                <a:cs typeface="Times New Roman" panose="02020603050405020304" pitchFamily="18" charset="0"/>
              </a:rPr>
              <a:t> : Premier cycle</a:t>
            </a:r>
          </a:p>
          <a:p>
            <a:r>
              <a:rPr lang="en-US" sz="1600" b="1" i="1" u="sng" dirty="0" err="1">
                <a:solidFill>
                  <a:schemeClr val="bg2">
                    <a:lumMod val="10000"/>
                  </a:schemeClr>
                </a:solidFill>
                <a:latin typeface="Times New Roman" panose="02020603050405020304" pitchFamily="18" charset="0"/>
                <a:cs typeface="Times New Roman" panose="02020603050405020304" pitchFamily="18" charset="0"/>
              </a:rPr>
              <a:t>Présenté</a:t>
            </a:r>
            <a:r>
              <a:rPr lang="en-US" sz="1600" b="1" i="1" u="sng" dirty="0">
                <a:solidFill>
                  <a:schemeClr val="bg2">
                    <a:lumMod val="10000"/>
                  </a:schemeClr>
                </a:solidFill>
                <a:latin typeface="Times New Roman" panose="02020603050405020304" pitchFamily="18" charset="0"/>
                <a:cs typeface="Times New Roman" panose="02020603050405020304" pitchFamily="18" charset="0"/>
              </a:rPr>
              <a:t> par</a:t>
            </a:r>
            <a:r>
              <a:rPr lang="en-US" sz="1600" b="1" i="1" dirty="0">
                <a:solidFill>
                  <a:schemeClr val="bg2">
                    <a:lumMod val="10000"/>
                  </a:schemeClr>
                </a:solidFill>
                <a:latin typeface="Times New Roman" panose="02020603050405020304" pitchFamily="18" charset="0"/>
                <a:cs typeface="Times New Roman" panose="02020603050405020304" pitchFamily="18" charset="0"/>
              </a:rPr>
              <a:t> </a:t>
            </a:r>
            <a:r>
              <a:rPr lang="en-US" sz="1600" b="1" i="1">
                <a:solidFill>
                  <a:schemeClr val="bg2">
                    <a:lumMod val="10000"/>
                  </a:schemeClr>
                </a:solidFill>
                <a:latin typeface="Times New Roman" panose="02020603050405020304" pitchFamily="18" charset="0"/>
                <a:cs typeface="Times New Roman" panose="02020603050405020304" pitchFamily="18" charset="0"/>
              </a:rPr>
              <a:t>: Monsieur </a:t>
            </a:r>
            <a:r>
              <a:rPr lang="en-US" sz="1600" b="1" i="1" dirty="0">
                <a:solidFill>
                  <a:schemeClr val="bg2">
                    <a:lumMod val="10000"/>
                  </a:schemeClr>
                </a:solidFill>
                <a:latin typeface="Times New Roman" panose="02020603050405020304" pitchFamily="18" charset="0"/>
                <a:cs typeface="Times New Roman" panose="02020603050405020304" pitchFamily="18" charset="0"/>
              </a:rPr>
              <a:t>RAFALIMANANA Ny Harena </a:t>
            </a:r>
            <a:r>
              <a:rPr lang="en-US" sz="1600" b="1" i="1" dirty="0" err="1">
                <a:solidFill>
                  <a:schemeClr val="bg2">
                    <a:lumMod val="10000"/>
                  </a:schemeClr>
                </a:solidFill>
                <a:latin typeface="Times New Roman" panose="02020603050405020304" pitchFamily="18" charset="0"/>
                <a:cs typeface="Times New Roman" panose="02020603050405020304" pitchFamily="18" charset="0"/>
              </a:rPr>
              <a:t>Nohavinstsoa</a:t>
            </a:r>
            <a:endParaRPr lang="en-US" sz="1600" b="1" i="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14" name="Slide Number Placeholder 0">
            <a:extLst>
              <a:ext uri="{FF2B5EF4-FFF2-40B4-BE49-F238E27FC236}">
                <a16:creationId xmlns:a16="http://schemas.microsoft.com/office/drawing/2014/main" id="{19024135-45DF-61D2-ABAD-E1CC12EC1130}"/>
              </a:ext>
            </a:extLst>
          </p:cNvPr>
          <p:cNvSpPr txBox="1">
            <a:spLocks/>
          </p:cNvSpPr>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11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1</a:t>
            </a:fld>
            <a:endParaRPr lang="en-US" dirty="0"/>
          </a:p>
        </p:txBody>
      </p:sp>
    </p:spTree>
    <p:extLst>
      <p:ext uri="{BB962C8B-B14F-4D97-AF65-F5344CB8AC3E}">
        <p14:creationId xmlns:p14="http://schemas.microsoft.com/office/powerpoint/2010/main" val="2190752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863840" cy="2011680"/>
          </a:xfrm>
          <a:prstGeom prst="rect">
            <a:avLst/>
          </a:prstGeom>
          <a:noFill/>
          <a:ln/>
        </p:spPr>
        <p:txBody>
          <a:bodyPr wrap="square" lIns="0" tIns="0" rIns="0" bIns="0" rtlCol="0" anchor="t"/>
          <a:lstStyle/>
          <a:p>
            <a:pPr marL="0" indent="0" algn="l">
              <a:buNone/>
            </a:pPr>
            <a:r>
              <a:rPr lang="en-US" sz="4000" b="1" dirty="0">
                <a:solidFill>
                  <a:schemeClr val="bg1"/>
                </a:solidFill>
              </a:rPr>
              <a:t>Conception et développement d'une application de gestion d'assurance automobile</a:t>
            </a:r>
            <a:endParaRPr lang="en-US" sz="4000" dirty="0"/>
          </a:p>
        </p:txBody>
      </p:sp>
      <p:sp>
        <p:nvSpPr>
          <p:cNvPr id="3" name="Text 0"/>
          <p:cNvSpPr>
            <a:spLocks noGrp="1"/>
          </p:cNvSpPr>
          <p:nvPr>
            <p:ph type="body" idx="101" hasCustomPrompt="1"/>
          </p:nvPr>
        </p:nvSpPr>
        <p:spPr>
          <a:xfrm>
            <a:off x="731520" y="4023360"/>
            <a:ext cx="1783080" cy="420624"/>
          </a:xfrm>
          <a:prstGeom prst="rect">
            <a:avLst/>
          </a:prstGeom>
          <a:noFill/>
          <a:ln/>
        </p:spPr>
        <p:txBody>
          <a:bodyPr wrap="square" lIns="0" tIns="0" rIns="0" bIns="0" rtlCol="0" anchor="t"/>
          <a:lstStyle/>
          <a:p>
            <a:pPr marL="0" indent="0" algn="l">
              <a:buNone/>
            </a:pPr>
            <a:r>
              <a:rPr lang="en-US" sz="2200" dirty="0">
                <a:solidFill>
                  <a:schemeClr val="accent1"/>
                </a:solidFill>
              </a:rPr>
              <a:t>AUXIASSUR</a:t>
            </a:r>
            <a:endParaRPr lang="en-US" sz="2200" dirty="0"/>
          </a:p>
        </p:txBody>
      </p:sp>
      <p:sp>
        <p:nvSpPr>
          <p:cNvPr id="4" name="Pastille titre"/>
          <p:cNvSpPr/>
          <p:nvPr/>
        </p:nvSpPr>
        <p:spPr>
          <a:xfrm>
            <a:off x="9144000" y="1920240"/>
            <a:ext cx="2377440" cy="2377440"/>
          </a:xfrm>
          <a:prstGeom prst="ellipse">
            <a:avLst/>
          </a:prstGeom>
          <a:solidFill>
            <a:schemeClr val="accent2"/>
          </a:solidFill>
          <a:ln w="12700">
            <a:solidFill>
              <a:schemeClr val="accent2"/>
            </a:solidFill>
            <a:prstDash val="solid"/>
          </a:ln>
        </p:spPr>
      </p:sp>
      <p:pic>
        <p:nvPicPr>
          <p:cNvPr id="5" name="Image 0" descr="Voiture"/>
          <p:cNvPicPr>
            <a:picLocks noChangeAspect="1"/>
          </p:cNvPicPr>
          <p:nvPr/>
        </p:nvPicPr>
        <p:blipFill>
          <a:blip r:embed="rId3"/>
          <a:stretch>
            <a:fillRect/>
          </a:stretch>
        </p:blipFill>
        <p:spPr>
          <a:xfrm>
            <a:off x="9784080" y="2560320"/>
            <a:ext cx="1097280" cy="1097280"/>
          </a:xfrm>
          <a:prstGeom prst="rect">
            <a:avLst/>
          </a:prstGeom>
        </p:spPr>
      </p:pic>
      <p:sp>
        <p:nvSpPr>
          <p:cNvPr id="8" name="Slide Number Placeholder 0">
            <a:extLst>
              <a:ext uri="{FF2B5EF4-FFF2-40B4-BE49-F238E27FC236}">
                <a16:creationId xmlns:a16="http://schemas.microsoft.com/office/drawing/2014/main" id="{86B2DEB6-7F62-C71B-2B78-E8A12A7F215E}"/>
              </a:ext>
            </a:extLst>
          </p:cNvPr>
          <p:cNvSpPr txBox="1">
            <a:spLocks/>
          </p:cNvSpPr>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11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solidFill>
                  <a:schemeClr val="bg1"/>
                </a:solidFill>
              </a:rPr>
              <a:pPr algn="r"/>
              <a:t>2</a:t>
            </a:fld>
            <a:endParaRPr lang="en-US" dirty="0">
              <a:solidFill>
                <a:schemeClr val="bg1"/>
              </a:solidFill>
            </a:endParaRPr>
          </a:p>
        </p:txBody>
      </p:sp>
    </p:spTree>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91715-36D0-07F2-A234-9E0531C61EE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1504B3F-BC07-3252-179A-86510CA254CD}"/>
              </a:ext>
            </a:extLst>
          </p:cNvPr>
          <p:cNvSpPr>
            <a:spLocks noGrp="1"/>
          </p:cNvSpPr>
          <p:nvPr>
            <p:ph type="title" idx="100"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400" b="1" dirty="0">
                <a:solidFill>
                  <a:schemeClr val="tx2"/>
                </a:solidFill>
              </a:rPr>
              <a:t>Plan de la présentation</a:t>
            </a:r>
            <a:endParaRPr lang="en-US" sz="3400" dirty="0"/>
          </a:p>
        </p:txBody>
      </p:sp>
      <p:sp>
        <p:nvSpPr>
          <p:cNvPr id="7" name="Text 4">
            <a:extLst>
              <a:ext uri="{FF2B5EF4-FFF2-40B4-BE49-F238E27FC236}">
                <a16:creationId xmlns:a16="http://schemas.microsoft.com/office/drawing/2014/main" id="{47CDD2DE-5496-B5DB-1445-8C8E65EB9D64}"/>
              </a:ext>
            </a:extLst>
          </p:cNvPr>
          <p:cNvSpPr txBox="1"/>
          <p:nvPr/>
        </p:nvSpPr>
        <p:spPr>
          <a:xfrm>
            <a:off x="822960" y="4069080"/>
            <a:ext cx="2057400" cy="1554480"/>
          </a:xfrm>
          <a:prstGeom prst="rect">
            <a:avLst/>
          </a:prstGeom>
          <a:noFill/>
          <a:ln/>
        </p:spPr>
        <p:txBody>
          <a:bodyPr wrap="square" lIns="0" tIns="0" rIns="0" bIns="0" rtlCol="0" anchor="t"/>
          <a:lstStyle/>
          <a:p>
            <a:pPr marL="0" indent="0">
              <a:buNone/>
            </a:pPr>
            <a:r>
              <a:rPr lang="en-US" sz="1400" dirty="0">
                <a:solidFill>
                  <a:schemeClr val="bg1"/>
                </a:solidFill>
              </a:rPr>
              <a:t>Contexte et problématique</a:t>
            </a:r>
            <a:endParaRPr lang="en-US" sz="1400" dirty="0"/>
          </a:p>
        </p:txBody>
      </p:sp>
      <p:sp>
        <p:nvSpPr>
          <p:cNvPr id="8" name="Card Étude préalable">
            <a:extLst>
              <a:ext uri="{FF2B5EF4-FFF2-40B4-BE49-F238E27FC236}">
                <a16:creationId xmlns:a16="http://schemas.microsoft.com/office/drawing/2014/main" id="{B89072EC-1AF0-529E-7CFD-739D039AB91C}"/>
              </a:ext>
            </a:extLst>
          </p:cNvPr>
          <p:cNvSpPr/>
          <p:nvPr/>
        </p:nvSpPr>
        <p:spPr>
          <a:xfrm>
            <a:off x="939281" y="7180461"/>
            <a:ext cx="2606040" cy="4206240"/>
          </a:xfrm>
          <a:prstGeom prst="roundRect">
            <a:avLst>
              <a:gd name="adj" fmla="val 4211"/>
            </a:avLst>
          </a:prstGeom>
          <a:solidFill>
            <a:schemeClr val="bg2"/>
          </a:solidFill>
          <a:ln w="12700">
            <a:solidFill>
              <a:schemeClr val="bg2"/>
            </a:solidFill>
            <a:prstDash val="solid"/>
          </a:ln>
        </p:spPr>
      </p:sp>
      <p:sp>
        <p:nvSpPr>
          <p:cNvPr id="9" name="Text 6">
            <a:extLst>
              <a:ext uri="{FF2B5EF4-FFF2-40B4-BE49-F238E27FC236}">
                <a16:creationId xmlns:a16="http://schemas.microsoft.com/office/drawing/2014/main" id="{79806DA1-F588-710E-03B0-93064249B06C}"/>
              </a:ext>
            </a:extLst>
          </p:cNvPr>
          <p:cNvSpPr txBox="1"/>
          <p:nvPr/>
        </p:nvSpPr>
        <p:spPr>
          <a:xfrm>
            <a:off x="1213601" y="7363341"/>
            <a:ext cx="2057400" cy="1280160"/>
          </a:xfrm>
          <a:prstGeom prst="rect">
            <a:avLst/>
          </a:prstGeom>
          <a:noFill/>
          <a:ln/>
        </p:spPr>
        <p:txBody>
          <a:bodyPr wrap="square" lIns="0" tIns="0" rIns="0" bIns="0" rtlCol="0" anchor="ctr"/>
          <a:lstStyle/>
          <a:p>
            <a:pPr marL="0" indent="0">
              <a:buNone/>
            </a:pPr>
            <a:r>
              <a:rPr lang="en-US" sz="6600" b="1" dirty="0">
                <a:solidFill>
                  <a:schemeClr val="accent2"/>
                </a:solidFill>
                <a:latin typeface="Cambria" pitchFamily="34" charset="0"/>
                <a:ea typeface="Cambria" pitchFamily="34" charset="-122"/>
                <a:cs typeface="Cambria" pitchFamily="34" charset="-120"/>
              </a:rPr>
              <a:t>1</a:t>
            </a:r>
            <a:endParaRPr lang="en-US" sz="6600" dirty="0"/>
          </a:p>
        </p:txBody>
      </p:sp>
      <p:sp>
        <p:nvSpPr>
          <p:cNvPr id="10" name="Text 7">
            <a:extLst>
              <a:ext uri="{FF2B5EF4-FFF2-40B4-BE49-F238E27FC236}">
                <a16:creationId xmlns:a16="http://schemas.microsoft.com/office/drawing/2014/main" id="{1C6BF201-F3AE-4C0E-BC93-03A7532662D8}"/>
              </a:ext>
            </a:extLst>
          </p:cNvPr>
          <p:cNvSpPr txBox="1"/>
          <p:nvPr/>
        </p:nvSpPr>
        <p:spPr>
          <a:xfrm>
            <a:off x="1213601" y="8826381"/>
            <a:ext cx="2057400" cy="731520"/>
          </a:xfrm>
          <a:prstGeom prst="rect">
            <a:avLst/>
          </a:prstGeom>
          <a:noFill/>
          <a:ln/>
        </p:spPr>
        <p:txBody>
          <a:bodyPr wrap="square" lIns="0" tIns="0" rIns="0" bIns="0" rtlCol="0" anchor="t"/>
          <a:lstStyle/>
          <a:p>
            <a:pPr marL="0" indent="0">
              <a:buNone/>
            </a:pPr>
            <a:r>
              <a:rPr lang="en-US" sz="2000" b="1" dirty="0">
                <a:solidFill>
                  <a:schemeClr val="tx2"/>
                </a:solidFill>
              </a:rPr>
              <a:t>Étude préalable</a:t>
            </a:r>
            <a:endParaRPr lang="en-US" sz="2000" dirty="0"/>
          </a:p>
        </p:txBody>
      </p:sp>
      <p:sp>
        <p:nvSpPr>
          <p:cNvPr id="11" name="Text 8">
            <a:extLst>
              <a:ext uri="{FF2B5EF4-FFF2-40B4-BE49-F238E27FC236}">
                <a16:creationId xmlns:a16="http://schemas.microsoft.com/office/drawing/2014/main" id="{944A0D8F-2484-3BFF-2985-C06F4E1445B7}"/>
              </a:ext>
            </a:extLst>
          </p:cNvPr>
          <p:cNvSpPr txBox="1"/>
          <p:nvPr/>
        </p:nvSpPr>
        <p:spPr>
          <a:xfrm>
            <a:off x="1213601" y="9603621"/>
            <a:ext cx="2057400" cy="1554480"/>
          </a:xfrm>
          <a:prstGeom prst="rect">
            <a:avLst/>
          </a:prstGeom>
          <a:noFill/>
          <a:ln/>
        </p:spPr>
        <p:txBody>
          <a:bodyPr wrap="square" lIns="0" tIns="0" rIns="0" bIns="0" rtlCol="0" anchor="t"/>
          <a:lstStyle/>
          <a:p>
            <a:pPr marL="0" indent="0">
              <a:buNone/>
            </a:pPr>
            <a:r>
              <a:rPr lang="en-US" sz="1400" dirty="0">
                <a:solidFill>
                  <a:schemeClr val="tx1"/>
                </a:solidFill>
              </a:rPr>
              <a:t>Société, existant, proposition de solution, solution retenue</a:t>
            </a:r>
            <a:endParaRPr lang="en-US" sz="1400" dirty="0"/>
          </a:p>
        </p:txBody>
      </p:sp>
      <p:sp>
        <p:nvSpPr>
          <p:cNvPr id="12" name="Card Étude détaillée">
            <a:extLst>
              <a:ext uri="{FF2B5EF4-FFF2-40B4-BE49-F238E27FC236}">
                <a16:creationId xmlns:a16="http://schemas.microsoft.com/office/drawing/2014/main" id="{C0FE3AD0-16D1-7C56-2E31-27196D792D21}"/>
              </a:ext>
            </a:extLst>
          </p:cNvPr>
          <p:cNvSpPr/>
          <p:nvPr/>
        </p:nvSpPr>
        <p:spPr>
          <a:xfrm>
            <a:off x="4668543" y="9923667"/>
            <a:ext cx="2606040" cy="4206240"/>
          </a:xfrm>
          <a:prstGeom prst="roundRect">
            <a:avLst>
              <a:gd name="adj" fmla="val 4211"/>
            </a:avLst>
          </a:prstGeom>
          <a:solidFill>
            <a:schemeClr val="bg2"/>
          </a:solidFill>
          <a:ln w="12700">
            <a:solidFill>
              <a:schemeClr val="bg2"/>
            </a:solidFill>
            <a:prstDash val="solid"/>
          </a:ln>
        </p:spPr>
      </p:sp>
      <p:sp>
        <p:nvSpPr>
          <p:cNvPr id="13" name="Text 10">
            <a:extLst>
              <a:ext uri="{FF2B5EF4-FFF2-40B4-BE49-F238E27FC236}">
                <a16:creationId xmlns:a16="http://schemas.microsoft.com/office/drawing/2014/main" id="{9B42533F-F605-2B19-E13E-D497CEB78A71}"/>
              </a:ext>
            </a:extLst>
          </p:cNvPr>
          <p:cNvSpPr txBox="1"/>
          <p:nvPr/>
        </p:nvSpPr>
        <p:spPr>
          <a:xfrm>
            <a:off x="4942863" y="10106547"/>
            <a:ext cx="2057400" cy="1280160"/>
          </a:xfrm>
          <a:prstGeom prst="rect">
            <a:avLst/>
          </a:prstGeom>
          <a:noFill/>
          <a:ln/>
        </p:spPr>
        <p:txBody>
          <a:bodyPr wrap="square" lIns="0" tIns="0" rIns="0" bIns="0" rtlCol="0" anchor="ctr"/>
          <a:lstStyle/>
          <a:p>
            <a:pPr marL="0" indent="0">
              <a:buNone/>
            </a:pPr>
            <a:r>
              <a:rPr lang="en-US" sz="6600" b="1" dirty="0">
                <a:solidFill>
                  <a:schemeClr val="accent2"/>
                </a:solidFill>
                <a:latin typeface="Cambria" pitchFamily="34" charset="0"/>
                <a:ea typeface="Cambria" pitchFamily="34" charset="-122"/>
                <a:cs typeface="Cambria" pitchFamily="34" charset="-120"/>
              </a:rPr>
              <a:t>2</a:t>
            </a:r>
            <a:endParaRPr lang="en-US" sz="6600" dirty="0"/>
          </a:p>
        </p:txBody>
      </p:sp>
      <p:sp>
        <p:nvSpPr>
          <p:cNvPr id="14" name="Text 11">
            <a:extLst>
              <a:ext uri="{FF2B5EF4-FFF2-40B4-BE49-F238E27FC236}">
                <a16:creationId xmlns:a16="http://schemas.microsoft.com/office/drawing/2014/main" id="{BC6F9D5E-CEEE-9E39-594D-501E6F4FDAE0}"/>
              </a:ext>
            </a:extLst>
          </p:cNvPr>
          <p:cNvSpPr txBox="1"/>
          <p:nvPr/>
        </p:nvSpPr>
        <p:spPr>
          <a:xfrm>
            <a:off x="4942863" y="11569587"/>
            <a:ext cx="2057400" cy="731520"/>
          </a:xfrm>
          <a:prstGeom prst="rect">
            <a:avLst/>
          </a:prstGeom>
          <a:noFill/>
          <a:ln/>
        </p:spPr>
        <p:txBody>
          <a:bodyPr wrap="square" lIns="0" tIns="0" rIns="0" bIns="0" rtlCol="0" anchor="t"/>
          <a:lstStyle/>
          <a:p>
            <a:pPr marL="0" indent="0">
              <a:buNone/>
            </a:pPr>
            <a:r>
              <a:rPr lang="en-US" sz="2000" b="1" dirty="0">
                <a:solidFill>
                  <a:schemeClr val="tx2"/>
                </a:solidFill>
              </a:rPr>
              <a:t>Étude détaillée</a:t>
            </a:r>
            <a:endParaRPr lang="en-US" sz="2000" dirty="0"/>
          </a:p>
        </p:txBody>
      </p:sp>
      <p:sp>
        <p:nvSpPr>
          <p:cNvPr id="15" name="Text 12">
            <a:extLst>
              <a:ext uri="{FF2B5EF4-FFF2-40B4-BE49-F238E27FC236}">
                <a16:creationId xmlns:a16="http://schemas.microsoft.com/office/drawing/2014/main" id="{92B7A08E-20E0-6EE0-CCEE-04BCFE760AD9}"/>
              </a:ext>
            </a:extLst>
          </p:cNvPr>
          <p:cNvSpPr txBox="1"/>
          <p:nvPr/>
        </p:nvSpPr>
        <p:spPr>
          <a:xfrm>
            <a:off x="4942863" y="12346827"/>
            <a:ext cx="2057400" cy="1554480"/>
          </a:xfrm>
          <a:prstGeom prst="rect">
            <a:avLst/>
          </a:prstGeom>
          <a:noFill/>
          <a:ln/>
        </p:spPr>
        <p:txBody>
          <a:bodyPr wrap="square" lIns="0" tIns="0" rIns="0" bIns="0" rtlCol="0" anchor="t"/>
          <a:lstStyle/>
          <a:p>
            <a:pPr marL="0" indent="0">
              <a:buNone/>
            </a:pPr>
            <a:r>
              <a:rPr lang="en-US" sz="1400" dirty="0">
                <a:solidFill>
                  <a:schemeClr val="tx1"/>
                </a:solidFill>
              </a:rPr>
              <a:t>Diagrammes UML : cas d'utilisation, séquence, activité, classes</a:t>
            </a:r>
            <a:endParaRPr lang="en-US" sz="1400" dirty="0"/>
          </a:p>
        </p:txBody>
      </p:sp>
      <p:sp>
        <p:nvSpPr>
          <p:cNvPr id="16" name="Card Réalisation">
            <a:extLst>
              <a:ext uri="{FF2B5EF4-FFF2-40B4-BE49-F238E27FC236}">
                <a16:creationId xmlns:a16="http://schemas.microsoft.com/office/drawing/2014/main" id="{CD6B118B-A18D-C1B8-919A-508C233D8300}"/>
              </a:ext>
            </a:extLst>
          </p:cNvPr>
          <p:cNvSpPr/>
          <p:nvPr/>
        </p:nvSpPr>
        <p:spPr>
          <a:xfrm>
            <a:off x="8397805" y="12548010"/>
            <a:ext cx="2606040" cy="4206240"/>
          </a:xfrm>
          <a:prstGeom prst="roundRect">
            <a:avLst>
              <a:gd name="adj" fmla="val 4211"/>
            </a:avLst>
          </a:prstGeom>
          <a:solidFill>
            <a:schemeClr val="tx2"/>
          </a:solidFill>
          <a:ln w="12700">
            <a:solidFill>
              <a:schemeClr val="tx2"/>
            </a:solidFill>
            <a:prstDash val="solid"/>
          </a:ln>
        </p:spPr>
      </p:sp>
      <p:sp>
        <p:nvSpPr>
          <p:cNvPr id="17" name="Text 14">
            <a:extLst>
              <a:ext uri="{FF2B5EF4-FFF2-40B4-BE49-F238E27FC236}">
                <a16:creationId xmlns:a16="http://schemas.microsoft.com/office/drawing/2014/main" id="{6092D84D-D917-83A1-00C7-0FE1AB4370EE}"/>
              </a:ext>
            </a:extLst>
          </p:cNvPr>
          <p:cNvSpPr txBox="1"/>
          <p:nvPr/>
        </p:nvSpPr>
        <p:spPr>
          <a:xfrm>
            <a:off x="8672125" y="12730890"/>
            <a:ext cx="2057400" cy="1280160"/>
          </a:xfrm>
          <a:prstGeom prst="rect">
            <a:avLst/>
          </a:prstGeom>
          <a:noFill/>
          <a:ln/>
        </p:spPr>
        <p:txBody>
          <a:bodyPr wrap="square" lIns="0" tIns="0" rIns="0" bIns="0" rtlCol="0" anchor="ctr"/>
          <a:lstStyle/>
          <a:p>
            <a:pPr marL="0" indent="0">
              <a:buNone/>
            </a:pPr>
            <a:r>
              <a:rPr lang="en-US" sz="6600" b="1" dirty="0">
                <a:solidFill>
                  <a:schemeClr val="accent1"/>
                </a:solidFill>
                <a:latin typeface="Cambria" pitchFamily="34" charset="0"/>
                <a:ea typeface="Cambria" pitchFamily="34" charset="-122"/>
                <a:cs typeface="Cambria" pitchFamily="34" charset="-120"/>
              </a:rPr>
              <a:t>3</a:t>
            </a:r>
            <a:endParaRPr lang="en-US" sz="6600" dirty="0"/>
          </a:p>
        </p:txBody>
      </p:sp>
      <p:sp>
        <p:nvSpPr>
          <p:cNvPr id="18" name="Text 15">
            <a:extLst>
              <a:ext uri="{FF2B5EF4-FFF2-40B4-BE49-F238E27FC236}">
                <a16:creationId xmlns:a16="http://schemas.microsoft.com/office/drawing/2014/main" id="{83E1A24D-59EC-7E83-BBD0-FD8B3FAE9244}"/>
              </a:ext>
            </a:extLst>
          </p:cNvPr>
          <p:cNvSpPr txBox="1"/>
          <p:nvPr/>
        </p:nvSpPr>
        <p:spPr>
          <a:xfrm>
            <a:off x="8672125" y="14193930"/>
            <a:ext cx="2057400" cy="731520"/>
          </a:xfrm>
          <a:prstGeom prst="rect">
            <a:avLst/>
          </a:prstGeom>
          <a:noFill/>
          <a:ln/>
        </p:spPr>
        <p:txBody>
          <a:bodyPr wrap="square" lIns="0" tIns="0" rIns="0" bIns="0" rtlCol="0" anchor="t"/>
          <a:lstStyle/>
          <a:p>
            <a:pPr marL="0" indent="0">
              <a:buNone/>
            </a:pPr>
            <a:r>
              <a:rPr lang="en-US" sz="2000" b="1" dirty="0">
                <a:solidFill>
                  <a:schemeClr val="bg1"/>
                </a:solidFill>
              </a:rPr>
              <a:t>Réalisation</a:t>
            </a:r>
            <a:endParaRPr lang="en-US" sz="2000" dirty="0"/>
          </a:p>
        </p:txBody>
      </p:sp>
      <p:sp>
        <p:nvSpPr>
          <p:cNvPr id="19" name="Text 16">
            <a:extLst>
              <a:ext uri="{FF2B5EF4-FFF2-40B4-BE49-F238E27FC236}">
                <a16:creationId xmlns:a16="http://schemas.microsoft.com/office/drawing/2014/main" id="{0946A822-7518-C095-94A3-A316608EF44C}"/>
              </a:ext>
            </a:extLst>
          </p:cNvPr>
          <p:cNvSpPr txBox="1"/>
          <p:nvPr/>
        </p:nvSpPr>
        <p:spPr>
          <a:xfrm>
            <a:off x="8672125" y="14971170"/>
            <a:ext cx="2057400" cy="1554480"/>
          </a:xfrm>
          <a:prstGeom prst="rect">
            <a:avLst/>
          </a:prstGeom>
          <a:noFill/>
          <a:ln/>
        </p:spPr>
        <p:txBody>
          <a:bodyPr wrap="square" lIns="0" tIns="0" rIns="0" bIns="0" rtlCol="0" anchor="t"/>
          <a:lstStyle/>
          <a:p>
            <a:pPr marL="0" indent="0">
              <a:buNone/>
            </a:pPr>
            <a:r>
              <a:rPr lang="en-US" sz="1400" dirty="0">
                <a:solidFill>
                  <a:schemeClr val="bg1"/>
                </a:solidFill>
              </a:rPr>
              <a:t>Démonstration de l'application</a:t>
            </a:r>
            <a:endParaRPr lang="en-US" sz="1400" dirty="0"/>
          </a:p>
        </p:txBody>
      </p:sp>
      <p:sp>
        <p:nvSpPr>
          <p:cNvPr id="25" name="Slide Number Placeholder 0">
            <a:extLst>
              <a:ext uri="{FF2B5EF4-FFF2-40B4-BE49-F238E27FC236}">
                <a16:creationId xmlns:a16="http://schemas.microsoft.com/office/drawing/2014/main" id="{08A25FCE-9FB5-16C8-A169-FA3AF06ED905}"/>
              </a:ext>
            </a:extLst>
          </p:cNvPr>
          <p:cNvSpPr>
            <a:spLocks noGrp="1"/>
          </p:cNvSpPr>
          <p:nvPr>
            <p:ph type="sldNum" sz="quarter" idx="4294967295"/>
          </p:nvPr>
        </p:nvSpPr>
        <p:spPr>
          <a:xfrm>
            <a:off x="1097280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tx1"/>
                </a:solidFill>
              </a:defRPr>
            </a:lvl1pPr>
          </a:lstStyle>
          <a:p>
            <a:pPr algn="r"/>
            <a:fld id="{F7021451-1387-4CA6-816F-3879F97B5CBC}" type="slidenum">
              <a:rPr lang="en-US" b="0"/>
              <a:t>3</a:t>
            </a:fld>
            <a:endParaRPr lang="en-US"/>
          </a:p>
        </p:txBody>
      </p:sp>
    </p:spTree>
    <p:extLst>
      <p:ext uri="{BB962C8B-B14F-4D97-AF65-F5344CB8AC3E}">
        <p14:creationId xmlns:p14="http://schemas.microsoft.com/office/powerpoint/2010/main" val="843572877"/>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CD900-B7BA-D445-0284-60472B20C85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F8609CE-7CD4-A3EF-CF27-64F6DFFF69C8}"/>
              </a:ext>
            </a:extLst>
          </p:cNvPr>
          <p:cNvSpPr>
            <a:spLocks noGrp="1"/>
          </p:cNvSpPr>
          <p:nvPr>
            <p:ph type="title" idx="100"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400" b="1" dirty="0">
                <a:solidFill>
                  <a:schemeClr val="tx2"/>
                </a:solidFill>
              </a:rPr>
              <a:t>Plan de la présentation</a:t>
            </a:r>
            <a:endParaRPr lang="en-US" sz="3400" dirty="0"/>
          </a:p>
        </p:txBody>
      </p:sp>
      <p:sp>
        <p:nvSpPr>
          <p:cNvPr id="7" name="Text 4">
            <a:extLst>
              <a:ext uri="{FF2B5EF4-FFF2-40B4-BE49-F238E27FC236}">
                <a16:creationId xmlns:a16="http://schemas.microsoft.com/office/drawing/2014/main" id="{F0642FF2-1155-3C52-D427-9E0D6390C793}"/>
              </a:ext>
            </a:extLst>
          </p:cNvPr>
          <p:cNvSpPr txBox="1"/>
          <p:nvPr/>
        </p:nvSpPr>
        <p:spPr>
          <a:xfrm>
            <a:off x="822960" y="4069080"/>
            <a:ext cx="2057400" cy="1554480"/>
          </a:xfrm>
          <a:prstGeom prst="rect">
            <a:avLst/>
          </a:prstGeom>
          <a:noFill/>
          <a:ln/>
        </p:spPr>
        <p:txBody>
          <a:bodyPr wrap="square" lIns="0" tIns="0" rIns="0" bIns="0" rtlCol="0" anchor="t"/>
          <a:lstStyle/>
          <a:p>
            <a:pPr marL="0" indent="0">
              <a:buNone/>
            </a:pPr>
            <a:r>
              <a:rPr lang="en-US" sz="1400" dirty="0">
                <a:solidFill>
                  <a:schemeClr val="bg1"/>
                </a:solidFill>
              </a:rPr>
              <a:t>Contexte et problématique</a:t>
            </a:r>
            <a:endParaRPr lang="en-US" sz="1400" dirty="0"/>
          </a:p>
        </p:txBody>
      </p:sp>
      <p:sp>
        <p:nvSpPr>
          <p:cNvPr id="8" name="Card Étude préalable">
            <a:extLst>
              <a:ext uri="{FF2B5EF4-FFF2-40B4-BE49-F238E27FC236}">
                <a16:creationId xmlns:a16="http://schemas.microsoft.com/office/drawing/2014/main" id="{BBA91165-AF16-C408-D307-AE2790DA034C}"/>
              </a:ext>
            </a:extLst>
          </p:cNvPr>
          <p:cNvSpPr/>
          <p:nvPr/>
        </p:nvSpPr>
        <p:spPr>
          <a:xfrm>
            <a:off x="939281" y="1645920"/>
            <a:ext cx="2606040" cy="4206240"/>
          </a:xfrm>
          <a:prstGeom prst="roundRect">
            <a:avLst>
              <a:gd name="adj" fmla="val 4211"/>
            </a:avLst>
          </a:prstGeom>
          <a:solidFill>
            <a:schemeClr val="bg2"/>
          </a:solidFill>
          <a:ln w="12700">
            <a:solidFill>
              <a:schemeClr val="bg2"/>
            </a:solidFill>
            <a:prstDash val="solid"/>
          </a:ln>
        </p:spPr>
      </p:sp>
      <p:sp>
        <p:nvSpPr>
          <p:cNvPr id="9" name="Text 6">
            <a:extLst>
              <a:ext uri="{FF2B5EF4-FFF2-40B4-BE49-F238E27FC236}">
                <a16:creationId xmlns:a16="http://schemas.microsoft.com/office/drawing/2014/main" id="{9A4131E2-995E-CA63-945A-5BFB786C4173}"/>
              </a:ext>
            </a:extLst>
          </p:cNvPr>
          <p:cNvSpPr txBox="1"/>
          <p:nvPr/>
        </p:nvSpPr>
        <p:spPr>
          <a:xfrm>
            <a:off x="1213601" y="1828800"/>
            <a:ext cx="2057400" cy="1280160"/>
          </a:xfrm>
          <a:prstGeom prst="rect">
            <a:avLst/>
          </a:prstGeom>
          <a:noFill/>
          <a:ln/>
        </p:spPr>
        <p:txBody>
          <a:bodyPr wrap="square" lIns="0" tIns="0" rIns="0" bIns="0" rtlCol="0" anchor="ctr"/>
          <a:lstStyle/>
          <a:p>
            <a:pPr marL="0" indent="0">
              <a:buNone/>
            </a:pPr>
            <a:r>
              <a:rPr lang="en-US" sz="6600" b="1" dirty="0">
                <a:solidFill>
                  <a:schemeClr val="accent2"/>
                </a:solidFill>
                <a:latin typeface="Cambria" pitchFamily="34" charset="0"/>
                <a:ea typeface="Cambria" pitchFamily="34" charset="-122"/>
                <a:cs typeface="Cambria" pitchFamily="34" charset="-120"/>
              </a:rPr>
              <a:t>1</a:t>
            </a:r>
            <a:endParaRPr lang="en-US" sz="6600" dirty="0"/>
          </a:p>
        </p:txBody>
      </p:sp>
      <p:sp>
        <p:nvSpPr>
          <p:cNvPr id="10" name="Text 7">
            <a:extLst>
              <a:ext uri="{FF2B5EF4-FFF2-40B4-BE49-F238E27FC236}">
                <a16:creationId xmlns:a16="http://schemas.microsoft.com/office/drawing/2014/main" id="{63B41282-9851-EF99-BDFB-0F5CA06A93C6}"/>
              </a:ext>
            </a:extLst>
          </p:cNvPr>
          <p:cNvSpPr txBox="1"/>
          <p:nvPr/>
        </p:nvSpPr>
        <p:spPr>
          <a:xfrm>
            <a:off x="1213601" y="3291840"/>
            <a:ext cx="2057400" cy="731520"/>
          </a:xfrm>
          <a:prstGeom prst="rect">
            <a:avLst/>
          </a:prstGeom>
          <a:noFill/>
          <a:ln/>
        </p:spPr>
        <p:txBody>
          <a:bodyPr wrap="square" lIns="0" tIns="0" rIns="0" bIns="0" rtlCol="0" anchor="t"/>
          <a:lstStyle/>
          <a:p>
            <a:pPr marL="0" indent="0">
              <a:buNone/>
            </a:pPr>
            <a:r>
              <a:rPr lang="en-US" sz="2000" b="1" dirty="0">
                <a:solidFill>
                  <a:schemeClr val="tx2"/>
                </a:solidFill>
              </a:rPr>
              <a:t>Étude préalable</a:t>
            </a:r>
            <a:endParaRPr lang="en-US" sz="2000" dirty="0"/>
          </a:p>
        </p:txBody>
      </p:sp>
      <p:sp>
        <p:nvSpPr>
          <p:cNvPr id="11" name="Text 8">
            <a:extLst>
              <a:ext uri="{FF2B5EF4-FFF2-40B4-BE49-F238E27FC236}">
                <a16:creationId xmlns:a16="http://schemas.microsoft.com/office/drawing/2014/main" id="{48CB2DD3-AFCF-724E-FE98-2B155AC27266}"/>
              </a:ext>
            </a:extLst>
          </p:cNvPr>
          <p:cNvSpPr txBox="1"/>
          <p:nvPr/>
        </p:nvSpPr>
        <p:spPr>
          <a:xfrm>
            <a:off x="1213601" y="4069080"/>
            <a:ext cx="2057400" cy="1554480"/>
          </a:xfrm>
          <a:prstGeom prst="rect">
            <a:avLst/>
          </a:prstGeom>
          <a:noFill/>
          <a:ln/>
        </p:spPr>
        <p:txBody>
          <a:bodyPr wrap="square" lIns="0" tIns="0" rIns="0" bIns="0" rtlCol="0" anchor="t"/>
          <a:lstStyle/>
          <a:p>
            <a:pPr marL="0" indent="0">
              <a:buNone/>
            </a:pPr>
            <a:r>
              <a:rPr lang="en-US" sz="1400" dirty="0">
                <a:solidFill>
                  <a:schemeClr val="tx1"/>
                </a:solidFill>
              </a:rPr>
              <a:t>Société, existant, proposition de solution, solution retenue</a:t>
            </a:r>
            <a:endParaRPr lang="en-US" sz="1400" dirty="0"/>
          </a:p>
        </p:txBody>
      </p:sp>
      <p:sp>
        <p:nvSpPr>
          <p:cNvPr id="12" name="Card Étude détaillée">
            <a:extLst>
              <a:ext uri="{FF2B5EF4-FFF2-40B4-BE49-F238E27FC236}">
                <a16:creationId xmlns:a16="http://schemas.microsoft.com/office/drawing/2014/main" id="{AC65A4F6-04EA-CCAF-E007-3426B7DFA8D2}"/>
              </a:ext>
            </a:extLst>
          </p:cNvPr>
          <p:cNvSpPr/>
          <p:nvPr/>
        </p:nvSpPr>
        <p:spPr>
          <a:xfrm>
            <a:off x="4668543" y="1645920"/>
            <a:ext cx="2606040" cy="4206240"/>
          </a:xfrm>
          <a:prstGeom prst="roundRect">
            <a:avLst>
              <a:gd name="adj" fmla="val 4211"/>
            </a:avLst>
          </a:prstGeom>
          <a:solidFill>
            <a:schemeClr val="bg2"/>
          </a:solidFill>
          <a:ln w="12700">
            <a:solidFill>
              <a:schemeClr val="bg2"/>
            </a:solidFill>
            <a:prstDash val="solid"/>
          </a:ln>
        </p:spPr>
      </p:sp>
      <p:sp>
        <p:nvSpPr>
          <p:cNvPr id="13" name="Text 10">
            <a:extLst>
              <a:ext uri="{FF2B5EF4-FFF2-40B4-BE49-F238E27FC236}">
                <a16:creationId xmlns:a16="http://schemas.microsoft.com/office/drawing/2014/main" id="{7F29F1D6-F797-1418-A425-C69F34D7BAB4}"/>
              </a:ext>
            </a:extLst>
          </p:cNvPr>
          <p:cNvSpPr txBox="1"/>
          <p:nvPr/>
        </p:nvSpPr>
        <p:spPr>
          <a:xfrm>
            <a:off x="4942863" y="1828800"/>
            <a:ext cx="2057400" cy="1280160"/>
          </a:xfrm>
          <a:prstGeom prst="rect">
            <a:avLst/>
          </a:prstGeom>
          <a:noFill/>
          <a:ln/>
        </p:spPr>
        <p:txBody>
          <a:bodyPr wrap="square" lIns="0" tIns="0" rIns="0" bIns="0" rtlCol="0" anchor="ctr"/>
          <a:lstStyle/>
          <a:p>
            <a:pPr marL="0" indent="0">
              <a:buNone/>
            </a:pPr>
            <a:r>
              <a:rPr lang="en-US" sz="6600" b="1" dirty="0">
                <a:solidFill>
                  <a:schemeClr val="accent2"/>
                </a:solidFill>
                <a:latin typeface="Cambria" pitchFamily="34" charset="0"/>
                <a:ea typeface="Cambria" pitchFamily="34" charset="-122"/>
                <a:cs typeface="Cambria" pitchFamily="34" charset="-120"/>
              </a:rPr>
              <a:t>2</a:t>
            </a:r>
            <a:endParaRPr lang="en-US" sz="6600" dirty="0"/>
          </a:p>
        </p:txBody>
      </p:sp>
      <p:sp>
        <p:nvSpPr>
          <p:cNvPr id="14" name="Text 11">
            <a:extLst>
              <a:ext uri="{FF2B5EF4-FFF2-40B4-BE49-F238E27FC236}">
                <a16:creationId xmlns:a16="http://schemas.microsoft.com/office/drawing/2014/main" id="{7CDBE593-B4B6-8F60-64F8-491FF8830077}"/>
              </a:ext>
            </a:extLst>
          </p:cNvPr>
          <p:cNvSpPr txBox="1"/>
          <p:nvPr/>
        </p:nvSpPr>
        <p:spPr>
          <a:xfrm>
            <a:off x="4942863" y="3291840"/>
            <a:ext cx="2057400" cy="731520"/>
          </a:xfrm>
          <a:prstGeom prst="rect">
            <a:avLst/>
          </a:prstGeom>
          <a:noFill/>
          <a:ln/>
        </p:spPr>
        <p:txBody>
          <a:bodyPr wrap="square" lIns="0" tIns="0" rIns="0" bIns="0" rtlCol="0" anchor="t"/>
          <a:lstStyle/>
          <a:p>
            <a:pPr marL="0" indent="0">
              <a:buNone/>
            </a:pPr>
            <a:r>
              <a:rPr lang="en-US" sz="2000" b="1" dirty="0">
                <a:solidFill>
                  <a:schemeClr val="tx2"/>
                </a:solidFill>
              </a:rPr>
              <a:t>Étude détaillée</a:t>
            </a:r>
            <a:endParaRPr lang="en-US" sz="2000" dirty="0"/>
          </a:p>
        </p:txBody>
      </p:sp>
      <p:sp>
        <p:nvSpPr>
          <p:cNvPr id="15" name="Text 12">
            <a:extLst>
              <a:ext uri="{FF2B5EF4-FFF2-40B4-BE49-F238E27FC236}">
                <a16:creationId xmlns:a16="http://schemas.microsoft.com/office/drawing/2014/main" id="{3E9936D9-D339-BCF8-370A-06AEE8C1D2C4}"/>
              </a:ext>
            </a:extLst>
          </p:cNvPr>
          <p:cNvSpPr txBox="1"/>
          <p:nvPr/>
        </p:nvSpPr>
        <p:spPr>
          <a:xfrm>
            <a:off x="4942863" y="4069080"/>
            <a:ext cx="2057400" cy="1554480"/>
          </a:xfrm>
          <a:prstGeom prst="rect">
            <a:avLst/>
          </a:prstGeom>
          <a:noFill/>
          <a:ln/>
        </p:spPr>
        <p:txBody>
          <a:bodyPr wrap="square" lIns="0" tIns="0" rIns="0" bIns="0" rtlCol="0" anchor="t"/>
          <a:lstStyle/>
          <a:p>
            <a:pPr marL="0" indent="0">
              <a:buNone/>
            </a:pPr>
            <a:r>
              <a:rPr lang="en-US" sz="1400" dirty="0">
                <a:solidFill>
                  <a:schemeClr val="tx1"/>
                </a:solidFill>
              </a:rPr>
              <a:t>Diagrammes UML : cas d'utilisation, séquence, activité, classes</a:t>
            </a:r>
            <a:endParaRPr lang="en-US" sz="1400" dirty="0"/>
          </a:p>
        </p:txBody>
      </p:sp>
      <p:sp>
        <p:nvSpPr>
          <p:cNvPr id="16" name="Card Réalisation">
            <a:extLst>
              <a:ext uri="{FF2B5EF4-FFF2-40B4-BE49-F238E27FC236}">
                <a16:creationId xmlns:a16="http://schemas.microsoft.com/office/drawing/2014/main" id="{C8FC13BB-2357-AC27-628C-E9F3F8EC383F}"/>
              </a:ext>
            </a:extLst>
          </p:cNvPr>
          <p:cNvSpPr/>
          <p:nvPr/>
        </p:nvSpPr>
        <p:spPr>
          <a:xfrm>
            <a:off x="8397805" y="1671438"/>
            <a:ext cx="2606040" cy="4206240"/>
          </a:xfrm>
          <a:prstGeom prst="roundRect">
            <a:avLst>
              <a:gd name="adj" fmla="val 4211"/>
            </a:avLst>
          </a:prstGeom>
          <a:solidFill>
            <a:schemeClr val="tx2"/>
          </a:solidFill>
          <a:ln w="12700">
            <a:solidFill>
              <a:schemeClr val="tx2"/>
            </a:solidFill>
            <a:prstDash val="solid"/>
          </a:ln>
        </p:spPr>
      </p:sp>
      <p:sp>
        <p:nvSpPr>
          <p:cNvPr id="17" name="Text 14">
            <a:extLst>
              <a:ext uri="{FF2B5EF4-FFF2-40B4-BE49-F238E27FC236}">
                <a16:creationId xmlns:a16="http://schemas.microsoft.com/office/drawing/2014/main" id="{26639AE5-FD76-B3D9-4D4A-0401B0448A97}"/>
              </a:ext>
            </a:extLst>
          </p:cNvPr>
          <p:cNvSpPr txBox="1"/>
          <p:nvPr/>
        </p:nvSpPr>
        <p:spPr>
          <a:xfrm>
            <a:off x="8672125" y="1854318"/>
            <a:ext cx="2057400" cy="1280160"/>
          </a:xfrm>
          <a:prstGeom prst="rect">
            <a:avLst/>
          </a:prstGeom>
          <a:noFill/>
          <a:ln/>
        </p:spPr>
        <p:txBody>
          <a:bodyPr wrap="square" lIns="0" tIns="0" rIns="0" bIns="0" rtlCol="0" anchor="ctr"/>
          <a:lstStyle/>
          <a:p>
            <a:pPr marL="0" indent="0">
              <a:buNone/>
            </a:pPr>
            <a:r>
              <a:rPr lang="en-US" sz="6600" b="1" dirty="0">
                <a:solidFill>
                  <a:schemeClr val="accent1"/>
                </a:solidFill>
                <a:latin typeface="Cambria" pitchFamily="34" charset="0"/>
                <a:ea typeface="Cambria" pitchFamily="34" charset="-122"/>
                <a:cs typeface="Cambria" pitchFamily="34" charset="-120"/>
              </a:rPr>
              <a:t>3</a:t>
            </a:r>
            <a:endParaRPr lang="en-US" sz="6600" dirty="0"/>
          </a:p>
        </p:txBody>
      </p:sp>
      <p:sp>
        <p:nvSpPr>
          <p:cNvPr id="18" name="Text 15">
            <a:extLst>
              <a:ext uri="{FF2B5EF4-FFF2-40B4-BE49-F238E27FC236}">
                <a16:creationId xmlns:a16="http://schemas.microsoft.com/office/drawing/2014/main" id="{82607A12-3B12-4372-D43B-B5A06B86CB42}"/>
              </a:ext>
            </a:extLst>
          </p:cNvPr>
          <p:cNvSpPr txBox="1"/>
          <p:nvPr/>
        </p:nvSpPr>
        <p:spPr>
          <a:xfrm>
            <a:off x="8672125" y="3317358"/>
            <a:ext cx="2057400" cy="731520"/>
          </a:xfrm>
          <a:prstGeom prst="rect">
            <a:avLst/>
          </a:prstGeom>
          <a:noFill/>
          <a:ln/>
        </p:spPr>
        <p:txBody>
          <a:bodyPr wrap="square" lIns="0" tIns="0" rIns="0" bIns="0" rtlCol="0" anchor="t"/>
          <a:lstStyle/>
          <a:p>
            <a:pPr marL="0" indent="0">
              <a:buNone/>
            </a:pPr>
            <a:r>
              <a:rPr lang="en-US" sz="2000" b="1" dirty="0">
                <a:solidFill>
                  <a:schemeClr val="bg1"/>
                </a:solidFill>
              </a:rPr>
              <a:t>Réalisation</a:t>
            </a:r>
            <a:endParaRPr lang="en-US" sz="2000" dirty="0"/>
          </a:p>
        </p:txBody>
      </p:sp>
      <p:sp>
        <p:nvSpPr>
          <p:cNvPr id="19" name="Text 16">
            <a:extLst>
              <a:ext uri="{FF2B5EF4-FFF2-40B4-BE49-F238E27FC236}">
                <a16:creationId xmlns:a16="http://schemas.microsoft.com/office/drawing/2014/main" id="{D16250C6-A678-661C-FD91-9BDDB360E2C3}"/>
              </a:ext>
            </a:extLst>
          </p:cNvPr>
          <p:cNvSpPr txBox="1"/>
          <p:nvPr/>
        </p:nvSpPr>
        <p:spPr>
          <a:xfrm>
            <a:off x="8672125" y="4094598"/>
            <a:ext cx="2057400" cy="1554480"/>
          </a:xfrm>
          <a:prstGeom prst="rect">
            <a:avLst/>
          </a:prstGeom>
          <a:noFill/>
          <a:ln/>
        </p:spPr>
        <p:txBody>
          <a:bodyPr wrap="square" lIns="0" tIns="0" rIns="0" bIns="0" rtlCol="0" anchor="t"/>
          <a:lstStyle/>
          <a:p>
            <a:pPr marL="0" indent="0">
              <a:buNone/>
            </a:pPr>
            <a:r>
              <a:rPr lang="en-US" sz="1400" dirty="0">
                <a:solidFill>
                  <a:schemeClr val="bg1"/>
                </a:solidFill>
              </a:rPr>
              <a:t>Démonstration de l'application</a:t>
            </a:r>
            <a:endParaRPr lang="en-US" sz="1400" dirty="0"/>
          </a:p>
        </p:txBody>
      </p:sp>
      <p:sp>
        <p:nvSpPr>
          <p:cNvPr id="25" name="Slide Number Placeholder 0">
            <a:extLst>
              <a:ext uri="{FF2B5EF4-FFF2-40B4-BE49-F238E27FC236}">
                <a16:creationId xmlns:a16="http://schemas.microsoft.com/office/drawing/2014/main" id="{BE64E834-A032-3FD9-7968-EDD737226509}"/>
              </a:ext>
            </a:extLst>
          </p:cNvPr>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1"/>
                </a:solidFill>
              </a:defRPr>
            </a:lvl1pPr>
          </a:lstStyle>
          <a:p>
            <a:pPr algn="r"/>
            <a:r>
              <a:rPr lang="en-US" dirty="0"/>
              <a:t>3</a:t>
            </a:r>
          </a:p>
        </p:txBody>
      </p:sp>
    </p:spTree>
    <p:extLst>
      <p:ext uri="{BB962C8B-B14F-4D97-AF65-F5344CB8AC3E}">
        <p14:creationId xmlns:p14="http://schemas.microsoft.com/office/powerpoint/2010/main" val="17330506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mph" presetSubtype="0" fill="hold" grpId="0" nodeType="clickEffect">
                                  <p:stCondLst>
                                    <p:cond delay="0"/>
                                  </p:stCondLst>
                                  <p:childTnLst>
                                    <p:animClr clrSpc="hsl" dir="cw">
                                      <p:cBhvr override="childStyle">
                                        <p:cTn id="6" dur="500" fill="hold"/>
                                        <p:tgtEl>
                                          <p:spTgt spid="9"/>
                                        </p:tgtEl>
                                        <p:attrNameLst>
                                          <p:attrName>style.color</p:attrName>
                                        </p:attrNameLst>
                                      </p:cBhvr>
                                      <p:by>
                                        <p:hsl h="0" s="-12549" l="-25098"/>
                                      </p:by>
                                    </p:animClr>
                                    <p:animClr clrSpc="hsl" dir="cw">
                                      <p:cBhvr>
                                        <p:cTn id="7" dur="500" fill="hold"/>
                                        <p:tgtEl>
                                          <p:spTgt spid="9"/>
                                        </p:tgtEl>
                                        <p:attrNameLst>
                                          <p:attrName>fillcolor</p:attrName>
                                        </p:attrNameLst>
                                      </p:cBhvr>
                                      <p:by>
                                        <p:hsl h="0" s="-12549" l="-25098"/>
                                      </p:by>
                                    </p:animClr>
                                    <p:animClr clrSpc="hsl" dir="cw">
                                      <p:cBhvr>
                                        <p:cTn id="8" dur="500" fill="hold"/>
                                        <p:tgtEl>
                                          <p:spTgt spid="9"/>
                                        </p:tgtEl>
                                        <p:attrNameLst>
                                          <p:attrName>stroke.color</p:attrName>
                                        </p:attrNameLst>
                                      </p:cBhvr>
                                      <p:by>
                                        <p:hsl h="0" s="-12549" l="-25098"/>
                                      </p:by>
                                    </p:animClr>
                                    <p:set>
                                      <p:cBhvr>
                                        <p:cTn id="9" dur="500" fill="hold"/>
                                        <p:tgtEl>
                                          <p:spTgt spid="9"/>
                                        </p:tgtEl>
                                        <p:attrNameLst>
                                          <p:attrName>fill.type</p:attrName>
                                        </p:attrNameLst>
                                      </p:cBhvr>
                                      <p:to>
                                        <p:strVal val="solid"/>
                                      </p:to>
                                    </p:set>
                                  </p:childTnLst>
                                </p:cTn>
                              </p:par>
                              <p:par>
                                <p:cTn id="10" presetID="24" presetClass="emph" presetSubtype="0" fill="hold" grpId="0" nodeType="withEffect">
                                  <p:stCondLst>
                                    <p:cond delay="0"/>
                                  </p:stCondLst>
                                  <p:childTnLst>
                                    <p:animClr clrSpc="hsl" dir="cw">
                                      <p:cBhvr override="childStyle">
                                        <p:cTn id="11" dur="500" fill="hold"/>
                                        <p:tgtEl>
                                          <p:spTgt spid="10"/>
                                        </p:tgtEl>
                                        <p:attrNameLst>
                                          <p:attrName>style.color</p:attrName>
                                        </p:attrNameLst>
                                      </p:cBhvr>
                                      <p:by>
                                        <p:hsl h="0" s="-12549" l="-25098"/>
                                      </p:by>
                                    </p:animClr>
                                    <p:animClr clrSpc="hsl" dir="cw">
                                      <p:cBhvr>
                                        <p:cTn id="12" dur="500" fill="hold"/>
                                        <p:tgtEl>
                                          <p:spTgt spid="10"/>
                                        </p:tgtEl>
                                        <p:attrNameLst>
                                          <p:attrName>fillcolor</p:attrName>
                                        </p:attrNameLst>
                                      </p:cBhvr>
                                      <p:by>
                                        <p:hsl h="0" s="-12549" l="-25098"/>
                                      </p:by>
                                    </p:animClr>
                                    <p:animClr clrSpc="hsl" dir="cw">
                                      <p:cBhvr>
                                        <p:cTn id="13" dur="500" fill="hold"/>
                                        <p:tgtEl>
                                          <p:spTgt spid="10"/>
                                        </p:tgtEl>
                                        <p:attrNameLst>
                                          <p:attrName>stroke.color</p:attrName>
                                        </p:attrNameLst>
                                      </p:cBhvr>
                                      <p:by>
                                        <p:hsl h="0" s="-12549" l="-25098"/>
                                      </p:by>
                                    </p:animClr>
                                    <p:set>
                                      <p:cBhvr>
                                        <p:cTn id="14" dur="500" fill="hold"/>
                                        <p:tgtEl>
                                          <p:spTgt spid="10"/>
                                        </p:tgtEl>
                                        <p:attrNameLst>
                                          <p:attrName>fill.type</p:attrName>
                                        </p:attrNameLst>
                                      </p:cBhvr>
                                      <p:to>
                                        <p:strVal val="solid"/>
                                      </p:to>
                                    </p:set>
                                  </p:childTnLst>
                                </p:cTn>
                              </p:par>
                              <p:par>
                                <p:cTn id="15" presetID="24" presetClass="emph" presetSubtype="0" fill="hold" grpId="0" nodeType="withEffect">
                                  <p:stCondLst>
                                    <p:cond delay="0"/>
                                  </p:stCondLst>
                                  <p:childTnLst>
                                    <p:animClr clrSpc="hsl" dir="cw">
                                      <p:cBhvr override="childStyle">
                                        <p:cTn id="16" dur="500" fill="hold"/>
                                        <p:tgtEl>
                                          <p:spTgt spid="11"/>
                                        </p:tgtEl>
                                        <p:attrNameLst>
                                          <p:attrName>style.color</p:attrName>
                                        </p:attrNameLst>
                                      </p:cBhvr>
                                      <p:by>
                                        <p:hsl h="0" s="-12549" l="-25098"/>
                                      </p:by>
                                    </p:animClr>
                                    <p:animClr clrSpc="hsl" dir="cw">
                                      <p:cBhvr>
                                        <p:cTn id="17" dur="500" fill="hold"/>
                                        <p:tgtEl>
                                          <p:spTgt spid="11"/>
                                        </p:tgtEl>
                                        <p:attrNameLst>
                                          <p:attrName>fillcolor</p:attrName>
                                        </p:attrNameLst>
                                      </p:cBhvr>
                                      <p:by>
                                        <p:hsl h="0" s="-12549" l="-25098"/>
                                      </p:by>
                                    </p:animClr>
                                    <p:animClr clrSpc="hsl" dir="cw">
                                      <p:cBhvr>
                                        <p:cTn id="18" dur="500" fill="hold"/>
                                        <p:tgtEl>
                                          <p:spTgt spid="11"/>
                                        </p:tgtEl>
                                        <p:attrNameLst>
                                          <p:attrName>stroke.color</p:attrName>
                                        </p:attrNameLst>
                                      </p:cBhvr>
                                      <p:by>
                                        <p:hsl h="0" s="-12549" l="-25098"/>
                                      </p:by>
                                    </p:animClr>
                                    <p:set>
                                      <p:cBhvr>
                                        <p:cTn id="19" dur="500" fill="hold"/>
                                        <p:tgtEl>
                                          <p:spTgt spid="11"/>
                                        </p:tgtEl>
                                        <p:attrNameLst>
                                          <p:attrName>fill.type</p:attrName>
                                        </p:attrNameLst>
                                      </p:cBhvr>
                                      <p:to>
                                        <p:strVal val="solid"/>
                                      </p:to>
                                    </p:set>
                                  </p:childTnLst>
                                </p:cTn>
                              </p:par>
                              <p:par>
                                <p:cTn id="20" presetID="24" presetClass="emph" presetSubtype="0" fill="hold" nodeType="withEffect">
                                  <p:stCondLst>
                                    <p:cond delay="0"/>
                                  </p:stCondLst>
                                  <p:childTnLst>
                                    <p:animClr clrSpc="hsl" dir="cw">
                                      <p:cBhvr override="childStyle">
                                        <p:cTn id="21" dur="500" fill="hold"/>
                                        <p:tgtEl>
                                          <p:spTgt spid="8"/>
                                        </p:tgtEl>
                                        <p:attrNameLst>
                                          <p:attrName>style.color</p:attrName>
                                        </p:attrNameLst>
                                      </p:cBhvr>
                                      <p:by>
                                        <p:hsl h="0" s="-12549" l="-25098"/>
                                      </p:by>
                                    </p:animClr>
                                    <p:animClr clrSpc="hsl" dir="cw">
                                      <p:cBhvr>
                                        <p:cTn id="22" dur="500" fill="hold"/>
                                        <p:tgtEl>
                                          <p:spTgt spid="8"/>
                                        </p:tgtEl>
                                        <p:attrNameLst>
                                          <p:attrName>fillcolor</p:attrName>
                                        </p:attrNameLst>
                                      </p:cBhvr>
                                      <p:by>
                                        <p:hsl h="0" s="-12549" l="-25098"/>
                                      </p:by>
                                    </p:animClr>
                                    <p:animClr clrSpc="hsl" dir="cw">
                                      <p:cBhvr>
                                        <p:cTn id="23" dur="500" fill="hold"/>
                                        <p:tgtEl>
                                          <p:spTgt spid="8"/>
                                        </p:tgtEl>
                                        <p:attrNameLst>
                                          <p:attrName>stroke.color</p:attrName>
                                        </p:attrNameLst>
                                      </p:cBhvr>
                                      <p:by>
                                        <p:hsl h="0" s="-12549" l="-25098"/>
                                      </p:by>
                                    </p:animClr>
                                    <p:set>
                                      <p:cBhvr>
                                        <p:cTn id="24" dur="500" fill="hold"/>
                                        <p:tgtEl>
                                          <p:spTgt spid="8"/>
                                        </p:tgtEl>
                                        <p:attrNameLst>
                                          <p:attrName>fill.type</p:attrName>
                                        </p:attrNameLst>
                                      </p:cBhvr>
                                      <p:to>
                                        <p:strVal val="solid"/>
                                      </p:to>
                                    </p:set>
                                  </p:childTnLst>
                                </p:cTn>
                              </p:par>
                            </p:childTnLst>
                          </p:cTn>
                        </p:par>
                      </p:childTnLst>
                    </p:cTn>
                  </p:par>
                  <p:par>
                    <p:cTn id="25" fill="hold">
                      <p:stCondLst>
                        <p:cond delay="indefinite"/>
                      </p:stCondLst>
                      <p:childTnLst>
                        <p:par>
                          <p:cTn id="26" fill="hold">
                            <p:stCondLst>
                              <p:cond delay="0"/>
                            </p:stCondLst>
                            <p:childTnLst>
                              <p:par>
                                <p:cTn id="27" presetID="24" presetClass="emph" presetSubtype="0" fill="hold" grpId="0" nodeType="clickEffect">
                                  <p:stCondLst>
                                    <p:cond delay="0"/>
                                  </p:stCondLst>
                                  <p:childTnLst>
                                    <p:animClr clrSpc="hsl" dir="cw">
                                      <p:cBhvr override="childStyle">
                                        <p:cTn id="28" dur="500" fill="hold"/>
                                        <p:tgtEl>
                                          <p:spTgt spid="13"/>
                                        </p:tgtEl>
                                        <p:attrNameLst>
                                          <p:attrName>style.color</p:attrName>
                                        </p:attrNameLst>
                                      </p:cBhvr>
                                      <p:by>
                                        <p:hsl h="0" s="-12549" l="-25098"/>
                                      </p:by>
                                    </p:animClr>
                                    <p:animClr clrSpc="hsl" dir="cw">
                                      <p:cBhvr>
                                        <p:cTn id="29" dur="500" fill="hold"/>
                                        <p:tgtEl>
                                          <p:spTgt spid="13"/>
                                        </p:tgtEl>
                                        <p:attrNameLst>
                                          <p:attrName>fillcolor</p:attrName>
                                        </p:attrNameLst>
                                      </p:cBhvr>
                                      <p:by>
                                        <p:hsl h="0" s="-12549" l="-25098"/>
                                      </p:by>
                                    </p:animClr>
                                    <p:animClr clrSpc="hsl" dir="cw">
                                      <p:cBhvr>
                                        <p:cTn id="30" dur="500" fill="hold"/>
                                        <p:tgtEl>
                                          <p:spTgt spid="13"/>
                                        </p:tgtEl>
                                        <p:attrNameLst>
                                          <p:attrName>stroke.color</p:attrName>
                                        </p:attrNameLst>
                                      </p:cBhvr>
                                      <p:by>
                                        <p:hsl h="0" s="-12549" l="-25098"/>
                                      </p:by>
                                    </p:animClr>
                                    <p:set>
                                      <p:cBhvr>
                                        <p:cTn id="31" dur="500" fill="hold"/>
                                        <p:tgtEl>
                                          <p:spTgt spid="13"/>
                                        </p:tgtEl>
                                        <p:attrNameLst>
                                          <p:attrName>fill.type</p:attrName>
                                        </p:attrNameLst>
                                      </p:cBhvr>
                                      <p:to>
                                        <p:strVal val="solid"/>
                                      </p:to>
                                    </p:set>
                                  </p:childTnLst>
                                </p:cTn>
                              </p:par>
                              <p:par>
                                <p:cTn id="32" presetID="24" presetClass="emph" presetSubtype="0" fill="hold" grpId="0" nodeType="withEffect">
                                  <p:stCondLst>
                                    <p:cond delay="0"/>
                                  </p:stCondLst>
                                  <p:childTnLst>
                                    <p:animClr clrSpc="hsl" dir="cw">
                                      <p:cBhvr override="childStyle">
                                        <p:cTn id="33" dur="500" fill="hold"/>
                                        <p:tgtEl>
                                          <p:spTgt spid="14"/>
                                        </p:tgtEl>
                                        <p:attrNameLst>
                                          <p:attrName>style.color</p:attrName>
                                        </p:attrNameLst>
                                      </p:cBhvr>
                                      <p:by>
                                        <p:hsl h="0" s="-12549" l="-25098"/>
                                      </p:by>
                                    </p:animClr>
                                    <p:animClr clrSpc="hsl" dir="cw">
                                      <p:cBhvr>
                                        <p:cTn id="34" dur="500" fill="hold"/>
                                        <p:tgtEl>
                                          <p:spTgt spid="14"/>
                                        </p:tgtEl>
                                        <p:attrNameLst>
                                          <p:attrName>fillcolor</p:attrName>
                                        </p:attrNameLst>
                                      </p:cBhvr>
                                      <p:by>
                                        <p:hsl h="0" s="-12549" l="-25098"/>
                                      </p:by>
                                    </p:animClr>
                                    <p:animClr clrSpc="hsl" dir="cw">
                                      <p:cBhvr>
                                        <p:cTn id="35" dur="500" fill="hold"/>
                                        <p:tgtEl>
                                          <p:spTgt spid="14"/>
                                        </p:tgtEl>
                                        <p:attrNameLst>
                                          <p:attrName>stroke.color</p:attrName>
                                        </p:attrNameLst>
                                      </p:cBhvr>
                                      <p:by>
                                        <p:hsl h="0" s="-12549" l="-25098"/>
                                      </p:by>
                                    </p:animClr>
                                    <p:set>
                                      <p:cBhvr>
                                        <p:cTn id="36" dur="500" fill="hold"/>
                                        <p:tgtEl>
                                          <p:spTgt spid="14"/>
                                        </p:tgtEl>
                                        <p:attrNameLst>
                                          <p:attrName>fill.type</p:attrName>
                                        </p:attrNameLst>
                                      </p:cBhvr>
                                      <p:to>
                                        <p:strVal val="solid"/>
                                      </p:to>
                                    </p:set>
                                  </p:childTnLst>
                                </p:cTn>
                              </p:par>
                              <p:par>
                                <p:cTn id="37" presetID="24" presetClass="emph" presetSubtype="0" fill="hold" grpId="0" nodeType="withEffect">
                                  <p:stCondLst>
                                    <p:cond delay="0"/>
                                  </p:stCondLst>
                                  <p:childTnLst>
                                    <p:animClr clrSpc="hsl" dir="cw">
                                      <p:cBhvr override="childStyle">
                                        <p:cTn id="38" dur="500" fill="hold"/>
                                        <p:tgtEl>
                                          <p:spTgt spid="15"/>
                                        </p:tgtEl>
                                        <p:attrNameLst>
                                          <p:attrName>style.color</p:attrName>
                                        </p:attrNameLst>
                                      </p:cBhvr>
                                      <p:by>
                                        <p:hsl h="0" s="-12549" l="-25098"/>
                                      </p:by>
                                    </p:animClr>
                                    <p:animClr clrSpc="hsl" dir="cw">
                                      <p:cBhvr>
                                        <p:cTn id="39" dur="500" fill="hold"/>
                                        <p:tgtEl>
                                          <p:spTgt spid="15"/>
                                        </p:tgtEl>
                                        <p:attrNameLst>
                                          <p:attrName>fillcolor</p:attrName>
                                        </p:attrNameLst>
                                      </p:cBhvr>
                                      <p:by>
                                        <p:hsl h="0" s="-12549" l="-25098"/>
                                      </p:by>
                                    </p:animClr>
                                    <p:animClr clrSpc="hsl" dir="cw">
                                      <p:cBhvr>
                                        <p:cTn id="40" dur="500" fill="hold"/>
                                        <p:tgtEl>
                                          <p:spTgt spid="15"/>
                                        </p:tgtEl>
                                        <p:attrNameLst>
                                          <p:attrName>stroke.color</p:attrName>
                                        </p:attrNameLst>
                                      </p:cBhvr>
                                      <p:by>
                                        <p:hsl h="0" s="-12549" l="-25098"/>
                                      </p:by>
                                    </p:animClr>
                                    <p:set>
                                      <p:cBhvr>
                                        <p:cTn id="41" dur="500" fill="hold"/>
                                        <p:tgtEl>
                                          <p:spTgt spid="15"/>
                                        </p:tgtEl>
                                        <p:attrNameLst>
                                          <p:attrName>fill.type</p:attrName>
                                        </p:attrNameLst>
                                      </p:cBhvr>
                                      <p:to>
                                        <p:strVal val="solid"/>
                                      </p:to>
                                    </p:set>
                                  </p:childTnLst>
                                </p:cTn>
                              </p:par>
                              <p:par>
                                <p:cTn id="42" presetID="24" presetClass="emph" presetSubtype="0" fill="hold" nodeType="withEffect">
                                  <p:stCondLst>
                                    <p:cond delay="0"/>
                                  </p:stCondLst>
                                  <p:childTnLst>
                                    <p:animClr clrSpc="hsl" dir="cw">
                                      <p:cBhvr override="childStyle">
                                        <p:cTn id="43" dur="500" fill="hold"/>
                                        <p:tgtEl>
                                          <p:spTgt spid="12"/>
                                        </p:tgtEl>
                                        <p:attrNameLst>
                                          <p:attrName>style.color</p:attrName>
                                        </p:attrNameLst>
                                      </p:cBhvr>
                                      <p:by>
                                        <p:hsl h="0" s="-12549" l="-25098"/>
                                      </p:by>
                                    </p:animClr>
                                    <p:animClr clrSpc="hsl" dir="cw">
                                      <p:cBhvr>
                                        <p:cTn id="44" dur="500" fill="hold"/>
                                        <p:tgtEl>
                                          <p:spTgt spid="12"/>
                                        </p:tgtEl>
                                        <p:attrNameLst>
                                          <p:attrName>fillcolor</p:attrName>
                                        </p:attrNameLst>
                                      </p:cBhvr>
                                      <p:by>
                                        <p:hsl h="0" s="-12549" l="-25098"/>
                                      </p:by>
                                    </p:animClr>
                                    <p:animClr clrSpc="hsl" dir="cw">
                                      <p:cBhvr>
                                        <p:cTn id="45" dur="500" fill="hold"/>
                                        <p:tgtEl>
                                          <p:spTgt spid="12"/>
                                        </p:tgtEl>
                                        <p:attrNameLst>
                                          <p:attrName>stroke.color</p:attrName>
                                        </p:attrNameLst>
                                      </p:cBhvr>
                                      <p:by>
                                        <p:hsl h="0" s="-12549" l="-25098"/>
                                      </p:by>
                                    </p:animClr>
                                    <p:set>
                                      <p:cBhvr>
                                        <p:cTn id="46" dur="500" fill="hold"/>
                                        <p:tgtEl>
                                          <p:spTgt spid="12"/>
                                        </p:tgtEl>
                                        <p:attrNameLst>
                                          <p:attrName>fill.type</p:attrName>
                                        </p:attrNameLst>
                                      </p:cBhvr>
                                      <p:to>
                                        <p:strVal val="solid"/>
                                      </p:to>
                                    </p:set>
                                  </p:childTnLst>
                                </p:cTn>
                              </p:par>
                            </p:childTnLst>
                          </p:cTn>
                        </p:par>
                      </p:childTnLst>
                    </p:cTn>
                  </p:par>
                  <p:par>
                    <p:cTn id="47" fill="hold">
                      <p:stCondLst>
                        <p:cond delay="indefinite"/>
                      </p:stCondLst>
                      <p:childTnLst>
                        <p:par>
                          <p:cTn id="48" fill="hold">
                            <p:stCondLst>
                              <p:cond delay="0"/>
                            </p:stCondLst>
                            <p:childTnLst>
                              <p:par>
                                <p:cTn id="49" presetID="30" presetClass="emph" presetSubtype="0" fill="hold" grpId="0" nodeType="clickEffect">
                                  <p:stCondLst>
                                    <p:cond delay="0"/>
                                  </p:stCondLst>
                                  <p:childTnLst>
                                    <p:animClr clrSpc="hsl" dir="cw">
                                      <p:cBhvr override="childStyle">
                                        <p:cTn id="50" dur="500" fill="hold"/>
                                        <p:tgtEl>
                                          <p:spTgt spid="17"/>
                                        </p:tgtEl>
                                        <p:attrNameLst>
                                          <p:attrName>style.color</p:attrName>
                                        </p:attrNameLst>
                                      </p:cBhvr>
                                      <p:by>
                                        <p:hsl h="0" s="12549" l="25098"/>
                                      </p:by>
                                    </p:animClr>
                                    <p:animClr clrSpc="hsl" dir="cw">
                                      <p:cBhvr>
                                        <p:cTn id="51" dur="500" fill="hold"/>
                                        <p:tgtEl>
                                          <p:spTgt spid="17"/>
                                        </p:tgtEl>
                                        <p:attrNameLst>
                                          <p:attrName>fillcolor</p:attrName>
                                        </p:attrNameLst>
                                      </p:cBhvr>
                                      <p:by>
                                        <p:hsl h="0" s="12549" l="25098"/>
                                      </p:by>
                                    </p:animClr>
                                    <p:animClr clrSpc="hsl" dir="cw">
                                      <p:cBhvr>
                                        <p:cTn id="52" dur="500" fill="hold"/>
                                        <p:tgtEl>
                                          <p:spTgt spid="17"/>
                                        </p:tgtEl>
                                        <p:attrNameLst>
                                          <p:attrName>stroke.color</p:attrName>
                                        </p:attrNameLst>
                                      </p:cBhvr>
                                      <p:by>
                                        <p:hsl h="0" s="12549" l="25098"/>
                                      </p:by>
                                    </p:animClr>
                                    <p:set>
                                      <p:cBhvr>
                                        <p:cTn id="53" dur="500" fill="hold"/>
                                        <p:tgtEl>
                                          <p:spTgt spid="17"/>
                                        </p:tgtEl>
                                        <p:attrNameLst>
                                          <p:attrName>fill.type</p:attrName>
                                        </p:attrNameLst>
                                      </p:cBhvr>
                                      <p:to>
                                        <p:strVal val="solid"/>
                                      </p:to>
                                    </p:set>
                                  </p:childTnLst>
                                </p:cTn>
                              </p:par>
                              <p:par>
                                <p:cTn id="54" presetID="30" presetClass="emph" presetSubtype="0" fill="hold" grpId="0" nodeType="withEffect">
                                  <p:stCondLst>
                                    <p:cond delay="0"/>
                                  </p:stCondLst>
                                  <p:childTnLst>
                                    <p:animClr clrSpc="hsl" dir="cw">
                                      <p:cBhvr override="childStyle">
                                        <p:cTn id="55" dur="500" fill="hold"/>
                                        <p:tgtEl>
                                          <p:spTgt spid="18"/>
                                        </p:tgtEl>
                                        <p:attrNameLst>
                                          <p:attrName>style.color</p:attrName>
                                        </p:attrNameLst>
                                      </p:cBhvr>
                                      <p:by>
                                        <p:hsl h="0" s="12549" l="25098"/>
                                      </p:by>
                                    </p:animClr>
                                    <p:animClr clrSpc="hsl" dir="cw">
                                      <p:cBhvr>
                                        <p:cTn id="56" dur="500" fill="hold"/>
                                        <p:tgtEl>
                                          <p:spTgt spid="18"/>
                                        </p:tgtEl>
                                        <p:attrNameLst>
                                          <p:attrName>fillcolor</p:attrName>
                                        </p:attrNameLst>
                                      </p:cBhvr>
                                      <p:by>
                                        <p:hsl h="0" s="12549" l="25098"/>
                                      </p:by>
                                    </p:animClr>
                                    <p:animClr clrSpc="hsl" dir="cw">
                                      <p:cBhvr>
                                        <p:cTn id="57" dur="500" fill="hold"/>
                                        <p:tgtEl>
                                          <p:spTgt spid="18"/>
                                        </p:tgtEl>
                                        <p:attrNameLst>
                                          <p:attrName>stroke.color</p:attrName>
                                        </p:attrNameLst>
                                      </p:cBhvr>
                                      <p:by>
                                        <p:hsl h="0" s="12549" l="25098"/>
                                      </p:by>
                                    </p:animClr>
                                    <p:set>
                                      <p:cBhvr>
                                        <p:cTn id="58" dur="500" fill="hold"/>
                                        <p:tgtEl>
                                          <p:spTgt spid="18"/>
                                        </p:tgtEl>
                                        <p:attrNameLst>
                                          <p:attrName>fill.type</p:attrName>
                                        </p:attrNameLst>
                                      </p:cBhvr>
                                      <p:to>
                                        <p:strVal val="solid"/>
                                      </p:to>
                                    </p:set>
                                  </p:childTnLst>
                                </p:cTn>
                              </p:par>
                              <p:par>
                                <p:cTn id="59" presetID="30" presetClass="emph" presetSubtype="0" fill="hold" grpId="0" nodeType="withEffect">
                                  <p:stCondLst>
                                    <p:cond delay="0"/>
                                  </p:stCondLst>
                                  <p:childTnLst>
                                    <p:animClr clrSpc="hsl" dir="cw">
                                      <p:cBhvr override="childStyle">
                                        <p:cTn id="60" dur="500" fill="hold"/>
                                        <p:tgtEl>
                                          <p:spTgt spid="19"/>
                                        </p:tgtEl>
                                        <p:attrNameLst>
                                          <p:attrName>style.color</p:attrName>
                                        </p:attrNameLst>
                                      </p:cBhvr>
                                      <p:by>
                                        <p:hsl h="0" s="12549" l="25098"/>
                                      </p:by>
                                    </p:animClr>
                                    <p:animClr clrSpc="hsl" dir="cw">
                                      <p:cBhvr>
                                        <p:cTn id="61" dur="500" fill="hold"/>
                                        <p:tgtEl>
                                          <p:spTgt spid="19"/>
                                        </p:tgtEl>
                                        <p:attrNameLst>
                                          <p:attrName>fillcolor</p:attrName>
                                        </p:attrNameLst>
                                      </p:cBhvr>
                                      <p:by>
                                        <p:hsl h="0" s="12549" l="25098"/>
                                      </p:by>
                                    </p:animClr>
                                    <p:animClr clrSpc="hsl" dir="cw">
                                      <p:cBhvr>
                                        <p:cTn id="62" dur="500" fill="hold"/>
                                        <p:tgtEl>
                                          <p:spTgt spid="19"/>
                                        </p:tgtEl>
                                        <p:attrNameLst>
                                          <p:attrName>stroke.color</p:attrName>
                                        </p:attrNameLst>
                                      </p:cBhvr>
                                      <p:by>
                                        <p:hsl h="0" s="12549" l="25098"/>
                                      </p:by>
                                    </p:animClr>
                                    <p:set>
                                      <p:cBhvr>
                                        <p:cTn id="63" dur="500" fill="hold"/>
                                        <p:tgtEl>
                                          <p:spTgt spid="19"/>
                                        </p:tgtEl>
                                        <p:attrNameLst>
                                          <p:attrName>fill.type</p:attrName>
                                        </p:attrNameLst>
                                      </p:cBhvr>
                                      <p:to>
                                        <p:strVal val="solid"/>
                                      </p:to>
                                    </p:set>
                                  </p:childTnLst>
                                </p:cTn>
                              </p:par>
                              <p:par>
                                <p:cTn id="64" presetID="30" presetClass="emph" presetSubtype="0" fill="hold" nodeType="withEffect">
                                  <p:stCondLst>
                                    <p:cond delay="0"/>
                                  </p:stCondLst>
                                  <p:childTnLst>
                                    <p:animClr clrSpc="hsl" dir="cw">
                                      <p:cBhvr override="childStyle">
                                        <p:cTn id="65" dur="500" fill="hold"/>
                                        <p:tgtEl>
                                          <p:spTgt spid="16"/>
                                        </p:tgtEl>
                                        <p:attrNameLst>
                                          <p:attrName>style.color</p:attrName>
                                        </p:attrNameLst>
                                      </p:cBhvr>
                                      <p:by>
                                        <p:hsl h="0" s="12549" l="25098"/>
                                      </p:by>
                                    </p:animClr>
                                    <p:animClr clrSpc="hsl" dir="cw">
                                      <p:cBhvr>
                                        <p:cTn id="66" dur="500" fill="hold"/>
                                        <p:tgtEl>
                                          <p:spTgt spid="16"/>
                                        </p:tgtEl>
                                        <p:attrNameLst>
                                          <p:attrName>fillcolor</p:attrName>
                                        </p:attrNameLst>
                                      </p:cBhvr>
                                      <p:by>
                                        <p:hsl h="0" s="12549" l="25098"/>
                                      </p:by>
                                    </p:animClr>
                                    <p:animClr clrSpc="hsl" dir="cw">
                                      <p:cBhvr>
                                        <p:cTn id="67" dur="500" fill="hold"/>
                                        <p:tgtEl>
                                          <p:spTgt spid="16"/>
                                        </p:tgtEl>
                                        <p:attrNameLst>
                                          <p:attrName>stroke.color</p:attrName>
                                        </p:attrNameLst>
                                      </p:cBhvr>
                                      <p:by>
                                        <p:hsl h="0" s="12549" l="25098"/>
                                      </p:by>
                                    </p:animClr>
                                    <p:set>
                                      <p:cBhvr>
                                        <p:cTn id="68" dur="500" fill="hold"/>
                                        <p:tgtEl>
                                          <p:spTgt spid="16"/>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3" grpId="0" animBg="1"/>
      <p:bldP spid="14" grpId="0" animBg="1"/>
      <p:bldP spid="15" grpId="0" animBg="1"/>
      <p:bldP spid="17" grpId="0" animBg="1"/>
      <p:bldP spid="18" grpId="0" animBg="1"/>
      <p:bldP spid="1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400" b="1" dirty="0">
                <a:solidFill>
                  <a:schemeClr val="tx2"/>
                </a:solidFill>
              </a:rPr>
              <a:t>AUXIMAD et son service AUXIASSUR</a:t>
            </a:r>
            <a:endParaRPr lang="en-US" sz="3400" dirty="0"/>
          </a:p>
        </p:txBody>
      </p:sp>
      <p:sp>
        <p:nvSpPr>
          <p:cNvPr id="4" name="Card 1902"/>
          <p:cNvSpPr/>
          <p:nvPr/>
        </p:nvSpPr>
        <p:spPr>
          <a:xfrm>
            <a:off x="548640" y="1645920"/>
            <a:ext cx="4480560" cy="1280160"/>
          </a:xfrm>
          <a:prstGeom prst="roundRect">
            <a:avLst>
              <a:gd name="adj" fmla="val 8571"/>
            </a:avLst>
          </a:prstGeom>
          <a:solidFill>
            <a:schemeClr val="bg2"/>
          </a:solidFill>
          <a:ln w="12700">
            <a:solidFill>
              <a:schemeClr val="bg2"/>
            </a:solidFill>
            <a:prstDash val="solid"/>
          </a:ln>
        </p:spPr>
      </p:sp>
      <p:sp>
        <p:nvSpPr>
          <p:cNvPr id="5" name="Text 2"/>
          <p:cNvSpPr txBox="1"/>
          <p:nvPr/>
        </p:nvSpPr>
        <p:spPr>
          <a:xfrm>
            <a:off x="777240" y="1645920"/>
            <a:ext cx="1737360" cy="1280160"/>
          </a:xfrm>
          <a:prstGeom prst="rect">
            <a:avLst/>
          </a:prstGeom>
          <a:noFill/>
          <a:ln/>
        </p:spPr>
        <p:txBody>
          <a:bodyPr wrap="square" lIns="0" tIns="0" rIns="0" bIns="0" rtlCol="0" anchor="ctr"/>
          <a:lstStyle/>
          <a:p>
            <a:pPr marL="0" indent="0">
              <a:buNone/>
            </a:pPr>
            <a:r>
              <a:rPr lang="en-US" sz="3600" b="1" dirty="0">
                <a:solidFill>
                  <a:schemeClr val="accent2"/>
                </a:solidFill>
                <a:latin typeface="Cambria" pitchFamily="34" charset="0"/>
                <a:ea typeface="Cambria" pitchFamily="34" charset="-122"/>
                <a:cs typeface="Cambria" pitchFamily="34" charset="-120"/>
              </a:rPr>
              <a:t>1902</a:t>
            </a:r>
            <a:endParaRPr lang="en-US" sz="3600" dirty="0"/>
          </a:p>
        </p:txBody>
      </p:sp>
      <p:sp>
        <p:nvSpPr>
          <p:cNvPr id="6" name="Text 3"/>
          <p:cNvSpPr txBox="1"/>
          <p:nvPr/>
        </p:nvSpPr>
        <p:spPr>
          <a:xfrm>
            <a:off x="2560320" y="1737360"/>
            <a:ext cx="2286000" cy="1097280"/>
          </a:xfrm>
          <a:prstGeom prst="rect">
            <a:avLst/>
          </a:prstGeom>
          <a:noFill/>
          <a:ln/>
        </p:spPr>
        <p:txBody>
          <a:bodyPr wrap="square" lIns="0" tIns="0" rIns="0" bIns="0" rtlCol="0" anchor="ctr"/>
          <a:lstStyle/>
          <a:p>
            <a:pPr marL="0" indent="0">
              <a:buNone/>
            </a:pPr>
            <a:r>
              <a:rPr lang="en-US" sz="1400" dirty="0">
                <a:solidFill>
                  <a:schemeClr val="tx1"/>
                </a:solidFill>
              </a:rPr>
              <a:t>Fondation du Wharf de Tamatave, à l'origine d'AUXIMAD</a:t>
            </a:r>
            <a:endParaRPr lang="en-US" sz="1400" dirty="0"/>
          </a:p>
        </p:txBody>
      </p:sp>
      <p:sp>
        <p:nvSpPr>
          <p:cNvPr id="7" name="Card 1952"/>
          <p:cNvSpPr/>
          <p:nvPr/>
        </p:nvSpPr>
        <p:spPr>
          <a:xfrm>
            <a:off x="548640" y="3108960"/>
            <a:ext cx="4480560" cy="1280160"/>
          </a:xfrm>
          <a:prstGeom prst="roundRect">
            <a:avLst>
              <a:gd name="adj" fmla="val 8571"/>
            </a:avLst>
          </a:prstGeom>
          <a:solidFill>
            <a:schemeClr val="bg2"/>
          </a:solidFill>
          <a:ln w="12700">
            <a:solidFill>
              <a:schemeClr val="bg2"/>
            </a:solidFill>
            <a:prstDash val="solid"/>
          </a:ln>
        </p:spPr>
      </p:sp>
      <p:sp>
        <p:nvSpPr>
          <p:cNvPr id="8" name="Text 5"/>
          <p:cNvSpPr txBox="1"/>
          <p:nvPr/>
        </p:nvSpPr>
        <p:spPr>
          <a:xfrm>
            <a:off x="777240" y="3108960"/>
            <a:ext cx="1737360" cy="1280160"/>
          </a:xfrm>
          <a:prstGeom prst="rect">
            <a:avLst/>
          </a:prstGeom>
          <a:noFill/>
          <a:ln/>
        </p:spPr>
        <p:txBody>
          <a:bodyPr wrap="square" lIns="0" tIns="0" rIns="0" bIns="0" rtlCol="0" anchor="ctr"/>
          <a:lstStyle/>
          <a:p>
            <a:pPr marL="0" indent="0">
              <a:buNone/>
            </a:pPr>
            <a:r>
              <a:rPr lang="en-US" sz="3600" b="1" dirty="0">
                <a:solidFill>
                  <a:schemeClr val="accent2"/>
                </a:solidFill>
                <a:latin typeface="Cambria" pitchFamily="34" charset="0"/>
                <a:ea typeface="Cambria" pitchFamily="34" charset="-122"/>
                <a:cs typeface="Cambria" pitchFamily="34" charset="-120"/>
              </a:rPr>
              <a:t>1952</a:t>
            </a:r>
            <a:endParaRPr lang="en-US" sz="3600" dirty="0"/>
          </a:p>
        </p:txBody>
      </p:sp>
      <p:sp>
        <p:nvSpPr>
          <p:cNvPr id="9" name="Text 6"/>
          <p:cNvSpPr txBox="1"/>
          <p:nvPr/>
        </p:nvSpPr>
        <p:spPr>
          <a:xfrm>
            <a:off x="2560320" y="3200400"/>
            <a:ext cx="2286000" cy="1097280"/>
          </a:xfrm>
          <a:prstGeom prst="rect">
            <a:avLst/>
          </a:prstGeom>
          <a:noFill/>
          <a:ln/>
        </p:spPr>
        <p:txBody>
          <a:bodyPr wrap="square" lIns="0" tIns="0" rIns="0" bIns="0" rtlCol="0" anchor="ctr"/>
          <a:lstStyle/>
          <a:p>
            <a:pPr marL="0" indent="0">
              <a:buNone/>
            </a:pPr>
            <a:r>
              <a:rPr lang="en-US" sz="1400" dirty="0">
                <a:solidFill>
                  <a:schemeClr val="tx1"/>
                </a:solidFill>
              </a:rPr>
              <a:t>Naissance de la Société Auxiliaire Maritime de Madagascar</a:t>
            </a:r>
            <a:endParaRPr lang="en-US" sz="1400" dirty="0"/>
          </a:p>
        </p:txBody>
      </p:sp>
      <p:sp>
        <p:nvSpPr>
          <p:cNvPr id="10" name="Card 61,2 %"/>
          <p:cNvSpPr/>
          <p:nvPr/>
        </p:nvSpPr>
        <p:spPr>
          <a:xfrm>
            <a:off x="548640" y="4572000"/>
            <a:ext cx="4480560" cy="1280160"/>
          </a:xfrm>
          <a:prstGeom prst="roundRect">
            <a:avLst>
              <a:gd name="adj" fmla="val 8571"/>
            </a:avLst>
          </a:prstGeom>
          <a:solidFill>
            <a:schemeClr val="bg2"/>
          </a:solidFill>
          <a:ln w="12700">
            <a:solidFill>
              <a:schemeClr val="bg2"/>
            </a:solidFill>
            <a:prstDash val="solid"/>
          </a:ln>
        </p:spPr>
      </p:sp>
      <p:sp>
        <p:nvSpPr>
          <p:cNvPr id="11" name="Text 8"/>
          <p:cNvSpPr txBox="1"/>
          <p:nvPr/>
        </p:nvSpPr>
        <p:spPr>
          <a:xfrm>
            <a:off x="777240" y="4572000"/>
            <a:ext cx="1737360" cy="1280160"/>
          </a:xfrm>
          <a:prstGeom prst="rect">
            <a:avLst/>
          </a:prstGeom>
          <a:noFill/>
          <a:ln/>
        </p:spPr>
        <p:txBody>
          <a:bodyPr wrap="square" lIns="0" tIns="0" rIns="0" bIns="0" rtlCol="0" anchor="ctr"/>
          <a:lstStyle/>
          <a:p>
            <a:pPr marL="0" indent="0">
              <a:buNone/>
            </a:pPr>
            <a:r>
              <a:rPr lang="en-US" sz="3600" b="1" dirty="0">
                <a:solidFill>
                  <a:schemeClr val="accent2"/>
                </a:solidFill>
                <a:latin typeface="Cambria" pitchFamily="34" charset="0"/>
                <a:ea typeface="Cambria" pitchFamily="34" charset="-122"/>
                <a:cs typeface="Cambria" pitchFamily="34" charset="-120"/>
              </a:rPr>
              <a:t>61,2 %</a:t>
            </a:r>
            <a:endParaRPr lang="en-US" sz="3600" dirty="0"/>
          </a:p>
        </p:txBody>
      </p:sp>
      <p:sp>
        <p:nvSpPr>
          <p:cNvPr id="12" name="Text 9"/>
          <p:cNvSpPr txBox="1"/>
          <p:nvPr/>
        </p:nvSpPr>
        <p:spPr>
          <a:xfrm>
            <a:off x="2560320" y="4663440"/>
            <a:ext cx="2286000" cy="1097280"/>
          </a:xfrm>
          <a:prstGeom prst="rect">
            <a:avLst/>
          </a:prstGeom>
          <a:noFill/>
          <a:ln/>
        </p:spPr>
        <p:txBody>
          <a:bodyPr wrap="square" lIns="0" tIns="0" rIns="0" bIns="0" rtlCol="0" anchor="ctr"/>
          <a:lstStyle/>
          <a:p>
            <a:pPr marL="0" indent="0">
              <a:buNone/>
            </a:pPr>
            <a:r>
              <a:rPr lang="en-US" sz="1400" dirty="0">
                <a:solidFill>
                  <a:schemeClr val="tx1"/>
                </a:solidFill>
              </a:rPr>
              <a:t>Part de marché d'ARO, compagnie dont AUXIASSUR est Agent Général</a:t>
            </a:r>
            <a:endParaRPr lang="en-US" sz="1400" dirty="0"/>
          </a:p>
        </p:txBody>
      </p:sp>
      <p:sp>
        <p:nvSpPr>
          <p:cNvPr id="13" name="Card AUXIMAD"/>
          <p:cNvSpPr/>
          <p:nvPr/>
        </p:nvSpPr>
        <p:spPr>
          <a:xfrm>
            <a:off x="5303520" y="1645920"/>
            <a:ext cx="3108960" cy="4206240"/>
          </a:xfrm>
          <a:prstGeom prst="roundRect">
            <a:avLst>
              <a:gd name="adj" fmla="val 3529"/>
            </a:avLst>
          </a:prstGeom>
          <a:solidFill>
            <a:schemeClr val="bg2"/>
          </a:solidFill>
          <a:ln w="12700">
            <a:solidFill>
              <a:schemeClr val="bg2"/>
            </a:solidFill>
            <a:prstDash val="solid"/>
          </a:ln>
        </p:spPr>
      </p:sp>
      <p:sp>
        <p:nvSpPr>
          <p:cNvPr id="14" name="Pastille FaBuilding"/>
          <p:cNvSpPr/>
          <p:nvPr/>
        </p:nvSpPr>
        <p:spPr>
          <a:xfrm>
            <a:off x="5577840" y="1920240"/>
            <a:ext cx="594360" cy="594360"/>
          </a:xfrm>
          <a:prstGeom prst="ellipse">
            <a:avLst/>
          </a:prstGeom>
          <a:solidFill>
            <a:schemeClr val="accent2"/>
          </a:solidFill>
          <a:ln w="12700">
            <a:solidFill>
              <a:schemeClr val="accent2"/>
            </a:solidFill>
            <a:prstDash val="solid"/>
          </a:ln>
        </p:spPr>
      </p:sp>
      <p:pic>
        <p:nvPicPr>
          <p:cNvPr id="15" name="Image 0" descr="FaBuilding"/>
          <p:cNvPicPr>
            <a:picLocks noChangeAspect="1"/>
          </p:cNvPicPr>
          <p:nvPr/>
        </p:nvPicPr>
        <p:blipFill>
          <a:blip r:embed="rId3"/>
          <a:stretch>
            <a:fillRect/>
          </a:stretch>
        </p:blipFill>
        <p:spPr>
          <a:xfrm>
            <a:off x="5744261" y="2086661"/>
            <a:ext cx="261518" cy="261518"/>
          </a:xfrm>
          <a:prstGeom prst="rect">
            <a:avLst/>
          </a:prstGeom>
        </p:spPr>
      </p:pic>
      <p:sp>
        <p:nvSpPr>
          <p:cNvPr id="16" name="Text 12"/>
          <p:cNvSpPr txBox="1"/>
          <p:nvPr/>
        </p:nvSpPr>
        <p:spPr>
          <a:xfrm>
            <a:off x="5577840" y="2651760"/>
            <a:ext cx="2560320" cy="457200"/>
          </a:xfrm>
          <a:prstGeom prst="rect">
            <a:avLst/>
          </a:prstGeom>
          <a:noFill/>
          <a:ln/>
        </p:spPr>
        <p:txBody>
          <a:bodyPr wrap="square" lIns="0" tIns="0" rIns="0" bIns="0" rtlCol="0" anchor="t"/>
          <a:lstStyle/>
          <a:p>
            <a:pPr marL="0" indent="0">
              <a:buNone/>
            </a:pPr>
            <a:r>
              <a:rPr lang="en-US" sz="1800" b="1" dirty="0">
                <a:solidFill>
                  <a:schemeClr val="tx2"/>
                </a:solidFill>
              </a:rPr>
              <a:t>AUXIMAD</a:t>
            </a:r>
            <a:endParaRPr lang="en-US" sz="1800" dirty="0"/>
          </a:p>
        </p:txBody>
      </p:sp>
      <p:sp>
        <p:nvSpPr>
          <p:cNvPr id="17" name="Text 13"/>
          <p:cNvSpPr txBox="1"/>
          <p:nvPr/>
        </p:nvSpPr>
        <p:spPr>
          <a:xfrm>
            <a:off x="5577840" y="3154680"/>
            <a:ext cx="2560320" cy="2514600"/>
          </a:xfrm>
          <a:prstGeom prst="rect">
            <a:avLst/>
          </a:prstGeom>
          <a:noFill/>
          <a:ln/>
        </p:spPr>
        <p:txBody>
          <a:bodyPr wrap="square" lIns="0" tIns="0" rIns="0" bIns="0" rtlCol="0" anchor="t"/>
          <a:lstStyle/>
          <a:p>
            <a:pPr marL="0" indent="0">
              <a:buNone/>
            </a:pPr>
            <a:r>
              <a:rPr lang="en-US" sz="1400" dirty="0">
                <a:solidFill>
                  <a:schemeClr val="tx1"/>
                </a:solidFill>
              </a:rPr>
              <a:t>Prestataire de Services Logistiques : consignation de navires, transit et dédouanement, manutention et transport, entreposage, groupage.</a:t>
            </a:r>
            <a:endParaRPr lang="en-US" sz="1400" dirty="0"/>
          </a:p>
        </p:txBody>
      </p:sp>
      <p:sp>
        <p:nvSpPr>
          <p:cNvPr id="18" name="Card AUXIASSUR"/>
          <p:cNvSpPr/>
          <p:nvPr/>
        </p:nvSpPr>
        <p:spPr>
          <a:xfrm>
            <a:off x="8595360" y="1645920"/>
            <a:ext cx="3044952" cy="4206240"/>
          </a:xfrm>
          <a:prstGeom prst="roundRect">
            <a:avLst>
              <a:gd name="adj" fmla="val 3604"/>
            </a:avLst>
          </a:prstGeom>
          <a:solidFill>
            <a:schemeClr val="tx2"/>
          </a:solidFill>
          <a:ln w="12700">
            <a:solidFill>
              <a:schemeClr val="tx2"/>
            </a:solidFill>
            <a:prstDash val="solid"/>
          </a:ln>
        </p:spPr>
      </p:sp>
      <p:sp>
        <p:nvSpPr>
          <p:cNvPr id="19" name="Pastille FaShieldAlt"/>
          <p:cNvSpPr/>
          <p:nvPr/>
        </p:nvSpPr>
        <p:spPr>
          <a:xfrm>
            <a:off x="8869680" y="1920240"/>
            <a:ext cx="594360" cy="594360"/>
          </a:xfrm>
          <a:prstGeom prst="ellipse">
            <a:avLst/>
          </a:prstGeom>
          <a:solidFill>
            <a:schemeClr val="accent1"/>
          </a:solidFill>
          <a:ln w="12700">
            <a:solidFill>
              <a:schemeClr val="accent1"/>
            </a:solidFill>
            <a:prstDash val="solid"/>
          </a:ln>
        </p:spPr>
      </p:sp>
      <p:pic>
        <p:nvPicPr>
          <p:cNvPr id="20" name="Image 1" descr="FaShieldAlt"/>
          <p:cNvPicPr>
            <a:picLocks noChangeAspect="1"/>
          </p:cNvPicPr>
          <p:nvPr/>
        </p:nvPicPr>
        <p:blipFill>
          <a:blip r:embed="rId4"/>
          <a:stretch>
            <a:fillRect/>
          </a:stretch>
        </p:blipFill>
        <p:spPr>
          <a:xfrm>
            <a:off x="9036101" y="2086661"/>
            <a:ext cx="261518" cy="261518"/>
          </a:xfrm>
          <a:prstGeom prst="rect">
            <a:avLst/>
          </a:prstGeom>
        </p:spPr>
      </p:pic>
      <p:sp>
        <p:nvSpPr>
          <p:cNvPr id="21" name="Text 16"/>
          <p:cNvSpPr txBox="1"/>
          <p:nvPr/>
        </p:nvSpPr>
        <p:spPr>
          <a:xfrm>
            <a:off x="8869680" y="2651760"/>
            <a:ext cx="2496312" cy="457200"/>
          </a:xfrm>
          <a:prstGeom prst="rect">
            <a:avLst/>
          </a:prstGeom>
          <a:noFill/>
          <a:ln/>
        </p:spPr>
        <p:txBody>
          <a:bodyPr wrap="square" lIns="0" tIns="0" rIns="0" bIns="0" rtlCol="0" anchor="t"/>
          <a:lstStyle/>
          <a:p>
            <a:pPr marL="0" indent="0">
              <a:buNone/>
            </a:pPr>
            <a:r>
              <a:rPr lang="en-US" sz="1800" b="1" dirty="0">
                <a:solidFill>
                  <a:schemeClr val="bg1"/>
                </a:solidFill>
              </a:rPr>
              <a:t>AUXIASSUR</a:t>
            </a:r>
            <a:endParaRPr lang="en-US" sz="1800" dirty="0"/>
          </a:p>
        </p:txBody>
      </p:sp>
      <p:sp>
        <p:nvSpPr>
          <p:cNvPr id="22" name="Text 17"/>
          <p:cNvSpPr txBox="1"/>
          <p:nvPr/>
        </p:nvSpPr>
        <p:spPr>
          <a:xfrm>
            <a:off x="8869680" y="3154680"/>
            <a:ext cx="2496312" cy="2514600"/>
          </a:xfrm>
          <a:prstGeom prst="rect">
            <a:avLst/>
          </a:prstGeom>
          <a:noFill/>
          <a:ln/>
        </p:spPr>
        <p:txBody>
          <a:bodyPr wrap="square" lIns="0" tIns="0" rIns="0" bIns="0" rtlCol="0" anchor="t"/>
          <a:lstStyle/>
          <a:p>
            <a:pPr marL="0" indent="0">
              <a:buNone/>
            </a:pPr>
            <a:r>
              <a:rPr lang="en-US" sz="1400" dirty="0">
                <a:solidFill>
                  <a:schemeClr val="bg1"/>
                </a:solidFill>
              </a:rPr>
              <a:t>Service assurance d'AUXIMAD, Agent Général d'ARO. Périmètre du projet : la branche automobile.</a:t>
            </a:r>
            <a:endParaRPr lang="en-US" sz="14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1"/>
                </a:solidFill>
              </a:defRPr>
            </a:lvl1pPr>
          </a:lstStyle>
          <a:p>
            <a:pPr algn="r"/>
            <a:r>
              <a:rPr lang="en-US" b="0" dirty="0"/>
              <a:t>5</a:t>
            </a:r>
            <a:endParaRPr lang="en-US"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ppt_x"/>
                                          </p:val>
                                        </p:tav>
                                        <p:tav tm="100000">
                                          <p:val>
                                            <p:strVal val="#ppt_x"/>
                                          </p:val>
                                        </p:tav>
                                      </p:tavLst>
                                    </p:anim>
                                    <p:anim calcmode="lin" valueType="num">
                                      <p:cBhvr additive="base">
                                        <p:cTn id="36" dur="500" fill="hold"/>
                                        <p:tgtEl>
                                          <p:spTgt spid="11"/>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500" fill="hold"/>
                                        <p:tgtEl>
                                          <p:spTgt spid="12"/>
                                        </p:tgtEl>
                                        <p:attrNameLst>
                                          <p:attrName>ppt_x</p:attrName>
                                        </p:attrNameLst>
                                      </p:cBhvr>
                                      <p:tavLst>
                                        <p:tav tm="0">
                                          <p:val>
                                            <p:strVal val="#ppt_x"/>
                                          </p:val>
                                        </p:tav>
                                        <p:tav tm="100000">
                                          <p:val>
                                            <p:strVal val="#ppt_x"/>
                                          </p:val>
                                        </p:tav>
                                      </p:tavLst>
                                    </p:anim>
                                    <p:anim calcmode="lin" valueType="num">
                                      <p:cBhvr additive="base">
                                        <p:cTn id="40" dur="500" fill="hold"/>
                                        <p:tgtEl>
                                          <p:spTgt spid="12"/>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500" fill="hold"/>
                                        <p:tgtEl>
                                          <p:spTgt spid="10"/>
                                        </p:tgtEl>
                                        <p:attrNameLst>
                                          <p:attrName>ppt_x</p:attrName>
                                        </p:attrNameLst>
                                      </p:cBhvr>
                                      <p:tavLst>
                                        <p:tav tm="0">
                                          <p:val>
                                            <p:strVal val="#ppt_x"/>
                                          </p:val>
                                        </p:tav>
                                        <p:tav tm="100000">
                                          <p:val>
                                            <p:strVal val="#ppt_x"/>
                                          </p:val>
                                        </p:tav>
                                      </p:tavLst>
                                    </p:anim>
                                    <p:anim calcmode="lin" valueType="num">
                                      <p:cBhvr additive="base">
                                        <p:cTn id="4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additive="base">
                                        <p:cTn id="49" dur="500" fill="hold"/>
                                        <p:tgtEl>
                                          <p:spTgt spid="17"/>
                                        </p:tgtEl>
                                        <p:attrNameLst>
                                          <p:attrName>ppt_x</p:attrName>
                                        </p:attrNameLst>
                                      </p:cBhvr>
                                      <p:tavLst>
                                        <p:tav tm="0">
                                          <p:val>
                                            <p:strVal val="1+#ppt_w/2"/>
                                          </p:val>
                                        </p:tav>
                                        <p:tav tm="100000">
                                          <p:val>
                                            <p:strVal val="#ppt_x"/>
                                          </p:val>
                                        </p:tav>
                                      </p:tavLst>
                                    </p:anim>
                                    <p:anim calcmode="lin" valueType="num">
                                      <p:cBhvr additive="base">
                                        <p:cTn id="50" dur="500" fill="hold"/>
                                        <p:tgtEl>
                                          <p:spTgt spid="17"/>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 calcmode="lin" valueType="num">
                                      <p:cBhvr additive="base">
                                        <p:cTn id="53" dur="500" fill="hold"/>
                                        <p:tgtEl>
                                          <p:spTgt spid="16"/>
                                        </p:tgtEl>
                                        <p:attrNameLst>
                                          <p:attrName>ppt_x</p:attrName>
                                        </p:attrNameLst>
                                      </p:cBhvr>
                                      <p:tavLst>
                                        <p:tav tm="0">
                                          <p:val>
                                            <p:strVal val="1+#ppt_w/2"/>
                                          </p:val>
                                        </p:tav>
                                        <p:tav tm="100000">
                                          <p:val>
                                            <p:strVal val="#ppt_x"/>
                                          </p:val>
                                        </p:tav>
                                      </p:tavLst>
                                    </p:anim>
                                    <p:anim calcmode="lin" valueType="num">
                                      <p:cBhvr additive="base">
                                        <p:cTn id="54" dur="500" fill="hold"/>
                                        <p:tgtEl>
                                          <p:spTgt spid="16"/>
                                        </p:tgtEl>
                                        <p:attrNameLst>
                                          <p:attrName>ppt_y</p:attrName>
                                        </p:attrNameLst>
                                      </p:cBhvr>
                                      <p:tavLst>
                                        <p:tav tm="0">
                                          <p:val>
                                            <p:strVal val="#ppt_y"/>
                                          </p:val>
                                        </p:tav>
                                        <p:tav tm="100000">
                                          <p:val>
                                            <p:strVal val="#ppt_y"/>
                                          </p:val>
                                        </p:tav>
                                      </p:tavLst>
                                    </p:anim>
                                  </p:childTnLst>
                                </p:cTn>
                              </p:par>
                              <p:par>
                                <p:cTn id="55" presetID="2" presetClass="entr" presetSubtype="2" fill="hold" nodeType="withEffect">
                                  <p:stCondLst>
                                    <p:cond delay="0"/>
                                  </p:stCondLst>
                                  <p:childTnLst>
                                    <p:set>
                                      <p:cBhvr>
                                        <p:cTn id="56" dur="1" fill="hold">
                                          <p:stCondLst>
                                            <p:cond delay="0"/>
                                          </p:stCondLst>
                                        </p:cTn>
                                        <p:tgtEl>
                                          <p:spTgt spid="14"/>
                                        </p:tgtEl>
                                        <p:attrNameLst>
                                          <p:attrName>style.visibility</p:attrName>
                                        </p:attrNameLst>
                                      </p:cBhvr>
                                      <p:to>
                                        <p:strVal val="visible"/>
                                      </p:to>
                                    </p:set>
                                    <p:anim calcmode="lin" valueType="num">
                                      <p:cBhvr additive="base">
                                        <p:cTn id="57" dur="500" fill="hold"/>
                                        <p:tgtEl>
                                          <p:spTgt spid="14"/>
                                        </p:tgtEl>
                                        <p:attrNameLst>
                                          <p:attrName>ppt_x</p:attrName>
                                        </p:attrNameLst>
                                      </p:cBhvr>
                                      <p:tavLst>
                                        <p:tav tm="0">
                                          <p:val>
                                            <p:strVal val="1+#ppt_w/2"/>
                                          </p:val>
                                        </p:tav>
                                        <p:tav tm="100000">
                                          <p:val>
                                            <p:strVal val="#ppt_x"/>
                                          </p:val>
                                        </p:tav>
                                      </p:tavLst>
                                    </p:anim>
                                    <p:anim calcmode="lin" valueType="num">
                                      <p:cBhvr additive="base">
                                        <p:cTn id="58" dur="500" fill="hold"/>
                                        <p:tgtEl>
                                          <p:spTgt spid="14"/>
                                        </p:tgtEl>
                                        <p:attrNameLst>
                                          <p:attrName>ppt_y</p:attrName>
                                        </p:attrNameLst>
                                      </p:cBhvr>
                                      <p:tavLst>
                                        <p:tav tm="0">
                                          <p:val>
                                            <p:strVal val="#ppt_y"/>
                                          </p:val>
                                        </p:tav>
                                        <p:tav tm="100000">
                                          <p:val>
                                            <p:strVal val="#ppt_y"/>
                                          </p:val>
                                        </p:tav>
                                      </p:tavLst>
                                    </p:anim>
                                  </p:childTnLst>
                                </p:cTn>
                              </p:par>
                              <p:par>
                                <p:cTn id="59" presetID="2" presetClass="entr" presetSubtype="2" fill="hold" nodeType="with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500" fill="hold"/>
                                        <p:tgtEl>
                                          <p:spTgt spid="15"/>
                                        </p:tgtEl>
                                        <p:attrNameLst>
                                          <p:attrName>ppt_x</p:attrName>
                                        </p:attrNameLst>
                                      </p:cBhvr>
                                      <p:tavLst>
                                        <p:tav tm="0">
                                          <p:val>
                                            <p:strVal val="1+#ppt_w/2"/>
                                          </p:val>
                                        </p:tav>
                                        <p:tav tm="100000">
                                          <p:val>
                                            <p:strVal val="#ppt_x"/>
                                          </p:val>
                                        </p:tav>
                                      </p:tavLst>
                                    </p:anim>
                                    <p:anim calcmode="lin" valueType="num">
                                      <p:cBhvr additive="base">
                                        <p:cTn id="62" dur="500" fill="hold"/>
                                        <p:tgtEl>
                                          <p:spTgt spid="15"/>
                                        </p:tgtEl>
                                        <p:attrNameLst>
                                          <p:attrName>ppt_y</p:attrName>
                                        </p:attrNameLst>
                                      </p:cBhvr>
                                      <p:tavLst>
                                        <p:tav tm="0">
                                          <p:val>
                                            <p:strVal val="#ppt_y"/>
                                          </p:val>
                                        </p:tav>
                                        <p:tav tm="100000">
                                          <p:val>
                                            <p:strVal val="#ppt_y"/>
                                          </p:val>
                                        </p:tav>
                                      </p:tavLst>
                                    </p:anim>
                                  </p:childTnLst>
                                </p:cTn>
                              </p:par>
                              <p:par>
                                <p:cTn id="63" presetID="2" presetClass="entr" presetSubtype="2" fill="hold" nodeType="withEffect">
                                  <p:stCondLst>
                                    <p:cond delay="0"/>
                                  </p:stCondLst>
                                  <p:childTnLst>
                                    <p:set>
                                      <p:cBhvr>
                                        <p:cTn id="64" dur="1" fill="hold">
                                          <p:stCondLst>
                                            <p:cond delay="0"/>
                                          </p:stCondLst>
                                        </p:cTn>
                                        <p:tgtEl>
                                          <p:spTgt spid="13"/>
                                        </p:tgtEl>
                                        <p:attrNameLst>
                                          <p:attrName>style.visibility</p:attrName>
                                        </p:attrNameLst>
                                      </p:cBhvr>
                                      <p:to>
                                        <p:strVal val="visible"/>
                                      </p:to>
                                    </p:set>
                                    <p:anim calcmode="lin" valueType="num">
                                      <p:cBhvr additive="base">
                                        <p:cTn id="65" dur="500" fill="hold"/>
                                        <p:tgtEl>
                                          <p:spTgt spid="13"/>
                                        </p:tgtEl>
                                        <p:attrNameLst>
                                          <p:attrName>ppt_x</p:attrName>
                                        </p:attrNameLst>
                                      </p:cBhvr>
                                      <p:tavLst>
                                        <p:tav tm="0">
                                          <p:val>
                                            <p:strVal val="1+#ppt_w/2"/>
                                          </p:val>
                                        </p:tav>
                                        <p:tav tm="100000">
                                          <p:val>
                                            <p:strVal val="#ppt_x"/>
                                          </p:val>
                                        </p:tav>
                                      </p:tavLst>
                                    </p:anim>
                                    <p:anim calcmode="lin" valueType="num">
                                      <p:cBhvr additive="base">
                                        <p:cTn id="66"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2" fill="hold" grpId="0" nodeType="clickEffect">
                                  <p:stCondLst>
                                    <p:cond delay="0"/>
                                  </p:stCondLst>
                                  <p:childTnLst>
                                    <p:set>
                                      <p:cBhvr>
                                        <p:cTn id="70" dur="1" fill="hold">
                                          <p:stCondLst>
                                            <p:cond delay="0"/>
                                          </p:stCondLst>
                                        </p:cTn>
                                        <p:tgtEl>
                                          <p:spTgt spid="22"/>
                                        </p:tgtEl>
                                        <p:attrNameLst>
                                          <p:attrName>style.visibility</p:attrName>
                                        </p:attrNameLst>
                                      </p:cBhvr>
                                      <p:to>
                                        <p:strVal val="visible"/>
                                      </p:to>
                                    </p:set>
                                    <p:anim calcmode="lin" valueType="num">
                                      <p:cBhvr additive="base">
                                        <p:cTn id="71" dur="500" fill="hold"/>
                                        <p:tgtEl>
                                          <p:spTgt spid="22"/>
                                        </p:tgtEl>
                                        <p:attrNameLst>
                                          <p:attrName>ppt_x</p:attrName>
                                        </p:attrNameLst>
                                      </p:cBhvr>
                                      <p:tavLst>
                                        <p:tav tm="0">
                                          <p:val>
                                            <p:strVal val="1+#ppt_w/2"/>
                                          </p:val>
                                        </p:tav>
                                        <p:tav tm="100000">
                                          <p:val>
                                            <p:strVal val="#ppt_x"/>
                                          </p:val>
                                        </p:tav>
                                      </p:tavLst>
                                    </p:anim>
                                    <p:anim calcmode="lin" valueType="num">
                                      <p:cBhvr additive="base">
                                        <p:cTn id="72" dur="500" fill="hold"/>
                                        <p:tgtEl>
                                          <p:spTgt spid="22"/>
                                        </p:tgtEl>
                                        <p:attrNameLst>
                                          <p:attrName>ppt_y</p:attrName>
                                        </p:attrNameLst>
                                      </p:cBhvr>
                                      <p:tavLst>
                                        <p:tav tm="0">
                                          <p:val>
                                            <p:strVal val="#ppt_y"/>
                                          </p:val>
                                        </p:tav>
                                        <p:tav tm="100000">
                                          <p:val>
                                            <p:strVal val="#ppt_y"/>
                                          </p:val>
                                        </p:tav>
                                      </p:tavLst>
                                    </p:anim>
                                  </p:childTnLst>
                                </p:cTn>
                              </p:par>
                              <p:par>
                                <p:cTn id="73" presetID="2" presetClass="entr" presetSubtype="2" fill="hold" grpId="0" nodeType="withEffect">
                                  <p:stCondLst>
                                    <p:cond delay="0"/>
                                  </p:stCondLst>
                                  <p:childTnLst>
                                    <p:set>
                                      <p:cBhvr>
                                        <p:cTn id="74" dur="1" fill="hold">
                                          <p:stCondLst>
                                            <p:cond delay="0"/>
                                          </p:stCondLst>
                                        </p:cTn>
                                        <p:tgtEl>
                                          <p:spTgt spid="21"/>
                                        </p:tgtEl>
                                        <p:attrNameLst>
                                          <p:attrName>style.visibility</p:attrName>
                                        </p:attrNameLst>
                                      </p:cBhvr>
                                      <p:to>
                                        <p:strVal val="visible"/>
                                      </p:to>
                                    </p:set>
                                    <p:anim calcmode="lin" valueType="num">
                                      <p:cBhvr additive="base">
                                        <p:cTn id="75" dur="500" fill="hold"/>
                                        <p:tgtEl>
                                          <p:spTgt spid="21"/>
                                        </p:tgtEl>
                                        <p:attrNameLst>
                                          <p:attrName>ppt_x</p:attrName>
                                        </p:attrNameLst>
                                      </p:cBhvr>
                                      <p:tavLst>
                                        <p:tav tm="0">
                                          <p:val>
                                            <p:strVal val="1+#ppt_w/2"/>
                                          </p:val>
                                        </p:tav>
                                        <p:tav tm="100000">
                                          <p:val>
                                            <p:strVal val="#ppt_x"/>
                                          </p:val>
                                        </p:tav>
                                      </p:tavLst>
                                    </p:anim>
                                    <p:anim calcmode="lin" valueType="num">
                                      <p:cBhvr additive="base">
                                        <p:cTn id="76" dur="500" fill="hold"/>
                                        <p:tgtEl>
                                          <p:spTgt spid="21"/>
                                        </p:tgtEl>
                                        <p:attrNameLst>
                                          <p:attrName>ppt_y</p:attrName>
                                        </p:attrNameLst>
                                      </p:cBhvr>
                                      <p:tavLst>
                                        <p:tav tm="0">
                                          <p:val>
                                            <p:strVal val="#ppt_y"/>
                                          </p:val>
                                        </p:tav>
                                        <p:tav tm="100000">
                                          <p:val>
                                            <p:strVal val="#ppt_y"/>
                                          </p:val>
                                        </p:tav>
                                      </p:tavLst>
                                    </p:anim>
                                  </p:childTnLst>
                                </p:cTn>
                              </p:par>
                              <p:par>
                                <p:cTn id="77" presetID="2" presetClass="entr" presetSubtype="2" fill="hold" nodeType="withEffect">
                                  <p:stCondLst>
                                    <p:cond delay="0"/>
                                  </p:stCondLst>
                                  <p:childTnLst>
                                    <p:set>
                                      <p:cBhvr>
                                        <p:cTn id="78" dur="1" fill="hold">
                                          <p:stCondLst>
                                            <p:cond delay="0"/>
                                          </p:stCondLst>
                                        </p:cTn>
                                        <p:tgtEl>
                                          <p:spTgt spid="19"/>
                                        </p:tgtEl>
                                        <p:attrNameLst>
                                          <p:attrName>style.visibility</p:attrName>
                                        </p:attrNameLst>
                                      </p:cBhvr>
                                      <p:to>
                                        <p:strVal val="visible"/>
                                      </p:to>
                                    </p:set>
                                    <p:anim calcmode="lin" valueType="num">
                                      <p:cBhvr additive="base">
                                        <p:cTn id="79" dur="500" fill="hold"/>
                                        <p:tgtEl>
                                          <p:spTgt spid="19"/>
                                        </p:tgtEl>
                                        <p:attrNameLst>
                                          <p:attrName>ppt_x</p:attrName>
                                        </p:attrNameLst>
                                      </p:cBhvr>
                                      <p:tavLst>
                                        <p:tav tm="0">
                                          <p:val>
                                            <p:strVal val="1+#ppt_w/2"/>
                                          </p:val>
                                        </p:tav>
                                        <p:tav tm="100000">
                                          <p:val>
                                            <p:strVal val="#ppt_x"/>
                                          </p:val>
                                        </p:tav>
                                      </p:tavLst>
                                    </p:anim>
                                    <p:anim calcmode="lin" valueType="num">
                                      <p:cBhvr additive="base">
                                        <p:cTn id="80" dur="500" fill="hold"/>
                                        <p:tgtEl>
                                          <p:spTgt spid="19"/>
                                        </p:tgtEl>
                                        <p:attrNameLst>
                                          <p:attrName>ppt_y</p:attrName>
                                        </p:attrNameLst>
                                      </p:cBhvr>
                                      <p:tavLst>
                                        <p:tav tm="0">
                                          <p:val>
                                            <p:strVal val="#ppt_y"/>
                                          </p:val>
                                        </p:tav>
                                        <p:tav tm="100000">
                                          <p:val>
                                            <p:strVal val="#ppt_y"/>
                                          </p:val>
                                        </p:tav>
                                      </p:tavLst>
                                    </p:anim>
                                  </p:childTnLst>
                                </p:cTn>
                              </p:par>
                              <p:par>
                                <p:cTn id="81" presetID="2" presetClass="entr" presetSubtype="2" fill="hold" nodeType="withEffect">
                                  <p:stCondLst>
                                    <p:cond delay="0"/>
                                  </p:stCondLst>
                                  <p:childTnLst>
                                    <p:set>
                                      <p:cBhvr>
                                        <p:cTn id="82" dur="1" fill="hold">
                                          <p:stCondLst>
                                            <p:cond delay="0"/>
                                          </p:stCondLst>
                                        </p:cTn>
                                        <p:tgtEl>
                                          <p:spTgt spid="20"/>
                                        </p:tgtEl>
                                        <p:attrNameLst>
                                          <p:attrName>style.visibility</p:attrName>
                                        </p:attrNameLst>
                                      </p:cBhvr>
                                      <p:to>
                                        <p:strVal val="visible"/>
                                      </p:to>
                                    </p:set>
                                    <p:anim calcmode="lin" valueType="num">
                                      <p:cBhvr additive="base">
                                        <p:cTn id="83" dur="500" fill="hold"/>
                                        <p:tgtEl>
                                          <p:spTgt spid="20"/>
                                        </p:tgtEl>
                                        <p:attrNameLst>
                                          <p:attrName>ppt_x</p:attrName>
                                        </p:attrNameLst>
                                      </p:cBhvr>
                                      <p:tavLst>
                                        <p:tav tm="0">
                                          <p:val>
                                            <p:strVal val="1+#ppt_w/2"/>
                                          </p:val>
                                        </p:tav>
                                        <p:tav tm="100000">
                                          <p:val>
                                            <p:strVal val="#ppt_x"/>
                                          </p:val>
                                        </p:tav>
                                      </p:tavLst>
                                    </p:anim>
                                    <p:anim calcmode="lin" valueType="num">
                                      <p:cBhvr additive="base">
                                        <p:cTn id="84" dur="500" fill="hold"/>
                                        <p:tgtEl>
                                          <p:spTgt spid="20"/>
                                        </p:tgtEl>
                                        <p:attrNameLst>
                                          <p:attrName>ppt_y</p:attrName>
                                        </p:attrNameLst>
                                      </p:cBhvr>
                                      <p:tavLst>
                                        <p:tav tm="0">
                                          <p:val>
                                            <p:strVal val="#ppt_y"/>
                                          </p:val>
                                        </p:tav>
                                        <p:tav tm="100000">
                                          <p:val>
                                            <p:strVal val="#ppt_y"/>
                                          </p:val>
                                        </p:tav>
                                      </p:tavLst>
                                    </p:anim>
                                  </p:childTnLst>
                                </p:cTn>
                              </p:par>
                              <p:par>
                                <p:cTn id="85" presetID="2" presetClass="entr" presetSubtype="2" fill="hold" nodeType="withEffect">
                                  <p:stCondLst>
                                    <p:cond delay="0"/>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500" fill="hold"/>
                                        <p:tgtEl>
                                          <p:spTgt spid="18"/>
                                        </p:tgtEl>
                                        <p:attrNameLst>
                                          <p:attrName>ppt_x</p:attrName>
                                        </p:attrNameLst>
                                      </p:cBhvr>
                                      <p:tavLst>
                                        <p:tav tm="0">
                                          <p:val>
                                            <p:strVal val="1+#ppt_w/2"/>
                                          </p:val>
                                        </p:tav>
                                        <p:tav tm="100000">
                                          <p:val>
                                            <p:strVal val="#ppt_x"/>
                                          </p:val>
                                        </p:tav>
                                      </p:tavLst>
                                    </p:anim>
                                    <p:anim calcmode="lin" valueType="num">
                                      <p:cBhvr additive="base">
                                        <p:cTn id="88"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1" grpId="0" animBg="1"/>
      <p:bldP spid="12" grpId="0" animBg="1"/>
      <p:bldP spid="16" grpId="0" animBg="1"/>
      <p:bldP spid="17" grpId="0" animBg="1"/>
      <p:bldP spid="21" grpId="0" animBg="1"/>
      <p:bldP spid="2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6B43C2-AD1B-409D-6DB4-01F5A78B0AA5}"/>
              </a:ext>
            </a:extLst>
          </p:cNvPr>
          <p:cNvSpPr>
            <a:spLocks noGrp="1"/>
          </p:cNvSpPr>
          <p:nvPr>
            <p:ph type="title" idx="100"/>
          </p:nvPr>
        </p:nvSpPr>
        <p:spPr>
          <a:xfrm>
            <a:off x="563880" y="452388"/>
            <a:ext cx="11064240" cy="914400"/>
          </a:xfrm>
        </p:spPr>
        <p:txBody>
          <a:bodyPr/>
          <a:lstStyle/>
          <a:p>
            <a:pPr algn="ctr"/>
            <a:r>
              <a:rPr lang="fr-FR" dirty="0"/>
              <a:t>Organigramme générale</a:t>
            </a:r>
            <a:endParaRPr lang="LID4096" dirty="0"/>
          </a:p>
        </p:txBody>
      </p:sp>
      <p:graphicFrame>
        <p:nvGraphicFramePr>
          <p:cNvPr id="3" name="Diagramme 2">
            <a:extLst>
              <a:ext uri="{FF2B5EF4-FFF2-40B4-BE49-F238E27FC236}">
                <a16:creationId xmlns:a16="http://schemas.microsoft.com/office/drawing/2014/main" id="{E75F2BA9-0713-87F3-AC6F-FD7B952A8A4F}"/>
              </a:ext>
            </a:extLst>
          </p:cNvPr>
          <p:cNvGraphicFramePr/>
          <p:nvPr>
            <p:extLst>
              <p:ext uri="{D42A27DB-BD31-4B8C-83A1-F6EECF244321}">
                <p14:modId xmlns:p14="http://schemas.microsoft.com/office/powerpoint/2010/main" val="2257013000"/>
              </p:ext>
            </p:extLst>
          </p:nvPr>
        </p:nvGraphicFramePr>
        <p:xfrm>
          <a:off x="579120" y="1280160"/>
          <a:ext cx="11033760" cy="48581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0">
            <a:extLst>
              <a:ext uri="{FF2B5EF4-FFF2-40B4-BE49-F238E27FC236}">
                <a16:creationId xmlns:a16="http://schemas.microsoft.com/office/drawing/2014/main" id="{A67FEFD2-A788-64BF-FB78-53AFBA1F1027}"/>
              </a:ext>
            </a:extLst>
          </p:cNvPr>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1"/>
                </a:solidFill>
              </a:defRPr>
            </a:lvl1pPr>
          </a:lstStyle>
          <a:p>
            <a:pPr algn="r"/>
            <a:r>
              <a:rPr lang="en-US" b="0" dirty="0"/>
              <a:t>6</a:t>
            </a:r>
          </a:p>
        </p:txBody>
      </p:sp>
    </p:spTree>
    <p:extLst>
      <p:ext uri="{BB962C8B-B14F-4D97-AF65-F5344CB8AC3E}">
        <p14:creationId xmlns:p14="http://schemas.microsoft.com/office/powerpoint/2010/main" val="2707525566"/>
      </p:ext>
    </p:extLst>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400" dirty="0" err="1"/>
              <a:t>Présentation</a:t>
            </a:r>
            <a:r>
              <a:rPr lang="en-US" sz="3400" dirty="0"/>
              <a:t> du </a:t>
            </a:r>
            <a:r>
              <a:rPr lang="en-US" sz="3400" dirty="0" err="1"/>
              <a:t>Projet</a:t>
            </a:r>
            <a:r>
              <a:rPr lang="en-US" sz="3400" dirty="0"/>
              <a:t> : AUXIDRIVE</a:t>
            </a:r>
          </a:p>
        </p:txBody>
      </p:sp>
      <p:pic>
        <p:nvPicPr>
          <p:cNvPr id="36" name="Image 0" descr="FaUsers"/>
          <p:cNvPicPr>
            <a:picLocks noChangeAspect="1"/>
          </p:cNvPicPr>
          <p:nvPr/>
        </p:nvPicPr>
        <p:blipFill>
          <a:blip r:embed="rId3"/>
          <a:stretch>
            <a:fillRect/>
          </a:stretch>
        </p:blipFill>
        <p:spPr>
          <a:xfrm>
            <a:off x="989381" y="5081321"/>
            <a:ext cx="261518" cy="261518"/>
          </a:xfrm>
          <a:prstGeom prst="rect">
            <a:avLst/>
          </a:prstGeom>
        </p:spPr>
      </p:pic>
      <p:pic>
        <p:nvPicPr>
          <p:cNvPr id="40" name="Image 1" descr="FaDatabase"/>
          <p:cNvPicPr>
            <a:picLocks noChangeAspect="1"/>
          </p:cNvPicPr>
          <p:nvPr/>
        </p:nvPicPr>
        <p:blipFill>
          <a:blip r:embed="rId4"/>
          <a:stretch>
            <a:fillRect/>
          </a:stretch>
        </p:blipFill>
        <p:spPr>
          <a:xfrm>
            <a:off x="6640373" y="5081321"/>
            <a:ext cx="261518" cy="261518"/>
          </a:xfrm>
          <a:prstGeom prst="rect">
            <a:avLst/>
          </a:prstGeom>
        </p:spPr>
      </p:pic>
      <p:sp>
        <p:nvSpPr>
          <p:cNvPr id="3"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1"/>
                </a:solidFill>
              </a:defRPr>
            </a:lvl1pPr>
          </a:lstStyle>
          <a:p>
            <a:pPr algn="r"/>
            <a:r>
              <a:rPr lang="en-US" dirty="0"/>
              <a:t>7</a:t>
            </a:r>
          </a:p>
        </p:txBody>
      </p:sp>
      <p:sp>
        <p:nvSpPr>
          <p:cNvPr id="42" name="ZoneTexte 41">
            <a:extLst>
              <a:ext uri="{FF2B5EF4-FFF2-40B4-BE49-F238E27FC236}">
                <a16:creationId xmlns:a16="http://schemas.microsoft.com/office/drawing/2014/main" id="{9E1AA129-50DC-EE1F-9C35-44762FF75A0C}"/>
              </a:ext>
            </a:extLst>
          </p:cNvPr>
          <p:cNvSpPr txBox="1"/>
          <p:nvPr/>
        </p:nvSpPr>
        <p:spPr>
          <a:xfrm>
            <a:off x="548640" y="1852731"/>
            <a:ext cx="11582530" cy="1323439"/>
          </a:xfrm>
          <a:prstGeom prst="rect">
            <a:avLst/>
          </a:prstGeom>
          <a:noFill/>
        </p:spPr>
        <p:txBody>
          <a:bodyPr wrap="none" rtlCol="0">
            <a:spAutoFit/>
          </a:bodyPr>
          <a:lstStyle/>
          <a:p>
            <a:pPr marL="342900" indent="-342900">
              <a:buFont typeface="Arial" panose="020B0604020202020204" pitchFamily="34" charset="0"/>
              <a:buChar char="•"/>
            </a:pPr>
            <a:r>
              <a:rPr lang="" sz="2000" dirty="0">
                <a:latin typeface="Times New Roman" panose="02020603050405020304" pitchFamily="18" charset="0"/>
                <a:cs typeface="Times New Roman" panose="02020603050405020304" pitchFamily="18" charset="0"/>
              </a:rPr>
              <a:t>Unifier l'écosystème logiciel au sein d'une seule application web sur-mesure.</a:t>
            </a:r>
          </a:p>
          <a:p>
            <a:pPr marL="342900" indent="-342900">
              <a:buFont typeface="Arial" panose="020B0604020202020204" pitchFamily="34" charset="0"/>
              <a:buChar char="•"/>
            </a:pPr>
            <a:r>
              <a:rPr lang="" sz="2000" dirty="0">
                <a:latin typeface="Times New Roman" panose="02020603050405020304" pitchFamily="18" charset="0"/>
                <a:cs typeface="Times New Roman" panose="02020603050405020304" pitchFamily="18" charset="0"/>
              </a:rPr>
              <a:t>Automatiser la tarification des primes (Monovéhicule et Flotte) et l'application des règles de bonus-malus.</a:t>
            </a:r>
          </a:p>
          <a:p>
            <a:pPr marL="342900" indent="-342900">
              <a:buFont typeface="Arial" panose="020B0604020202020204" pitchFamily="34" charset="0"/>
              <a:buChar char="•"/>
            </a:pPr>
            <a:r>
              <a:rPr lang="" sz="2000" dirty="0">
                <a:latin typeface="Times New Roman" panose="02020603050405020304" pitchFamily="18" charset="0"/>
                <a:cs typeface="Times New Roman" panose="02020603050405020304" pitchFamily="18" charset="0"/>
              </a:rPr>
              <a:t>Dématérialiser le suivi documentaire, les alertes d'échéance et la déclaration en ligne des sinistres.</a:t>
            </a:r>
          </a:p>
          <a:p>
            <a:pPr marL="342900" indent="-342900">
              <a:buFont typeface="Arial" panose="020B0604020202020204" pitchFamily="34" charset="0"/>
              <a:buChar char="•"/>
            </a:pPr>
            <a:r>
              <a:rPr lang="" sz="2000" dirty="0">
                <a:latin typeface="Times New Roman" panose="02020603050405020304" pitchFamily="18" charset="0"/>
                <a:cs typeface="Times New Roman" panose="02020603050405020304" pitchFamily="18" charset="0"/>
              </a:rPr>
              <a:t>Offrir un outil de pilotage statistique consolidé pour les agents et l'administration.</a:t>
            </a:r>
            <a:endParaRPr lang="LID4096" sz="2000" dirty="0">
              <a:latin typeface="Times New Roman" panose="02020603050405020304" pitchFamily="18" charset="0"/>
              <a:cs typeface="Times New Roman" panose="02020603050405020304" pitchFamily="18" charset="0"/>
            </a:endParaRPr>
          </a:p>
        </p:txBody>
      </p:sp>
      <p:sp>
        <p:nvSpPr>
          <p:cNvPr id="43" name="ZoneTexte 42">
            <a:extLst>
              <a:ext uri="{FF2B5EF4-FFF2-40B4-BE49-F238E27FC236}">
                <a16:creationId xmlns:a16="http://schemas.microsoft.com/office/drawing/2014/main" id="{716C1F3B-E532-E06D-B64D-2EFF85E223C1}"/>
              </a:ext>
            </a:extLst>
          </p:cNvPr>
          <p:cNvSpPr txBox="1"/>
          <p:nvPr/>
        </p:nvSpPr>
        <p:spPr>
          <a:xfrm>
            <a:off x="548640" y="1387944"/>
            <a:ext cx="2170979" cy="400110"/>
          </a:xfrm>
          <a:prstGeom prst="rect">
            <a:avLst/>
          </a:prstGeom>
          <a:noFill/>
        </p:spPr>
        <p:txBody>
          <a:bodyPr wrap="none" rtlCol="0">
            <a:spAutoFit/>
          </a:bodyPr>
          <a:lstStyle/>
          <a:p>
            <a:r>
              <a:rPr lang="fr-FR" sz="2000" b="1" dirty="0">
                <a:latin typeface="Times New Roman" panose="02020603050405020304" pitchFamily="18" charset="0"/>
                <a:cs typeface="Times New Roman" panose="02020603050405020304" pitchFamily="18" charset="0"/>
              </a:rPr>
              <a:t>Objectif du Projet</a:t>
            </a:r>
          </a:p>
        </p:txBody>
      </p:sp>
      <p:sp>
        <p:nvSpPr>
          <p:cNvPr id="44" name="ZoneTexte 43">
            <a:extLst>
              <a:ext uri="{FF2B5EF4-FFF2-40B4-BE49-F238E27FC236}">
                <a16:creationId xmlns:a16="http://schemas.microsoft.com/office/drawing/2014/main" id="{F9F4A545-2804-D042-C92D-50DC86F064D2}"/>
              </a:ext>
            </a:extLst>
          </p:cNvPr>
          <p:cNvSpPr txBox="1"/>
          <p:nvPr/>
        </p:nvSpPr>
        <p:spPr>
          <a:xfrm>
            <a:off x="513341" y="3345172"/>
            <a:ext cx="2241576" cy="400110"/>
          </a:xfrm>
          <a:prstGeom prst="rect">
            <a:avLst/>
          </a:prstGeom>
          <a:noFill/>
        </p:spPr>
        <p:txBody>
          <a:bodyPr wrap="none" rtlCol="0">
            <a:spAutoFit/>
          </a:bodyPr>
          <a:lstStyle/>
          <a:p>
            <a:r>
              <a:rPr lang="" sz="2000" b="1" dirty="0">
                <a:latin typeface="Times New Roman" panose="02020603050405020304" pitchFamily="18" charset="0"/>
                <a:cs typeface="Times New Roman" panose="02020603050405020304" pitchFamily="18" charset="0"/>
              </a:rPr>
              <a:t>Résultats Attendus</a:t>
            </a:r>
            <a:endParaRPr lang="LID4096" sz="2000" b="1" dirty="0">
              <a:latin typeface="Times New Roman" panose="02020603050405020304" pitchFamily="18" charset="0"/>
              <a:cs typeface="Times New Roman" panose="02020603050405020304" pitchFamily="18" charset="0"/>
            </a:endParaRPr>
          </a:p>
        </p:txBody>
      </p:sp>
      <p:sp>
        <p:nvSpPr>
          <p:cNvPr id="45" name="ZoneTexte 44">
            <a:extLst>
              <a:ext uri="{FF2B5EF4-FFF2-40B4-BE49-F238E27FC236}">
                <a16:creationId xmlns:a16="http://schemas.microsoft.com/office/drawing/2014/main" id="{73E11375-0CBE-228C-0BF0-BFA9533EBD17}"/>
              </a:ext>
            </a:extLst>
          </p:cNvPr>
          <p:cNvSpPr txBox="1"/>
          <p:nvPr/>
        </p:nvSpPr>
        <p:spPr>
          <a:xfrm>
            <a:off x="548640" y="3969130"/>
            <a:ext cx="10784910" cy="1631216"/>
          </a:xfrm>
          <a:prstGeom prst="rect">
            <a:avLst/>
          </a:prstGeom>
          <a:noFill/>
        </p:spPr>
        <p:txBody>
          <a:bodyPr wrap="square" rtlCol="0">
            <a:spAutoFit/>
          </a:bodyPr>
          <a:lstStyle/>
          <a:p>
            <a:pPr marL="285750" indent="-285750">
              <a:buFont typeface="Arial" panose="020B0604020202020204" pitchFamily="34" charset="0"/>
              <a:buChar char="•"/>
            </a:pPr>
            <a:r>
              <a:rPr lang="" sz="2000" dirty="0">
                <a:latin typeface="Times New Roman" panose="02020603050405020304" pitchFamily="18" charset="0"/>
                <a:cs typeface="Times New Roman" panose="02020603050405020304" pitchFamily="18" charset="0"/>
              </a:rPr>
              <a:t>Remplacement définitif de la combinaison Odoo/Excel et suppression des ressaisies manuelles</a:t>
            </a:r>
          </a:p>
          <a:p>
            <a:pPr marL="285750" indent="-285750">
              <a:buFont typeface="Arial" panose="020B0604020202020204" pitchFamily="34" charset="0"/>
              <a:buChar char="•"/>
            </a:pPr>
            <a:r>
              <a:rPr lang="" sz="2000" dirty="0"/>
              <a:t>Un espace client ergonomique pour le téléversement des pièces justificatives et le suivi autonome.</a:t>
            </a:r>
          </a:p>
          <a:p>
            <a:pPr marL="285750" indent="-285750">
              <a:buFont typeface="Arial" panose="020B0604020202020204" pitchFamily="34" charset="0"/>
              <a:buChar char="•"/>
            </a:pPr>
            <a:r>
              <a:rPr lang="" sz="2000" dirty="0"/>
              <a:t>Génération automatique de factures conformes au format PDF côté serveur.</a:t>
            </a:r>
          </a:p>
          <a:p>
            <a:pPr marL="285750" indent="-285750">
              <a:buFont typeface="Arial" panose="020B0604020202020204" pitchFamily="34" charset="0"/>
              <a:buChar char="•"/>
            </a:pPr>
            <a:r>
              <a:rPr lang="" sz="2000" dirty="0"/>
              <a:t>Réduction du temps de traitement des dossiers grâce à la traçabilité numérique des états des sinistres.</a:t>
            </a:r>
            <a:endParaRPr lang="LID4096" sz="2000" dirty="0">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5">
                                            <p:txEl>
                                              <p:pRg st="0" end="0"/>
                                            </p:txEl>
                                          </p:spTgt>
                                        </p:tgtEl>
                                        <p:attrNameLst>
                                          <p:attrName>style.visibility</p:attrName>
                                        </p:attrNameLst>
                                      </p:cBhvr>
                                      <p:to>
                                        <p:strVal val="visible"/>
                                      </p:to>
                                    </p:set>
                                    <p:anim calcmode="lin" valueType="num">
                                      <p:cBhvr additive="base">
                                        <p:cTn id="7" dur="500" fill="hold"/>
                                        <p:tgtEl>
                                          <p:spTgt spid="4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45">
                                            <p:txEl>
                                              <p:pRg st="1" end="1"/>
                                            </p:txEl>
                                          </p:spTgt>
                                        </p:tgtEl>
                                        <p:attrNameLst>
                                          <p:attrName>style.visibility</p:attrName>
                                        </p:attrNameLst>
                                      </p:cBhvr>
                                      <p:to>
                                        <p:strVal val="visible"/>
                                      </p:to>
                                    </p:set>
                                    <p:anim calcmode="lin" valueType="num">
                                      <p:cBhvr additive="base">
                                        <p:cTn id="11" dur="500" fill="hold"/>
                                        <p:tgtEl>
                                          <p:spTgt spid="45">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45">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45">
                                            <p:txEl>
                                              <p:pRg st="2" end="2"/>
                                            </p:txEl>
                                          </p:spTgt>
                                        </p:tgtEl>
                                        <p:attrNameLst>
                                          <p:attrName>style.visibility</p:attrName>
                                        </p:attrNameLst>
                                      </p:cBhvr>
                                      <p:to>
                                        <p:strVal val="visible"/>
                                      </p:to>
                                    </p:set>
                                    <p:anim calcmode="lin" valueType="num">
                                      <p:cBhvr additive="base">
                                        <p:cTn id="15" dur="500" fill="hold"/>
                                        <p:tgtEl>
                                          <p:spTgt spid="45">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45">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45">
                                            <p:txEl>
                                              <p:pRg st="3" end="3"/>
                                            </p:txEl>
                                          </p:spTgt>
                                        </p:tgtEl>
                                        <p:attrNameLst>
                                          <p:attrName>style.visibility</p:attrName>
                                        </p:attrNameLst>
                                      </p:cBhvr>
                                      <p:to>
                                        <p:strVal val="visible"/>
                                      </p:to>
                                    </p:set>
                                    <p:anim calcmode="lin" valueType="num">
                                      <p:cBhvr additive="base">
                                        <p:cTn id="19" dur="500" fill="hold"/>
                                        <p:tgtEl>
                                          <p:spTgt spid="45">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5">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44">
                                            <p:txEl>
                                              <p:pRg st="0" end="0"/>
                                            </p:txEl>
                                          </p:spTgt>
                                        </p:tgtEl>
                                        <p:attrNameLst>
                                          <p:attrName>style.visibility</p:attrName>
                                        </p:attrNameLst>
                                      </p:cBhvr>
                                      <p:to>
                                        <p:strVal val="visible"/>
                                      </p:to>
                                    </p:set>
                                    <p:anim calcmode="lin" valueType="num">
                                      <p:cBhvr additive="base">
                                        <p:cTn id="23" dur="500" fill="hold"/>
                                        <p:tgtEl>
                                          <p:spTgt spid="44">
                                            <p:txEl>
                                              <p:pRg st="0" end="0"/>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44">
                                            <p:txEl>
                                              <p:pRg st="0" end="0"/>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anim calcmode="lin" valueType="num">
                                      <p:cBhvr additive="base">
                                        <p:cTn id="27" dur="500" fill="hold"/>
                                        <p:tgtEl>
                                          <p:spTgt spid="42"/>
                                        </p:tgtEl>
                                        <p:attrNameLst>
                                          <p:attrName>ppt_x</p:attrName>
                                        </p:attrNameLst>
                                      </p:cBhvr>
                                      <p:tavLst>
                                        <p:tav tm="0">
                                          <p:val>
                                            <p:strVal val="0-#ppt_w/2"/>
                                          </p:val>
                                        </p:tav>
                                        <p:tav tm="100000">
                                          <p:val>
                                            <p:strVal val="#ppt_x"/>
                                          </p:val>
                                        </p:tav>
                                      </p:tavLst>
                                    </p:anim>
                                    <p:anim calcmode="lin" valueType="num">
                                      <p:cBhvr additive="base">
                                        <p:cTn id="28" dur="500" fill="hold"/>
                                        <p:tgtEl>
                                          <p:spTgt spid="42"/>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43"/>
                                        </p:tgtEl>
                                        <p:attrNameLst>
                                          <p:attrName>style.visibility</p:attrName>
                                        </p:attrNameLst>
                                      </p:cBhvr>
                                      <p:to>
                                        <p:strVal val="visible"/>
                                      </p:to>
                                    </p:set>
                                    <p:anim calcmode="lin" valueType="num">
                                      <p:cBhvr additive="base">
                                        <p:cTn id="31" dur="500" fill="hold"/>
                                        <p:tgtEl>
                                          <p:spTgt spid="43"/>
                                        </p:tgtEl>
                                        <p:attrNameLst>
                                          <p:attrName>ppt_x</p:attrName>
                                        </p:attrNameLst>
                                      </p:cBhvr>
                                      <p:tavLst>
                                        <p:tav tm="0">
                                          <p:val>
                                            <p:strVal val="0-#ppt_w/2"/>
                                          </p:val>
                                        </p:tav>
                                        <p:tav tm="100000">
                                          <p:val>
                                            <p:strVal val="#ppt_x"/>
                                          </p:val>
                                        </p:tav>
                                      </p:tavLst>
                                    </p:anim>
                                    <p:anim calcmode="lin" valueType="num">
                                      <p:cBhvr additive="base">
                                        <p:cTn id="32" dur="500" fill="hold"/>
                                        <p:tgtEl>
                                          <p:spTgt spid="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P spid="44" grpId="0" build="allAtOnce"/>
      <p:bldP spid="45" grpId="0" build="allAtOnce"/>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33FAD-240B-9227-029C-E81B48A69C26}"/>
            </a:ext>
          </a:extLst>
        </p:cNvPr>
        <p:cNvGrpSpPr/>
        <p:nvPr/>
      </p:nvGrpSpPr>
      <p:grpSpPr>
        <a:xfrm>
          <a:off x="0" y="0"/>
          <a:ext cx="0" cy="0"/>
          <a:chOff x="0" y="0"/>
          <a:chExt cx="0" cy="0"/>
        </a:xfrm>
      </p:grpSpPr>
      <p:sp>
        <p:nvSpPr>
          <p:cNvPr id="8" name="Card Affaires nouvelles lourdes">
            <a:extLst>
              <a:ext uri="{FF2B5EF4-FFF2-40B4-BE49-F238E27FC236}">
                <a16:creationId xmlns:a16="http://schemas.microsoft.com/office/drawing/2014/main" id="{DA61ED52-4E3B-1545-A505-CC5F35980BA1}"/>
              </a:ext>
            </a:extLst>
          </p:cNvPr>
          <p:cNvSpPr/>
          <p:nvPr/>
        </p:nvSpPr>
        <p:spPr>
          <a:xfrm>
            <a:off x="548638" y="1484486"/>
            <a:ext cx="3822945" cy="4202331"/>
          </a:xfrm>
          <a:prstGeom prst="roundRect">
            <a:avLst>
              <a:gd name="adj" fmla="val 5455"/>
            </a:avLst>
          </a:prstGeom>
          <a:solidFill>
            <a:schemeClr val="bg2"/>
          </a:solidFill>
          <a:ln w="12700">
            <a:solidFill>
              <a:schemeClr val="bg2"/>
            </a:solidFill>
            <a:prstDash val="solid"/>
          </a:ln>
        </p:spPr>
      </p:sp>
      <p:sp>
        <p:nvSpPr>
          <p:cNvPr id="2" name="Text 0">
            <a:extLst>
              <a:ext uri="{FF2B5EF4-FFF2-40B4-BE49-F238E27FC236}">
                <a16:creationId xmlns:a16="http://schemas.microsoft.com/office/drawing/2014/main" id="{33BCABAD-14EA-538E-D78A-855886A47853}"/>
              </a:ext>
            </a:extLst>
          </p:cNvPr>
          <p:cNvSpPr>
            <a:spLocks noGrp="1"/>
          </p:cNvSpPr>
          <p:nvPr>
            <p:ph type="title" idx="100"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dirty="0"/>
              <a:t>Etude de </a:t>
            </a:r>
            <a:r>
              <a:rPr lang="en-US" dirty="0" err="1"/>
              <a:t>l’éxistant</a:t>
            </a:r>
            <a:endParaRPr lang="en-US" sz="3400" dirty="0"/>
          </a:p>
        </p:txBody>
      </p:sp>
      <p:pic>
        <p:nvPicPr>
          <p:cNvPr id="36" name="Image 0" descr="FaUsers">
            <a:extLst>
              <a:ext uri="{FF2B5EF4-FFF2-40B4-BE49-F238E27FC236}">
                <a16:creationId xmlns:a16="http://schemas.microsoft.com/office/drawing/2014/main" id="{D6C7DEDB-2209-DE22-7624-25ECA0D8F4F3}"/>
              </a:ext>
            </a:extLst>
          </p:cNvPr>
          <p:cNvPicPr>
            <a:picLocks noChangeAspect="1"/>
          </p:cNvPicPr>
          <p:nvPr/>
        </p:nvPicPr>
        <p:blipFill>
          <a:blip r:embed="rId3"/>
          <a:stretch>
            <a:fillRect/>
          </a:stretch>
        </p:blipFill>
        <p:spPr>
          <a:xfrm>
            <a:off x="989381" y="5081321"/>
            <a:ext cx="261518" cy="261518"/>
          </a:xfrm>
          <a:prstGeom prst="rect">
            <a:avLst/>
          </a:prstGeom>
        </p:spPr>
      </p:pic>
      <p:pic>
        <p:nvPicPr>
          <p:cNvPr id="40" name="Image 1" descr="FaDatabase">
            <a:extLst>
              <a:ext uri="{FF2B5EF4-FFF2-40B4-BE49-F238E27FC236}">
                <a16:creationId xmlns:a16="http://schemas.microsoft.com/office/drawing/2014/main" id="{9AD84503-835D-BAE6-4AA9-56837F468BDC}"/>
              </a:ext>
            </a:extLst>
          </p:cNvPr>
          <p:cNvPicPr>
            <a:picLocks noChangeAspect="1"/>
          </p:cNvPicPr>
          <p:nvPr/>
        </p:nvPicPr>
        <p:blipFill>
          <a:blip r:embed="rId4"/>
          <a:stretch>
            <a:fillRect/>
          </a:stretch>
        </p:blipFill>
        <p:spPr>
          <a:xfrm>
            <a:off x="6640373" y="5081321"/>
            <a:ext cx="261518" cy="261518"/>
          </a:xfrm>
          <a:prstGeom prst="rect">
            <a:avLst/>
          </a:prstGeom>
        </p:spPr>
      </p:pic>
      <p:sp>
        <p:nvSpPr>
          <p:cNvPr id="3" name="Slide Number Placeholder 0">
            <a:extLst>
              <a:ext uri="{FF2B5EF4-FFF2-40B4-BE49-F238E27FC236}">
                <a16:creationId xmlns:a16="http://schemas.microsoft.com/office/drawing/2014/main" id="{8020CA93-D3DA-5EC0-759C-5285A4B5088F}"/>
              </a:ext>
            </a:extLst>
          </p:cNvPr>
          <p:cNvSpPr>
            <a:spLocks noGrp="1"/>
          </p:cNvSpPr>
          <p:nvPr>
            <p:ph type="sldNum" sz="quarter" idx="4294967295"/>
          </p:nvPr>
        </p:nvSpPr>
        <p:spPr>
          <a:xfrm>
            <a:off x="1097280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tx1"/>
                </a:solidFill>
              </a:defRPr>
            </a:lvl1pPr>
          </a:lstStyle>
          <a:p>
            <a:pPr algn="r"/>
            <a:r>
              <a:rPr lang="en-US" dirty="0"/>
              <a:t>8</a:t>
            </a:r>
          </a:p>
        </p:txBody>
      </p:sp>
      <p:sp>
        <p:nvSpPr>
          <p:cNvPr id="4" name="ZoneTexte 3">
            <a:extLst>
              <a:ext uri="{FF2B5EF4-FFF2-40B4-BE49-F238E27FC236}">
                <a16:creationId xmlns:a16="http://schemas.microsoft.com/office/drawing/2014/main" id="{2821108E-740A-4AF7-4F8B-571A7ABD79D1}"/>
              </a:ext>
            </a:extLst>
          </p:cNvPr>
          <p:cNvSpPr txBox="1"/>
          <p:nvPr/>
        </p:nvSpPr>
        <p:spPr>
          <a:xfrm>
            <a:off x="1691014" y="6413326"/>
            <a:ext cx="184731" cy="369332"/>
          </a:xfrm>
          <a:prstGeom prst="rect">
            <a:avLst/>
          </a:prstGeom>
          <a:noFill/>
        </p:spPr>
        <p:txBody>
          <a:bodyPr wrap="none" rtlCol="0">
            <a:spAutoFit/>
          </a:bodyPr>
          <a:lstStyle/>
          <a:p>
            <a:endParaRPr lang="LID4096" dirty="0"/>
          </a:p>
        </p:txBody>
      </p:sp>
      <p:sp>
        <p:nvSpPr>
          <p:cNvPr id="5" name="ZoneTexte 4">
            <a:extLst>
              <a:ext uri="{FF2B5EF4-FFF2-40B4-BE49-F238E27FC236}">
                <a16:creationId xmlns:a16="http://schemas.microsoft.com/office/drawing/2014/main" id="{F1DD2306-0319-7BC3-F3AD-9506985CE243}"/>
              </a:ext>
            </a:extLst>
          </p:cNvPr>
          <p:cNvSpPr txBox="1"/>
          <p:nvPr/>
        </p:nvSpPr>
        <p:spPr>
          <a:xfrm>
            <a:off x="824443" y="1980871"/>
            <a:ext cx="3359125" cy="400110"/>
          </a:xfrm>
          <a:prstGeom prst="rect">
            <a:avLst/>
          </a:prstGeom>
          <a:noFill/>
        </p:spPr>
        <p:txBody>
          <a:bodyPr wrap="none" rtlCol="0">
            <a:spAutoFit/>
          </a:bodyPr>
          <a:lstStyle/>
          <a:p>
            <a:r>
              <a:rPr lang="" sz="2000" dirty="0">
                <a:latin typeface="Times New Roman" panose="02020603050405020304" pitchFamily="18" charset="0"/>
                <a:cs typeface="Times New Roman" panose="02020603050405020304" pitchFamily="18" charset="0"/>
              </a:rPr>
              <a:t>Description du Système Actuel</a:t>
            </a:r>
            <a:endParaRPr lang="LID4096" sz="2000" dirty="0">
              <a:latin typeface="Times New Roman" panose="02020603050405020304" pitchFamily="18" charset="0"/>
              <a:cs typeface="Times New Roman" panose="02020603050405020304" pitchFamily="18" charset="0"/>
            </a:endParaRPr>
          </a:p>
        </p:txBody>
      </p:sp>
      <p:sp>
        <p:nvSpPr>
          <p:cNvPr id="6" name="ZoneTexte 5">
            <a:extLst>
              <a:ext uri="{FF2B5EF4-FFF2-40B4-BE49-F238E27FC236}">
                <a16:creationId xmlns:a16="http://schemas.microsoft.com/office/drawing/2014/main" id="{040C059D-7DDF-5860-51BE-1BCB09E47327}"/>
              </a:ext>
            </a:extLst>
          </p:cNvPr>
          <p:cNvSpPr txBox="1"/>
          <p:nvPr/>
        </p:nvSpPr>
        <p:spPr>
          <a:xfrm>
            <a:off x="824443" y="2515715"/>
            <a:ext cx="2699099" cy="2862322"/>
          </a:xfrm>
          <a:prstGeom prst="rect">
            <a:avLst/>
          </a:prstGeom>
          <a:noFill/>
        </p:spPr>
        <p:txBody>
          <a:bodyPr wrap="square" rtlCol="0">
            <a:spAutoFit/>
          </a:bodyPr>
          <a:lstStyle/>
          <a:p>
            <a:pPr marL="342900" indent="-342900">
              <a:buFont typeface="+mj-lt"/>
              <a:buAutoNum type="arabicPeriod"/>
            </a:pPr>
            <a:r>
              <a:rPr lang="" b="1" dirty="0"/>
              <a:t>Mission :</a:t>
            </a:r>
            <a:r>
              <a:rPr lang="" dirty="0"/>
              <a:t> Pilotage du cycle des contrats d'assurance automobile (Affaires nouvelles et Renouvellements).</a:t>
            </a:r>
          </a:p>
          <a:p>
            <a:pPr marL="342900" indent="-342900">
              <a:buFont typeface="+mj-lt"/>
              <a:buAutoNum type="arabicPeriod"/>
            </a:pPr>
            <a:r>
              <a:rPr lang="" b="1" dirty="0"/>
              <a:t>Acteurs clés en Agence :</a:t>
            </a:r>
            <a:r>
              <a:rPr lang="" dirty="0"/>
              <a:t> Chargé de Production Automobile, Directeur d'Agence et Caissier.</a:t>
            </a:r>
            <a:endParaRPr lang="LID4096" dirty="0"/>
          </a:p>
        </p:txBody>
      </p:sp>
      <p:sp>
        <p:nvSpPr>
          <p:cNvPr id="18" name="Card Affaires nouvelles lourdes">
            <a:extLst>
              <a:ext uri="{FF2B5EF4-FFF2-40B4-BE49-F238E27FC236}">
                <a16:creationId xmlns:a16="http://schemas.microsoft.com/office/drawing/2014/main" id="{7178C1C7-982A-BB94-ACBE-839CC9E02EE7}"/>
              </a:ext>
            </a:extLst>
          </p:cNvPr>
          <p:cNvSpPr/>
          <p:nvPr/>
        </p:nvSpPr>
        <p:spPr>
          <a:xfrm>
            <a:off x="5171340" y="3595009"/>
            <a:ext cx="6746340" cy="2742629"/>
          </a:xfrm>
          <a:prstGeom prst="roundRect">
            <a:avLst>
              <a:gd name="adj" fmla="val 5455"/>
            </a:avLst>
          </a:prstGeom>
          <a:solidFill>
            <a:schemeClr val="tx2"/>
          </a:solidFill>
          <a:ln w="12700">
            <a:solidFill>
              <a:schemeClr val="bg2"/>
            </a:solidFill>
            <a:prstDash val="solid"/>
          </a:ln>
        </p:spPr>
      </p:sp>
      <p:sp>
        <p:nvSpPr>
          <p:cNvPr id="20" name="ZoneTexte 19">
            <a:extLst>
              <a:ext uri="{FF2B5EF4-FFF2-40B4-BE49-F238E27FC236}">
                <a16:creationId xmlns:a16="http://schemas.microsoft.com/office/drawing/2014/main" id="{1F5C204A-83C2-088A-6D5A-4345743BAA46}"/>
              </a:ext>
            </a:extLst>
          </p:cNvPr>
          <p:cNvSpPr txBox="1"/>
          <p:nvPr/>
        </p:nvSpPr>
        <p:spPr>
          <a:xfrm>
            <a:off x="5458938" y="4590067"/>
            <a:ext cx="5990196" cy="1200329"/>
          </a:xfrm>
          <a:prstGeom prst="rect">
            <a:avLst/>
          </a:prstGeom>
          <a:noFill/>
        </p:spPr>
        <p:txBody>
          <a:bodyPr wrap="square" rtlCol="0">
            <a:spAutoFit/>
          </a:bodyPr>
          <a:lstStyle/>
          <a:p>
            <a:pPr marL="342900" indent="-342900">
              <a:buFont typeface="+mj-lt"/>
              <a:buAutoNum type="arabicPeriod"/>
            </a:pPr>
            <a:r>
              <a:rPr lang="" b="1" dirty="0">
                <a:solidFill>
                  <a:schemeClr val="bg1"/>
                </a:solidFill>
              </a:rPr>
              <a:t>Progiciel Odoo :</a:t>
            </a:r>
            <a:r>
              <a:rPr lang="" dirty="0">
                <a:solidFill>
                  <a:schemeClr val="bg1"/>
                </a:solidFill>
              </a:rPr>
              <a:t> Enregistrement des souscriptions et historisation de la base des assurés.</a:t>
            </a:r>
          </a:p>
          <a:p>
            <a:pPr marL="342900" indent="-342900">
              <a:buFont typeface="+mj-lt"/>
              <a:buAutoNum type="arabicPeriod"/>
            </a:pPr>
            <a:r>
              <a:rPr lang="" b="1" dirty="0">
                <a:solidFill>
                  <a:schemeClr val="bg1"/>
                </a:solidFill>
              </a:rPr>
              <a:t>Microsoft Excel :</a:t>
            </a:r>
            <a:r>
              <a:rPr lang="" dirty="0">
                <a:solidFill>
                  <a:schemeClr val="bg1"/>
                </a:solidFill>
              </a:rPr>
              <a:t> Utilisé en "mode dégradé" pour la saisie manuelle et les calculs en cas de panne réseau.</a:t>
            </a:r>
            <a:endParaRPr lang="LID4096" dirty="0">
              <a:solidFill>
                <a:schemeClr val="bg1"/>
              </a:solidFill>
            </a:endParaRPr>
          </a:p>
        </p:txBody>
      </p:sp>
      <p:sp>
        <p:nvSpPr>
          <p:cNvPr id="22" name="Card Affaires nouvelles lourdes">
            <a:extLst>
              <a:ext uri="{FF2B5EF4-FFF2-40B4-BE49-F238E27FC236}">
                <a16:creationId xmlns:a16="http://schemas.microsoft.com/office/drawing/2014/main" id="{E482DAE1-2C05-295D-6085-575A8E25D366}"/>
              </a:ext>
            </a:extLst>
          </p:cNvPr>
          <p:cNvSpPr/>
          <p:nvPr/>
        </p:nvSpPr>
        <p:spPr>
          <a:xfrm>
            <a:off x="5171340" y="501495"/>
            <a:ext cx="6746340" cy="2742629"/>
          </a:xfrm>
          <a:prstGeom prst="roundRect">
            <a:avLst>
              <a:gd name="adj" fmla="val 5455"/>
            </a:avLst>
          </a:prstGeom>
          <a:solidFill>
            <a:schemeClr val="accent2"/>
          </a:solidFill>
          <a:ln w="12700">
            <a:solidFill>
              <a:schemeClr val="bg2"/>
            </a:solidFill>
            <a:prstDash val="solid"/>
          </a:ln>
        </p:spPr>
      </p:sp>
      <p:sp>
        <p:nvSpPr>
          <p:cNvPr id="24" name="ZoneTexte 23">
            <a:extLst>
              <a:ext uri="{FF2B5EF4-FFF2-40B4-BE49-F238E27FC236}">
                <a16:creationId xmlns:a16="http://schemas.microsoft.com/office/drawing/2014/main" id="{68BCA3E2-E0FA-5614-A9F1-B5307D515B49}"/>
              </a:ext>
            </a:extLst>
          </p:cNvPr>
          <p:cNvSpPr txBox="1"/>
          <p:nvPr/>
        </p:nvSpPr>
        <p:spPr>
          <a:xfrm>
            <a:off x="5549412" y="1507814"/>
            <a:ext cx="5990196" cy="1200329"/>
          </a:xfrm>
          <a:prstGeom prst="rect">
            <a:avLst/>
          </a:prstGeom>
          <a:noFill/>
        </p:spPr>
        <p:txBody>
          <a:bodyPr wrap="square" rtlCol="0">
            <a:spAutoFit/>
          </a:bodyPr>
          <a:lstStyle/>
          <a:p>
            <a:pPr marL="342900" indent="-342900">
              <a:buFont typeface="+mj-lt"/>
              <a:buAutoNum type="arabicPeriod"/>
            </a:pPr>
            <a:r>
              <a:rPr lang="" b="1" dirty="0">
                <a:solidFill>
                  <a:schemeClr val="bg1"/>
                </a:solidFill>
              </a:rPr>
              <a:t>Pièces d'entrée obligatoires :</a:t>
            </a:r>
            <a:r>
              <a:rPr lang="" dirty="0">
                <a:solidFill>
                  <a:schemeClr val="bg1"/>
                </a:solidFill>
              </a:rPr>
              <a:t> Carte Grise (véhicule) et Carte d'Identité Nationale (souscripteur)</a:t>
            </a:r>
          </a:p>
          <a:p>
            <a:pPr marL="342900" indent="-342900">
              <a:buFont typeface="+mj-lt"/>
              <a:buAutoNum type="arabicPeriod"/>
            </a:pPr>
            <a:r>
              <a:rPr lang="" b="1" dirty="0">
                <a:solidFill>
                  <a:schemeClr val="bg1"/>
                </a:solidFill>
              </a:rPr>
              <a:t>Documents de sortie :</a:t>
            </a:r>
            <a:r>
              <a:rPr lang="" dirty="0">
                <a:solidFill>
                  <a:schemeClr val="bg1"/>
                </a:solidFill>
              </a:rPr>
              <a:t> Attestation officielle, Contrat d'assurance (en 3 exemplaires) et Dossier de Sinistre.</a:t>
            </a:r>
            <a:endParaRPr lang="LID4096" dirty="0">
              <a:solidFill>
                <a:schemeClr val="bg1"/>
              </a:solidFill>
            </a:endParaRPr>
          </a:p>
        </p:txBody>
      </p:sp>
      <p:sp>
        <p:nvSpPr>
          <p:cNvPr id="26" name="ZoneTexte 25">
            <a:extLst>
              <a:ext uri="{FF2B5EF4-FFF2-40B4-BE49-F238E27FC236}">
                <a16:creationId xmlns:a16="http://schemas.microsoft.com/office/drawing/2014/main" id="{6C08ECF5-3DC2-0033-A075-52FD6AF85388}"/>
              </a:ext>
            </a:extLst>
          </p:cNvPr>
          <p:cNvSpPr txBox="1"/>
          <p:nvPr/>
        </p:nvSpPr>
        <p:spPr>
          <a:xfrm>
            <a:off x="7024606" y="839985"/>
            <a:ext cx="2858860" cy="400110"/>
          </a:xfrm>
          <a:prstGeom prst="rect">
            <a:avLst/>
          </a:prstGeom>
          <a:noFill/>
        </p:spPr>
        <p:txBody>
          <a:bodyPr wrap="none" rtlCol="0">
            <a:spAutoFit/>
          </a:bodyPr>
          <a:lstStyle/>
          <a:p>
            <a:r>
              <a:rPr lang="" sz="2000" b="1" dirty="0">
                <a:solidFill>
                  <a:schemeClr val="bg1"/>
                </a:solidFill>
                <a:latin typeface="Times New Roman" panose="02020603050405020304" pitchFamily="18" charset="0"/>
                <a:cs typeface="Times New Roman" panose="02020603050405020304" pitchFamily="18" charset="0"/>
              </a:rPr>
              <a:t>Typologie Documentaire</a:t>
            </a:r>
            <a:endParaRPr lang="LID4096" sz="2000" b="1" dirty="0">
              <a:solidFill>
                <a:schemeClr val="bg1"/>
              </a:solidFill>
              <a:latin typeface="Times New Roman" panose="02020603050405020304" pitchFamily="18" charset="0"/>
              <a:cs typeface="Times New Roman" panose="02020603050405020304" pitchFamily="18" charset="0"/>
            </a:endParaRPr>
          </a:p>
        </p:txBody>
      </p:sp>
      <p:sp>
        <p:nvSpPr>
          <p:cNvPr id="30" name="ZoneTexte 29">
            <a:extLst>
              <a:ext uri="{FF2B5EF4-FFF2-40B4-BE49-F238E27FC236}">
                <a16:creationId xmlns:a16="http://schemas.microsoft.com/office/drawing/2014/main" id="{723405A6-AF2E-614B-775E-69965834510F}"/>
              </a:ext>
            </a:extLst>
          </p:cNvPr>
          <p:cNvSpPr txBox="1"/>
          <p:nvPr/>
        </p:nvSpPr>
        <p:spPr>
          <a:xfrm>
            <a:off x="6732860" y="3952010"/>
            <a:ext cx="3652154" cy="400110"/>
          </a:xfrm>
          <a:prstGeom prst="rect">
            <a:avLst/>
          </a:prstGeom>
          <a:noFill/>
        </p:spPr>
        <p:txBody>
          <a:bodyPr wrap="none" rtlCol="0">
            <a:spAutoFit/>
          </a:bodyPr>
          <a:lstStyle/>
          <a:p>
            <a:r>
              <a:rPr lang="" sz="2000" b="1" dirty="0">
                <a:solidFill>
                  <a:schemeClr val="bg1"/>
                </a:solidFill>
                <a:latin typeface="Times New Roman" panose="02020603050405020304" pitchFamily="18" charset="0"/>
                <a:cs typeface="Times New Roman" panose="02020603050405020304" pitchFamily="18" charset="0"/>
              </a:rPr>
              <a:t>Environnement Logiciel existan</a:t>
            </a:r>
            <a:endParaRPr lang="LID4096" sz="20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242582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7" presetClass="entr" presetSubtype="0" fill="hold" grpId="0" nodeType="click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1000"/>
                                        <p:tgtEl>
                                          <p:spTgt spid="24"/>
                                        </p:tgtEl>
                                      </p:cBhvr>
                                    </p:animEffect>
                                    <p:anim calcmode="lin" valueType="num">
                                      <p:cBhvr>
                                        <p:cTn id="25" dur="1000" fill="hold"/>
                                        <p:tgtEl>
                                          <p:spTgt spid="24"/>
                                        </p:tgtEl>
                                        <p:attrNameLst>
                                          <p:attrName>ppt_x</p:attrName>
                                        </p:attrNameLst>
                                      </p:cBhvr>
                                      <p:tavLst>
                                        <p:tav tm="0">
                                          <p:val>
                                            <p:strVal val="#ppt_x"/>
                                          </p:val>
                                        </p:tav>
                                        <p:tav tm="100000">
                                          <p:val>
                                            <p:strVal val="#ppt_x"/>
                                          </p:val>
                                        </p:tav>
                                      </p:tavLst>
                                    </p:anim>
                                    <p:anim calcmode="lin" valueType="num">
                                      <p:cBhvr>
                                        <p:cTn id="26" dur="1000" fill="hold"/>
                                        <p:tgtEl>
                                          <p:spTgt spid="24"/>
                                        </p:tgtEl>
                                        <p:attrNameLst>
                                          <p:attrName>ppt_y</p:attrName>
                                        </p:attrNameLst>
                                      </p:cBhvr>
                                      <p:tavLst>
                                        <p:tav tm="0">
                                          <p:val>
                                            <p:strVal val="#ppt_y-.1"/>
                                          </p:val>
                                        </p:tav>
                                        <p:tav tm="100000">
                                          <p:val>
                                            <p:strVal val="#ppt_y"/>
                                          </p:val>
                                        </p:tav>
                                      </p:tavLst>
                                    </p:anim>
                                  </p:childTnLst>
                                </p:cTn>
                              </p:par>
                              <p:par>
                                <p:cTn id="27" presetID="47"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1000"/>
                                        <p:tgtEl>
                                          <p:spTgt spid="22"/>
                                        </p:tgtEl>
                                      </p:cBhvr>
                                    </p:animEffect>
                                    <p:anim calcmode="lin" valueType="num">
                                      <p:cBhvr>
                                        <p:cTn id="30" dur="1000" fill="hold"/>
                                        <p:tgtEl>
                                          <p:spTgt spid="22"/>
                                        </p:tgtEl>
                                        <p:attrNameLst>
                                          <p:attrName>ppt_x</p:attrName>
                                        </p:attrNameLst>
                                      </p:cBhvr>
                                      <p:tavLst>
                                        <p:tav tm="0">
                                          <p:val>
                                            <p:strVal val="#ppt_x"/>
                                          </p:val>
                                        </p:tav>
                                        <p:tav tm="100000">
                                          <p:val>
                                            <p:strVal val="#ppt_x"/>
                                          </p:val>
                                        </p:tav>
                                      </p:tavLst>
                                    </p:anim>
                                    <p:anim calcmode="lin" valueType="num">
                                      <p:cBhvr>
                                        <p:cTn id="31" dur="1000" fill="hold"/>
                                        <p:tgtEl>
                                          <p:spTgt spid="22"/>
                                        </p:tgtEl>
                                        <p:attrNameLst>
                                          <p:attrName>ppt_y</p:attrName>
                                        </p:attrNameLst>
                                      </p:cBhvr>
                                      <p:tavLst>
                                        <p:tav tm="0">
                                          <p:val>
                                            <p:strVal val="#ppt_y-.1"/>
                                          </p:val>
                                        </p:tav>
                                        <p:tav tm="100000">
                                          <p:val>
                                            <p:strVal val="#ppt_y"/>
                                          </p:val>
                                        </p:tav>
                                      </p:tavLst>
                                    </p:anim>
                                  </p:childTnLst>
                                </p:cTn>
                              </p:par>
                              <p:par>
                                <p:cTn id="32" presetID="47" presetClass="entr" presetSubtype="0"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1000"/>
                                        <p:tgtEl>
                                          <p:spTgt spid="26"/>
                                        </p:tgtEl>
                                      </p:cBhvr>
                                    </p:animEffect>
                                    <p:anim calcmode="lin" valueType="num">
                                      <p:cBhvr>
                                        <p:cTn id="35" dur="1000" fill="hold"/>
                                        <p:tgtEl>
                                          <p:spTgt spid="26"/>
                                        </p:tgtEl>
                                        <p:attrNameLst>
                                          <p:attrName>ppt_x</p:attrName>
                                        </p:attrNameLst>
                                      </p:cBhvr>
                                      <p:tavLst>
                                        <p:tav tm="0">
                                          <p:val>
                                            <p:strVal val="#ppt_x"/>
                                          </p:val>
                                        </p:tav>
                                        <p:tav tm="100000">
                                          <p:val>
                                            <p:strVal val="#ppt_x"/>
                                          </p:val>
                                        </p:tav>
                                      </p:tavLst>
                                    </p:anim>
                                    <p:anim calcmode="lin" valueType="num">
                                      <p:cBhvr>
                                        <p:cTn id="36"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1000"/>
                                        <p:tgtEl>
                                          <p:spTgt spid="30"/>
                                        </p:tgtEl>
                                      </p:cBhvr>
                                    </p:animEffect>
                                    <p:anim calcmode="lin" valueType="num">
                                      <p:cBhvr>
                                        <p:cTn id="42" dur="1000" fill="hold"/>
                                        <p:tgtEl>
                                          <p:spTgt spid="30"/>
                                        </p:tgtEl>
                                        <p:attrNameLst>
                                          <p:attrName>ppt_x</p:attrName>
                                        </p:attrNameLst>
                                      </p:cBhvr>
                                      <p:tavLst>
                                        <p:tav tm="0">
                                          <p:val>
                                            <p:strVal val="#ppt_x"/>
                                          </p:val>
                                        </p:tav>
                                        <p:tav tm="100000">
                                          <p:val>
                                            <p:strVal val="#ppt_x"/>
                                          </p:val>
                                        </p:tav>
                                      </p:tavLst>
                                    </p:anim>
                                    <p:anim calcmode="lin" valueType="num">
                                      <p:cBhvr>
                                        <p:cTn id="43" dur="1000" fill="hold"/>
                                        <p:tgtEl>
                                          <p:spTgt spid="30"/>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1000"/>
                                        <p:tgtEl>
                                          <p:spTgt spid="20"/>
                                        </p:tgtEl>
                                      </p:cBhvr>
                                    </p:animEffect>
                                    <p:anim calcmode="lin" valueType="num">
                                      <p:cBhvr>
                                        <p:cTn id="47" dur="1000" fill="hold"/>
                                        <p:tgtEl>
                                          <p:spTgt spid="20"/>
                                        </p:tgtEl>
                                        <p:attrNameLst>
                                          <p:attrName>ppt_x</p:attrName>
                                        </p:attrNameLst>
                                      </p:cBhvr>
                                      <p:tavLst>
                                        <p:tav tm="0">
                                          <p:val>
                                            <p:strVal val="#ppt_x"/>
                                          </p:val>
                                        </p:tav>
                                        <p:tav tm="100000">
                                          <p:val>
                                            <p:strVal val="#ppt_x"/>
                                          </p:val>
                                        </p:tav>
                                      </p:tavLst>
                                    </p:anim>
                                    <p:anim calcmode="lin" valueType="num">
                                      <p:cBhvr>
                                        <p:cTn id="48" dur="1000" fill="hold"/>
                                        <p:tgtEl>
                                          <p:spTgt spid="20"/>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1000"/>
                                        <p:tgtEl>
                                          <p:spTgt spid="18"/>
                                        </p:tgtEl>
                                      </p:cBhvr>
                                    </p:animEffect>
                                    <p:anim calcmode="lin" valueType="num">
                                      <p:cBhvr>
                                        <p:cTn id="52" dur="1000" fill="hold"/>
                                        <p:tgtEl>
                                          <p:spTgt spid="18"/>
                                        </p:tgtEl>
                                        <p:attrNameLst>
                                          <p:attrName>ppt_x</p:attrName>
                                        </p:attrNameLst>
                                      </p:cBhvr>
                                      <p:tavLst>
                                        <p:tav tm="0">
                                          <p:val>
                                            <p:strVal val="#ppt_x"/>
                                          </p:val>
                                        </p:tav>
                                        <p:tav tm="100000">
                                          <p:val>
                                            <p:strVal val="#ppt_x"/>
                                          </p:val>
                                        </p:tav>
                                      </p:tavLst>
                                    </p:anim>
                                    <p:anim calcmode="lin" valueType="num">
                                      <p:cBhvr>
                                        <p:cTn id="53"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20" grpId="0"/>
      <p:bldP spid="24" grpId="0"/>
      <p:bldP spid="26" grpId="0"/>
      <p:bldP spid="30"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400" b="1" dirty="0">
                <a:solidFill>
                  <a:schemeClr val="tx2"/>
                </a:solidFill>
              </a:rPr>
              <a:t>Limites du système actuel</a:t>
            </a:r>
            <a:endParaRPr lang="en-US" sz="3400" dirty="0"/>
          </a:p>
        </p:txBody>
      </p:sp>
      <p:sp>
        <p:nvSpPr>
          <p:cNvPr id="4" name="Card Affaires nouvelles lourdes"/>
          <p:cNvSpPr/>
          <p:nvPr/>
        </p:nvSpPr>
        <p:spPr>
          <a:xfrm>
            <a:off x="548640" y="1645920"/>
            <a:ext cx="3520440" cy="2011680"/>
          </a:xfrm>
          <a:prstGeom prst="roundRect">
            <a:avLst>
              <a:gd name="adj" fmla="val 5455"/>
            </a:avLst>
          </a:prstGeom>
          <a:solidFill>
            <a:schemeClr val="bg2"/>
          </a:solidFill>
          <a:ln w="12700">
            <a:solidFill>
              <a:schemeClr val="bg2"/>
            </a:solidFill>
            <a:prstDash val="solid"/>
          </a:ln>
        </p:spPr>
      </p:sp>
      <p:sp>
        <p:nvSpPr>
          <p:cNvPr id="5" name="Pastille FaPen"/>
          <p:cNvSpPr/>
          <p:nvPr/>
        </p:nvSpPr>
        <p:spPr>
          <a:xfrm>
            <a:off x="822960" y="2354580"/>
            <a:ext cx="594360" cy="594360"/>
          </a:xfrm>
          <a:prstGeom prst="ellipse">
            <a:avLst/>
          </a:prstGeom>
          <a:solidFill>
            <a:schemeClr val="accent2"/>
          </a:solidFill>
          <a:ln w="12700">
            <a:solidFill>
              <a:schemeClr val="accent2"/>
            </a:solidFill>
            <a:prstDash val="solid"/>
          </a:ln>
        </p:spPr>
      </p:sp>
      <p:pic>
        <p:nvPicPr>
          <p:cNvPr id="6" name="Image 0" descr="FaPen"/>
          <p:cNvPicPr>
            <a:picLocks noChangeAspect="1"/>
          </p:cNvPicPr>
          <p:nvPr/>
        </p:nvPicPr>
        <p:blipFill>
          <a:blip r:embed="rId3"/>
          <a:stretch>
            <a:fillRect/>
          </a:stretch>
        </p:blipFill>
        <p:spPr>
          <a:xfrm>
            <a:off x="989381" y="2521001"/>
            <a:ext cx="261518" cy="261518"/>
          </a:xfrm>
          <a:prstGeom prst="rect">
            <a:avLst/>
          </a:prstGeom>
        </p:spPr>
      </p:pic>
      <p:sp>
        <p:nvSpPr>
          <p:cNvPr id="7" name="Text 3"/>
          <p:cNvSpPr txBox="1"/>
          <p:nvPr/>
        </p:nvSpPr>
        <p:spPr>
          <a:xfrm>
            <a:off x="1645920" y="1737360"/>
            <a:ext cx="2148840" cy="1828800"/>
          </a:xfrm>
          <a:prstGeom prst="rect">
            <a:avLst/>
          </a:prstGeom>
          <a:noFill/>
          <a:ln/>
        </p:spPr>
        <p:txBody>
          <a:bodyPr wrap="square" lIns="0" tIns="0" rIns="0" bIns="0" rtlCol="0" anchor="ctr"/>
          <a:lstStyle/>
          <a:p>
            <a:pPr marL="0" indent="0">
              <a:buNone/>
            </a:pPr>
            <a:r>
              <a:rPr lang="en-US" sz="1800" b="1" dirty="0">
                <a:solidFill>
                  <a:schemeClr val="tx2"/>
                </a:solidFill>
              </a:rPr>
              <a:t>Affaires nouvelles lourdes</a:t>
            </a:r>
            <a:endParaRPr lang="en-US" sz="1800" dirty="0"/>
          </a:p>
          <a:p>
            <a:pPr marL="0" indent="0">
              <a:buNone/>
            </a:pPr>
            <a:r>
              <a:rPr lang="en-US" sz="1400" dirty="0">
                <a:solidFill>
                  <a:schemeClr val="tx1"/>
                </a:solidFill>
              </a:rPr>
              <a:t>Ressaisie manuelle des justificatifs et déplacements du document entre bureaux.</a:t>
            </a:r>
            <a:endParaRPr lang="en-US" sz="1800" dirty="0"/>
          </a:p>
        </p:txBody>
      </p:sp>
      <p:sp>
        <p:nvSpPr>
          <p:cNvPr id="8" name="Card Goulot de validation"/>
          <p:cNvSpPr/>
          <p:nvPr/>
        </p:nvSpPr>
        <p:spPr>
          <a:xfrm>
            <a:off x="4334256" y="1645920"/>
            <a:ext cx="3520440" cy="2011680"/>
          </a:xfrm>
          <a:prstGeom prst="roundRect">
            <a:avLst>
              <a:gd name="adj" fmla="val 5455"/>
            </a:avLst>
          </a:prstGeom>
          <a:solidFill>
            <a:schemeClr val="bg2"/>
          </a:solidFill>
          <a:ln w="12700">
            <a:solidFill>
              <a:schemeClr val="bg2"/>
            </a:solidFill>
            <a:prstDash val="solid"/>
          </a:ln>
        </p:spPr>
      </p:sp>
      <p:sp>
        <p:nvSpPr>
          <p:cNvPr id="9" name="Pastille FaClock"/>
          <p:cNvSpPr/>
          <p:nvPr/>
        </p:nvSpPr>
        <p:spPr>
          <a:xfrm>
            <a:off x="4608576" y="2354580"/>
            <a:ext cx="594360" cy="594360"/>
          </a:xfrm>
          <a:prstGeom prst="ellipse">
            <a:avLst/>
          </a:prstGeom>
          <a:solidFill>
            <a:schemeClr val="accent2"/>
          </a:solidFill>
          <a:ln w="12700">
            <a:solidFill>
              <a:schemeClr val="accent2"/>
            </a:solidFill>
            <a:prstDash val="solid"/>
          </a:ln>
        </p:spPr>
      </p:sp>
      <p:pic>
        <p:nvPicPr>
          <p:cNvPr id="10" name="Image 1" descr="FaClock"/>
          <p:cNvPicPr>
            <a:picLocks noChangeAspect="1"/>
          </p:cNvPicPr>
          <p:nvPr/>
        </p:nvPicPr>
        <p:blipFill>
          <a:blip r:embed="rId4"/>
          <a:stretch>
            <a:fillRect/>
          </a:stretch>
        </p:blipFill>
        <p:spPr>
          <a:xfrm>
            <a:off x="4774997" y="2521001"/>
            <a:ext cx="261518" cy="261518"/>
          </a:xfrm>
          <a:prstGeom prst="rect">
            <a:avLst/>
          </a:prstGeom>
        </p:spPr>
      </p:pic>
      <p:sp>
        <p:nvSpPr>
          <p:cNvPr id="11" name="Text 6"/>
          <p:cNvSpPr txBox="1"/>
          <p:nvPr/>
        </p:nvSpPr>
        <p:spPr>
          <a:xfrm>
            <a:off x="5431536" y="1737360"/>
            <a:ext cx="2148840" cy="1828800"/>
          </a:xfrm>
          <a:prstGeom prst="rect">
            <a:avLst/>
          </a:prstGeom>
          <a:noFill/>
          <a:ln/>
        </p:spPr>
        <p:txBody>
          <a:bodyPr wrap="square" lIns="0" tIns="0" rIns="0" bIns="0" rtlCol="0" anchor="ctr"/>
          <a:lstStyle/>
          <a:p>
            <a:pPr marL="0" indent="0">
              <a:buNone/>
            </a:pPr>
            <a:r>
              <a:rPr lang="en-US" sz="1800" b="1" dirty="0">
                <a:solidFill>
                  <a:schemeClr val="tx2"/>
                </a:solidFill>
              </a:rPr>
              <a:t>Goulot de validation</a:t>
            </a:r>
            <a:endParaRPr lang="en-US" sz="1800" dirty="0"/>
          </a:p>
          <a:p>
            <a:pPr marL="0" indent="0">
              <a:buNone/>
            </a:pPr>
            <a:r>
              <a:rPr lang="en-US" sz="1400" dirty="0">
                <a:solidFill>
                  <a:schemeClr val="tx1"/>
                </a:solidFill>
              </a:rPr>
              <a:t>La signature physique du Directeur précède la caisse : le client attend.</a:t>
            </a:r>
            <a:endParaRPr lang="en-US" sz="1800" dirty="0"/>
          </a:p>
        </p:txBody>
      </p:sp>
      <p:sp>
        <p:nvSpPr>
          <p:cNvPr id="12" name="Card Dépendance à Internet"/>
          <p:cNvSpPr/>
          <p:nvPr/>
        </p:nvSpPr>
        <p:spPr>
          <a:xfrm>
            <a:off x="8119872" y="1645920"/>
            <a:ext cx="3520440" cy="2011680"/>
          </a:xfrm>
          <a:prstGeom prst="roundRect">
            <a:avLst>
              <a:gd name="adj" fmla="val 5455"/>
            </a:avLst>
          </a:prstGeom>
          <a:solidFill>
            <a:schemeClr val="bg2"/>
          </a:solidFill>
          <a:ln w="12700">
            <a:solidFill>
              <a:schemeClr val="bg2"/>
            </a:solidFill>
            <a:prstDash val="solid"/>
          </a:ln>
        </p:spPr>
      </p:sp>
      <p:sp>
        <p:nvSpPr>
          <p:cNvPr id="13" name="Pastille FaWifi"/>
          <p:cNvSpPr/>
          <p:nvPr/>
        </p:nvSpPr>
        <p:spPr>
          <a:xfrm>
            <a:off x="8394192" y="2354580"/>
            <a:ext cx="594360" cy="594360"/>
          </a:xfrm>
          <a:prstGeom prst="ellipse">
            <a:avLst/>
          </a:prstGeom>
          <a:solidFill>
            <a:schemeClr val="accent2"/>
          </a:solidFill>
          <a:ln w="12700">
            <a:solidFill>
              <a:schemeClr val="accent2"/>
            </a:solidFill>
            <a:prstDash val="solid"/>
          </a:ln>
        </p:spPr>
      </p:sp>
      <p:pic>
        <p:nvPicPr>
          <p:cNvPr id="14" name="Image 2" descr="FaWifi"/>
          <p:cNvPicPr>
            <a:picLocks noChangeAspect="1"/>
          </p:cNvPicPr>
          <p:nvPr/>
        </p:nvPicPr>
        <p:blipFill>
          <a:blip r:embed="rId5"/>
          <a:stretch>
            <a:fillRect/>
          </a:stretch>
        </p:blipFill>
        <p:spPr>
          <a:xfrm>
            <a:off x="8560613" y="2521001"/>
            <a:ext cx="261518" cy="261518"/>
          </a:xfrm>
          <a:prstGeom prst="rect">
            <a:avLst/>
          </a:prstGeom>
        </p:spPr>
      </p:pic>
      <p:sp>
        <p:nvSpPr>
          <p:cNvPr id="15" name="Text 9"/>
          <p:cNvSpPr txBox="1"/>
          <p:nvPr/>
        </p:nvSpPr>
        <p:spPr>
          <a:xfrm>
            <a:off x="9217152" y="1737360"/>
            <a:ext cx="2148840" cy="1828800"/>
          </a:xfrm>
          <a:prstGeom prst="rect">
            <a:avLst/>
          </a:prstGeom>
          <a:noFill/>
          <a:ln/>
        </p:spPr>
        <p:txBody>
          <a:bodyPr wrap="square" lIns="0" tIns="0" rIns="0" bIns="0" rtlCol="0" anchor="ctr"/>
          <a:lstStyle/>
          <a:p>
            <a:pPr marL="0" indent="0">
              <a:buNone/>
            </a:pPr>
            <a:r>
              <a:rPr lang="en-US" sz="1800" b="1" dirty="0">
                <a:solidFill>
                  <a:schemeClr val="tx2"/>
                </a:solidFill>
              </a:rPr>
              <a:t>Dépendance à Internet</a:t>
            </a:r>
            <a:endParaRPr lang="en-US" sz="1800" dirty="0"/>
          </a:p>
          <a:p>
            <a:pPr marL="0" indent="0">
              <a:buNone/>
            </a:pPr>
            <a:r>
              <a:rPr lang="en-US" sz="1400" dirty="0">
                <a:solidFill>
                  <a:schemeClr val="tx1"/>
                </a:solidFill>
              </a:rPr>
              <a:t>Sans réseau, Odoo est inaccessible : bascule sur Excel et double saisie.</a:t>
            </a:r>
            <a:endParaRPr lang="en-US" sz="1800" dirty="0"/>
          </a:p>
        </p:txBody>
      </p:sp>
      <p:sp>
        <p:nvSpPr>
          <p:cNvPr id="16" name="Card Corrections complexes"/>
          <p:cNvSpPr/>
          <p:nvPr/>
        </p:nvSpPr>
        <p:spPr>
          <a:xfrm>
            <a:off x="548640" y="3840480"/>
            <a:ext cx="3520440" cy="2011680"/>
          </a:xfrm>
          <a:prstGeom prst="roundRect">
            <a:avLst>
              <a:gd name="adj" fmla="val 5455"/>
            </a:avLst>
          </a:prstGeom>
          <a:solidFill>
            <a:schemeClr val="bg2"/>
          </a:solidFill>
          <a:ln w="12700">
            <a:solidFill>
              <a:schemeClr val="bg2"/>
            </a:solidFill>
            <a:prstDash val="solid"/>
          </a:ln>
        </p:spPr>
      </p:sp>
      <p:sp>
        <p:nvSpPr>
          <p:cNvPr id="17" name="Pastille FaExclamationTriangle"/>
          <p:cNvSpPr/>
          <p:nvPr/>
        </p:nvSpPr>
        <p:spPr>
          <a:xfrm>
            <a:off x="822960" y="4549140"/>
            <a:ext cx="594360" cy="594360"/>
          </a:xfrm>
          <a:prstGeom prst="ellipse">
            <a:avLst/>
          </a:prstGeom>
          <a:solidFill>
            <a:schemeClr val="accent2"/>
          </a:solidFill>
          <a:ln w="12700">
            <a:solidFill>
              <a:schemeClr val="accent2"/>
            </a:solidFill>
            <a:prstDash val="solid"/>
          </a:ln>
        </p:spPr>
      </p:sp>
      <p:pic>
        <p:nvPicPr>
          <p:cNvPr id="18" name="Image 3" descr="FaExclamationTriangle"/>
          <p:cNvPicPr>
            <a:picLocks noChangeAspect="1"/>
          </p:cNvPicPr>
          <p:nvPr/>
        </p:nvPicPr>
        <p:blipFill>
          <a:blip r:embed="rId6"/>
          <a:stretch>
            <a:fillRect/>
          </a:stretch>
        </p:blipFill>
        <p:spPr>
          <a:xfrm>
            <a:off x="989381" y="4715561"/>
            <a:ext cx="261518" cy="261518"/>
          </a:xfrm>
          <a:prstGeom prst="rect">
            <a:avLst/>
          </a:prstGeom>
        </p:spPr>
      </p:pic>
      <p:sp>
        <p:nvSpPr>
          <p:cNvPr id="19" name="Text 12"/>
          <p:cNvSpPr txBox="1"/>
          <p:nvPr/>
        </p:nvSpPr>
        <p:spPr>
          <a:xfrm>
            <a:off x="1645920" y="3931920"/>
            <a:ext cx="2148840" cy="1828800"/>
          </a:xfrm>
          <a:prstGeom prst="rect">
            <a:avLst/>
          </a:prstGeom>
          <a:noFill/>
          <a:ln/>
        </p:spPr>
        <p:txBody>
          <a:bodyPr wrap="square" lIns="0" tIns="0" rIns="0" bIns="0" rtlCol="0" anchor="ctr"/>
          <a:lstStyle/>
          <a:p>
            <a:pPr marL="0" indent="0">
              <a:buNone/>
            </a:pPr>
            <a:r>
              <a:rPr lang="en-US" sz="1800" b="1" dirty="0">
                <a:solidFill>
                  <a:schemeClr val="tx2"/>
                </a:solidFill>
              </a:rPr>
              <a:t>Corrections complexes</a:t>
            </a:r>
            <a:endParaRPr lang="en-US" sz="1800" dirty="0"/>
          </a:p>
          <a:p>
            <a:pPr marL="0" indent="0">
              <a:buNone/>
            </a:pPr>
            <a:r>
              <a:rPr lang="en-US" sz="1400" dirty="0">
                <a:solidFill>
                  <a:schemeClr val="tx1"/>
                </a:solidFill>
              </a:rPr>
              <a:t>Une erreur détectée après l'envoi mensuel impose des régularisations avec le siège.</a:t>
            </a:r>
            <a:endParaRPr lang="en-US" sz="1800" dirty="0"/>
          </a:p>
        </p:txBody>
      </p:sp>
      <p:sp>
        <p:nvSpPr>
          <p:cNvPr id="20" name="Card Transmission tardive"/>
          <p:cNvSpPr/>
          <p:nvPr/>
        </p:nvSpPr>
        <p:spPr>
          <a:xfrm>
            <a:off x="4334256" y="3840480"/>
            <a:ext cx="3520440" cy="2011680"/>
          </a:xfrm>
          <a:prstGeom prst="roundRect">
            <a:avLst>
              <a:gd name="adj" fmla="val 5455"/>
            </a:avLst>
          </a:prstGeom>
          <a:solidFill>
            <a:schemeClr val="bg2"/>
          </a:solidFill>
          <a:ln w="12700">
            <a:solidFill>
              <a:schemeClr val="bg2"/>
            </a:solidFill>
            <a:prstDash val="solid"/>
          </a:ln>
        </p:spPr>
      </p:sp>
      <p:sp>
        <p:nvSpPr>
          <p:cNvPr id="21" name="Pastille FaFolderOpen"/>
          <p:cNvSpPr/>
          <p:nvPr/>
        </p:nvSpPr>
        <p:spPr>
          <a:xfrm>
            <a:off x="4608576" y="4549140"/>
            <a:ext cx="594360" cy="594360"/>
          </a:xfrm>
          <a:prstGeom prst="ellipse">
            <a:avLst/>
          </a:prstGeom>
          <a:solidFill>
            <a:schemeClr val="accent2"/>
          </a:solidFill>
          <a:ln w="12700">
            <a:solidFill>
              <a:schemeClr val="accent2"/>
            </a:solidFill>
            <a:prstDash val="solid"/>
          </a:ln>
        </p:spPr>
      </p:sp>
      <p:pic>
        <p:nvPicPr>
          <p:cNvPr id="22" name="Image 4" descr="FaFolderOpen"/>
          <p:cNvPicPr>
            <a:picLocks noChangeAspect="1"/>
          </p:cNvPicPr>
          <p:nvPr/>
        </p:nvPicPr>
        <p:blipFill>
          <a:blip r:embed="rId7"/>
          <a:stretch>
            <a:fillRect/>
          </a:stretch>
        </p:blipFill>
        <p:spPr>
          <a:xfrm>
            <a:off x="4774997" y="4715561"/>
            <a:ext cx="261518" cy="261518"/>
          </a:xfrm>
          <a:prstGeom prst="rect">
            <a:avLst/>
          </a:prstGeom>
        </p:spPr>
      </p:pic>
      <p:sp>
        <p:nvSpPr>
          <p:cNvPr id="23" name="Text 15"/>
          <p:cNvSpPr txBox="1"/>
          <p:nvPr/>
        </p:nvSpPr>
        <p:spPr>
          <a:xfrm>
            <a:off x="5431536" y="3931920"/>
            <a:ext cx="2148840" cy="1828800"/>
          </a:xfrm>
          <a:prstGeom prst="rect">
            <a:avLst/>
          </a:prstGeom>
          <a:noFill/>
          <a:ln/>
        </p:spPr>
        <p:txBody>
          <a:bodyPr wrap="square" lIns="0" tIns="0" rIns="0" bIns="0" rtlCol="0" anchor="ctr"/>
          <a:lstStyle/>
          <a:p>
            <a:pPr marL="0" indent="0">
              <a:buNone/>
            </a:pPr>
            <a:r>
              <a:rPr lang="en-US" sz="1800" b="1" dirty="0">
                <a:solidFill>
                  <a:schemeClr val="tx2"/>
                </a:solidFill>
              </a:rPr>
              <a:t>Transmission tardive</a:t>
            </a:r>
            <a:endParaRPr lang="en-US" sz="1800" dirty="0"/>
          </a:p>
          <a:p>
            <a:pPr marL="0" indent="0">
              <a:buNone/>
            </a:pPr>
            <a:r>
              <a:rPr lang="en-US" sz="1400" dirty="0">
                <a:solidFill>
                  <a:schemeClr val="tx1"/>
                </a:solidFill>
              </a:rPr>
              <a:t>Dossiers envoyés au siège une fois par mois : consolidation différée.</a:t>
            </a:r>
            <a:endParaRPr lang="en-US" sz="1800" dirty="0"/>
          </a:p>
        </p:txBody>
      </p:sp>
      <p:sp>
        <p:nvSpPr>
          <p:cNvPr id="24" name="Card À conserver"/>
          <p:cNvSpPr/>
          <p:nvPr/>
        </p:nvSpPr>
        <p:spPr>
          <a:xfrm>
            <a:off x="8119872" y="3840480"/>
            <a:ext cx="3520440" cy="2011680"/>
          </a:xfrm>
          <a:prstGeom prst="roundRect">
            <a:avLst>
              <a:gd name="adj" fmla="val 5455"/>
            </a:avLst>
          </a:prstGeom>
          <a:solidFill>
            <a:schemeClr val="tx2"/>
          </a:solidFill>
          <a:ln w="12700">
            <a:solidFill>
              <a:schemeClr val="tx2"/>
            </a:solidFill>
            <a:prstDash val="solid"/>
          </a:ln>
        </p:spPr>
      </p:sp>
      <p:sp>
        <p:nvSpPr>
          <p:cNvPr id="25" name="Pastille FaCheckCircle"/>
          <p:cNvSpPr/>
          <p:nvPr/>
        </p:nvSpPr>
        <p:spPr>
          <a:xfrm>
            <a:off x="8394192" y="4549140"/>
            <a:ext cx="594360" cy="594360"/>
          </a:xfrm>
          <a:prstGeom prst="ellipse">
            <a:avLst/>
          </a:prstGeom>
          <a:solidFill>
            <a:schemeClr val="accent1"/>
          </a:solidFill>
          <a:ln w="12700">
            <a:solidFill>
              <a:schemeClr val="accent1"/>
            </a:solidFill>
            <a:prstDash val="solid"/>
          </a:ln>
        </p:spPr>
      </p:sp>
      <p:pic>
        <p:nvPicPr>
          <p:cNvPr id="26" name="Image 5" descr="FaCheckCircle"/>
          <p:cNvPicPr>
            <a:picLocks noChangeAspect="1"/>
          </p:cNvPicPr>
          <p:nvPr/>
        </p:nvPicPr>
        <p:blipFill>
          <a:blip r:embed="rId8"/>
          <a:stretch>
            <a:fillRect/>
          </a:stretch>
        </p:blipFill>
        <p:spPr>
          <a:xfrm>
            <a:off x="8560613" y="4715561"/>
            <a:ext cx="261518" cy="261518"/>
          </a:xfrm>
          <a:prstGeom prst="rect">
            <a:avLst/>
          </a:prstGeom>
        </p:spPr>
      </p:pic>
      <p:sp>
        <p:nvSpPr>
          <p:cNvPr id="27" name="Text 18"/>
          <p:cNvSpPr txBox="1"/>
          <p:nvPr/>
        </p:nvSpPr>
        <p:spPr>
          <a:xfrm>
            <a:off x="9217152" y="3931920"/>
            <a:ext cx="2148840" cy="1828800"/>
          </a:xfrm>
          <a:prstGeom prst="rect">
            <a:avLst/>
          </a:prstGeom>
          <a:noFill/>
          <a:ln/>
        </p:spPr>
        <p:txBody>
          <a:bodyPr wrap="square" lIns="0" tIns="0" rIns="0" bIns="0" rtlCol="0" anchor="ctr"/>
          <a:lstStyle/>
          <a:p>
            <a:pPr marL="0" indent="0">
              <a:buNone/>
            </a:pPr>
            <a:r>
              <a:rPr lang="en-US" sz="1800" b="1" dirty="0">
                <a:solidFill>
                  <a:schemeClr val="bg1"/>
                </a:solidFill>
              </a:rPr>
              <a:t>À conserver</a:t>
            </a:r>
            <a:endParaRPr lang="en-US" sz="1800" dirty="0"/>
          </a:p>
          <a:p>
            <a:pPr marL="0" indent="0">
              <a:buNone/>
            </a:pPr>
            <a:r>
              <a:rPr lang="en-US" sz="1400" dirty="0">
                <a:solidFill>
                  <a:schemeClr val="bg1"/>
                </a:solidFill>
              </a:rPr>
              <a:t>Double signature, contrôle de la caisse, trois exemplaires : sécurité et traçabilité.</a:t>
            </a:r>
            <a:endParaRPr lang="en-US" sz="1800" dirty="0"/>
          </a:p>
        </p:txBody>
      </p:sp>
      <p:sp>
        <p:nvSpPr>
          <p:cNvPr id="3"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1"/>
                </a:solidFill>
              </a:defRPr>
            </a:lvl1pPr>
          </a:lstStyle>
          <a:p>
            <a:pPr algn="r"/>
            <a:r>
              <a:rPr lang="en-US" b="0" dirty="0"/>
              <a:t>9</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p14:prism dir="u"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anim calcmode="lin" valueType="num">
                                      <p:cBhvr>
                                        <p:cTn id="23" dur="1000" fill="hold"/>
                                        <p:tgtEl>
                                          <p:spTgt spid="4"/>
                                        </p:tgtEl>
                                        <p:attrNameLst>
                                          <p:attrName>ppt_x</p:attrName>
                                        </p:attrNameLst>
                                      </p:cBhvr>
                                      <p:tavLst>
                                        <p:tav tm="0">
                                          <p:val>
                                            <p:strVal val="#ppt_x"/>
                                          </p:val>
                                        </p:tav>
                                        <p:tav tm="100000">
                                          <p:val>
                                            <p:strVal val="#ppt_x"/>
                                          </p:val>
                                        </p:tav>
                                      </p:tavLst>
                                    </p:anim>
                                    <p:anim calcmode="lin" valueType="num">
                                      <p:cBhvr>
                                        <p:cTn id="2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1000"/>
                                        <p:tgtEl>
                                          <p:spTgt spid="10"/>
                                        </p:tgtEl>
                                      </p:cBhvr>
                                    </p:animEffect>
                                    <p:anim calcmode="lin" valueType="num">
                                      <p:cBhvr>
                                        <p:cTn id="30" dur="1000" fill="hold"/>
                                        <p:tgtEl>
                                          <p:spTgt spid="10"/>
                                        </p:tgtEl>
                                        <p:attrNameLst>
                                          <p:attrName>ppt_x</p:attrName>
                                        </p:attrNameLst>
                                      </p:cBhvr>
                                      <p:tavLst>
                                        <p:tav tm="0">
                                          <p:val>
                                            <p:strVal val="#ppt_x"/>
                                          </p:val>
                                        </p:tav>
                                        <p:tav tm="100000">
                                          <p:val>
                                            <p:strVal val="#ppt_x"/>
                                          </p:val>
                                        </p:tav>
                                      </p:tavLst>
                                    </p:anim>
                                    <p:anim calcmode="lin" valueType="num">
                                      <p:cBhvr>
                                        <p:cTn id="31" dur="1000" fill="hold"/>
                                        <p:tgtEl>
                                          <p:spTgt spid="10"/>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1000"/>
                                        <p:tgtEl>
                                          <p:spTgt spid="9"/>
                                        </p:tgtEl>
                                      </p:cBhvr>
                                    </p:animEffect>
                                    <p:anim calcmode="lin" valueType="num">
                                      <p:cBhvr>
                                        <p:cTn id="35" dur="1000" fill="hold"/>
                                        <p:tgtEl>
                                          <p:spTgt spid="9"/>
                                        </p:tgtEl>
                                        <p:attrNameLst>
                                          <p:attrName>ppt_x</p:attrName>
                                        </p:attrNameLst>
                                      </p:cBhvr>
                                      <p:tavLst>
                                        <p:tav tm="0">
                                          <p:val>
                                            <p:strVal val="#ppt_x"/>
                                          </p:val>
                                        </p:tav>
                                        <p:tav tm="100000">
                                          <p:val>
                                            <p:strVal val="#ppt_x"/>
                                          </p:val>
                                        </p:tav>
                                      </p:tavLst>
                                    </p:anim>
                                    <p:anim calcmode="lin" valueType="num">
                                      <p:cBhvr>
                                        <p:cTn id="36" dur="1000" fill="hold"/>
                                        <p:tgtEl>
                                          <p:spTgt spid="9"/>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1000"/>
                                        <p:tgtEl>
                                          <p:spTgt spid="8"/>
                                        </p:tgtEl>
                                      </p:cBhvr>
                                    </p:animEffect>
                                    <p:anim calcmode="lin" valueType="num">
                                      <p:cBhvr>
                                        <p:cTn id="40" dur="1000" fill="hold"/>
                                        <p:tgtEl>
                                          <p:spTgt spid="8"/>
                                        </p:tgtEl>
                                        <p:attrNameLst>
                                          <p:attrName>ppt_x</p:attrName>
                                        </p:attrNameLst>
                                      </p:cBhvr>
                                      <p:tavLst>
                                        <p:tav tm="0">
                                          <p:val>
                                            <p:strVal val="#ppt_x"/>
                                          </p:val>
                                        </p:tav>
                                        <p:tav tm="100000">
                                          <p:val>
                                            <p:strVal val="#ppt_x"/>
                                          </p:val>
                                        </p:tav>
                                      </p:tavLst>
                                    </p:anim>
                                    <p:anim calcmode="lin" valueType="num">
                                      <p:cBhvr>
                                        <p:cTn id="41" dur="1000" fill="hold"/>
                                        <p:tgtEl>
                                          <p:spTgt spid="8"/>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1000"/>
                                        <p:tgtEl>
                                          <p:spTgt spid="11"/>
                                        </p:tgtEl>
                                      </p:cBhvr>
                                    </p:animEffect>
                                    <p:anim calcmode="lin" valueType="num">
                                      <p:cBhvr>
                                        <p:cTn id="45" dur="1000" fill="hold"/>
                                        <p:tgtEl>
                                          <p:spTgt spid="11"/>
                                        </p:tgtEl>
                                        <p:attrNameLst>
                                          <p:attrName>ppt_x</p:attrName>
                                        </p:attrNameLst>
                                      </p:cBhvr>
                                      <p:tavLst>
                                        <p:tav tm="0">
                                          <p:val>
                                            <p:strVal val="#ppt_x"/>
                                          </p:val>
                                        </p:tav>
                                        <p:tav tm="100000">
                                          <p:val>
                                            <p:strVal val="#ppt_x"/>
                                          </p:val>
                                        </p:tav>
                                      </p:tavLst>
                                    </p:anim>
                                    <p:anim calcmode="lin" valueType="num">
                                      <p:cBhvr>
                                        <p:cTn id="4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1000"/>
                                        <p:tgtEl>
                                          <p:spTgt spid="14"/>
                                        </p:tgtEl>
                                      </p:cBhvr>
                                    </p:animEffect>
                                    <p:anim calcmode="lin" valueType="num">
                                      <p:cBhvr>
                                        <p:cTn id="52" dur="1000" fill="hold"/>
                                        <p:tgtEl>
                                          <p:spTgt spid="14"/>
                                        </p:tgtEl>
                                        <p:attrNameLst>
                                          <p:attrName>ppt_x</p:attrName>
                                        </p:attrNameLst>
                                      </p:cBhvr>
                                      <p:tavLst>
                                        <p:tav tm="0">
                                          <p:val>
                                            <p:strVal val="#ppt_x"/>
                                          </p:val>
                                        </p:tav>
                                        <p:tav tm="100000">
                                          <p:val>
                                            <p:strVal val="#ppt_x"/>
                                          </p:val>
                                        </p:tav>
                                      </p:tavLst>
                                    </p:anim>
                                    <p:anim calcmode="lin" valueType="num">
                                      <p:cBhvr>
                                        <p:cTn id="53" dur="1000" fill="hold"/>
                                        <p:tgtEl>
                                          <p:spTgt spid="14"/>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1000"/>
                                        <p:tgtEl>
                                          <p:spTgt spid="15"/>
                                        </p:tgtEl>
                                      </p:cBhvr>
                                    </p:animEffect>
                                    <p:anim calcmode="lin" valueType="num">
                                      <p:cBhvr>
                                        <p:cTn id="57" dur="1000" fill="hold"/>
                                        <p:tgtEl>
                                          <p:spTgt spid="15"/>
                                        </p:tgtEl>
                                        <p:attrNameLst>
                                          <p:attrName>ppt_x</p:attrName>
                                        </p:attrNameLst>
                                      </p:cBhvr>
                                      <p:tavLst>
                                        <p:tav tm="0">
                                          <p:val>
                                            <p:strVal val="#ppt_x"/>
                                          </p:val>
                                        </p:tav>
                                        <p:tav tm="100000">
                                          <p:val>
                                            <p:strVal val="#ppt_x"/>
                                          </p:val>
                                        </p:tav>
                                      </p:tavLst>
                                    </p:anim>
                                    <p:anim calcmode="lin" valueType="num">
                                      <p:cBhvr>
                                        <p:cTn id="58" dur="1000" fill="hold"/>
                                        <p:tgtEl>
                                          <p:spTgt spid="15"/>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1000"/>
                                        <p:tgtEl>
                                          <p:spTgt spid="12"/>
                                        </p:tgtEl>
                                      </p:cBhvr>
                                    </p:animEffect>
                                    <p:anim calcmode="lin" valueType="num">
                                      <p:cBhvr>
                                        <p:cTn id="62" dur="1000" fill="hold"/>
                                        <p:tgtEl>
                                          <p:spTgt spid="12"/>
                                        </p:tgtEl>
                                        <p:attrNameLst>
                                          <p:attrName>ppt_x</p:attrName>
                                        </p:attrNameLst>
                                      </p:cBhvr>
                                      <p:tavLst>
                                        <p:tav tm="0">
                                          <p:val>
                                            <p:strVal val="#ppt_x"/>
                                          </p:val>
                                        </p:tav>
                                        <p:tav tm="100000">
                                          <p:val>
                                            <p:strVal val="#ppt_x"/>
                                          </p:val>
                                        </p:tav>
                                      </p:tavLst>
                                    </p:anim>
                                    <p:anim calcmode="lin" valueType="num">
                                      <p:cBhvr>
                                        <p:cTn id="63" dur="1000" fill="hold"/>
                                        <p:tgtEl>
                                          <p:spTgt spid="12"/>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1000"/>
                                        <p:tgtEl>
                                          <p:spTgt spid="13"/>
                                        </p:tgtEl>
                                      </p:cBhvr>
                                    </p:animEffect>
                                    <p:anim calcmode="lin" valueType="num">
                                      <p:cBhvr>
                                        <p:cTn id="67" dur="1000" fill="hold"/>
                                        <p:tgtEl>
                                          <p:spTgt spid="13"/>
                                        </p:tgtEl>
                                        <p:attrNameLst>
                                          <p:attrName>ppt_x</p:attrName>
                                        </p:attrNameLst>
                                      </p:cBhvr>
                                      <p:tavLst>
                                        <p:tav tm="0">
                                          <p:val>
                                            <p:strVal val="#ppt_x"/>
                                          </p:val>
                                        </p:tav>
                                        <p:tav tm="100000">
                                          <p:val>
                                            <p:strVal val="#ppt_x"/>
                                          </p:val>
                                        </p:tav>
                                      </p:tavLst>
                                    </p:anim>
                                    <p:anim calcmode="lin" valueType="num">
                                      <p:cBhvr>
                                        <p:cTn id="6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nodeType="click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1000"/>
                                        <p:tgtEl>
                                          <p:spTgt spid="18"/>
                                        </p:tgtEl>
                                      </p:cBhvr>
                                    </p:animEffect>
                                    <p:anim calcmode="lin" valueType="num">
                                      <p:cBhvr>
                                        <p:cTn id="74" dur="1000" fill="hold"/>
                                        <p:tgtEl>
                                          <p:spTgt spid="18"/>
                                        </p:tgtEl>
                                        <p:attrNameLst>
                                          <p:attrName>ppt_x</p:attrName>
                                        </p:attrNameLst>
                                      </p:cBhvr>
                                      <p:tavLst>
                                        <p:tav tm="0">
                                          <p:val>
                                            <p:strVal val="#ppt_x"/>
                                          </p:val>
                                        </p:tav>
                                        <p:tav tm="100000">
                                          <p:val>
                                            <p:strVal val="#ppt_x"/>
                                          </p:val>
                                        </p:tav>
                                      </p:tavLst>
                                    </p:anim>
                                    <p:anim calcmode="lin" valueType="num">
                                      <p:cBhvr>
                                        <p:cTn id="75" dur="1000" fill="hold"/>
                                        <p:tgtEl>
                                          <p:spTgt spid="18"/>
                                        </p:tgtEl>
                                        <p:attrNameLst>
                                          <p:attrName>ppt_y</p:attrName>
                                        </p:attrNameLst>
                                      </p:cBhvr>
                                      <p:tavLst>
                                        <p:tav tm="0">
                                          <p:val>
                                            <p:strVal val="#ppt_y+.1"/>
                                          </p:val>
                                        </p:tav>
                                        <p:tav tm="100000">
                                          <p:val>
                                            <p:strVal val="#ppt_y"/>
                                          </p:val>
                                        </p:tav>
                                      </p:tavLst>
                                    </p:anim>
                                  </p:childTnLst>
                                </p:cTn>
                              </p:par>
                              <p:par>
                                <p:cTn id="76" presetID="42" presetClass="entr" presetSubtype="0" fill="hold" nodeType="withEffect">
                                  <p:stCondLst>
                                    <p:cond delay="0"/>
                                  </p:stCondLst>
                                  <p:childTnLst>
                                    <p:set>
                                      <p:cBhvr>
                                        <p:cTn id="77" dur="1" fill="hold">
                                          <p:stCondLst>
                                            <p:cond delay="0"/>
                                          </p:stCondLst>
                                        </p:cTn>
                                        <p:tgtEl>
                                          <p:spTgt spid="17"/>
                                        </p:tgtEl>
                                        <p:attrNameLst>
                                          <p:attrName>style.visibility</p:attrName>
                                        </p:attrNameLst>
                                      </p:cBhvr>
                                      <p:to>
                                        <p:strVal val="visible"/>
                                      </p:to>
                                    </p:set>
                                    <p:animEffect transition="in" filter="fade">
                                      <p:cBhvr>
                                        <p:cTn id="78" dur="1000"/>
                                        <p:tgtEl>
                                          <p:spTgt spid="17"/>
                                        </p:tgtEl>
                                      </p:cBhvr>
                                    </p:animEffect>
                                    <p:anim calcmode="lin" valueType="num">
                                      <p:cBhvr>
                                        <p:cTn id="79" dur="1000" fill="hold"/>
                                        <p:tgtEl>
                                          <p:spTgt spid="17"/>
                                        </p:tgtEl>
                                        <p:attrNameLst>
                                          <p:attrName>ppt_x</p:attrName>
                                        </p:attrNameLst>
                                      </p:cBhvr>
                                      <p:tavLst>
                                        <p:tav tm="0">
                                          <p:val>
                                            <p:strVal val="#ppt_x"/>
                                          </p:val>
                                        </p:tav>
                                        <p:tav tm="100000">
                                          <p:val>
                                            <p:strVal val="#ppt_x"/>
                                          </p:val>
                                        </p:tav>
                                      </p:tavLst>
                                    </p:anim>
                                    <p:anim calcmode="lin" valueType="num">
                                      <p:cBhvr>
                                        <p:cTn id="80" dur="1000" fill="hold"/>
                                        <p:tgtEl>
                                          <p:spTgt spid="17"/>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19"/>
                                        </p:tgtEl>
                                        <p:attrNameLst>
                                          <p:attrName>style.visibility</p:attrName>
                                        </p:attrNameLst>
                                      </p:cBhvr>
                                      <p:to>
                                        <p:strVal val="visible"/>
                                      </p:to>
                                    </p:set>
                                    <p:animEffect transition="in" filter="fade">
                                      <p:cBhvr>
                                        <p:cTn id="83" dur="1000"/>
                                        <p:tgtEl>
                                          <p:spTgt spid="19"/>
                                        </p:tgtEl>
                                      </p:cBhvr>
                                    </p:animEffect>
                                    <p:anim calcmode="lin" valueType="num">
                                      <p:cBhvr>
                                        <p:cTn id="84" dur="1000" fill="hold"/>
                                        <p:tgtEl>
                                          <p:spTgt spid="19"/>
                                        </p:tgtEl>
                                        <p:attrNameLst>
                                          <p:attrName>ppt_x</p:attrName>
                                        </p:attrNameLst>
                                      </p:cBhvr>
                                      <p:tavLst>
                                        <p:tav tm="0">
                                          <p:val>
                                            <p:strVal val="#ppt_x"/>
                                          </p:val>
                                        </p:tav>
                                        <p:tav tm="100000">
                                          <p:val>
                                            <p:strVal val="#ppt_x"/>
                                          </p:val>
                                        </p:tav>
                                      </p:tavLst>
                                    </p:anim>
                                    <p:anim calcmode="lin" valueType="num">
                                      <p:cBhvr>
                                        <p:cTn id="85" dur="1000" fill="hold"/>
                                        <p:tgtEl>
                                          <p:spTgt spid="19"/>
                                        </p:tgtEl>
                                        <p:attrNameLst>
                                          <p:attrName>ppt_y</p:attrName>
                                        </p:attrNameLst>
                                      </p:cBhvr>
                                      <p:tavLst>
                                        <p:tav tm="0">
                                          <p:val>
                                            <p:strVal val="#ppt_y+.1"/>
                                          </p:val>
                                        </p:tav>
                                        <p:tav tm="100000">
                                          <p:val>
                                            <p:strVal val="#ppt_y"/>
                                          </p:val>
                                        </p:tav>
                                      </p:tavLst>
                                    </p:anim>
                                  </p:childTnLst>
                                </p:cTn>
                              </p:par>
                              <p:par>
                                <p:cTn id="86" presetID="42" presetClass="entr" presetSubtype="0" fill="hold" nodeType="withEffect">
                                  <p:stCondLst>
                                    <p:cond delay="0"/>
                                  </p:stCondLst>
                                  <p:childTnLst>
                                    <p:set>
                                      <p:cBhvr>
                                        <p:cTn id="87" dur="1" fill="hold">
                                          <p:stCondLst>
                                            <p:cond delay="0"/>
                                          </p:stCondLst>
                                        </p:cTn>
                                        <p:tgtEl>
                                          <p:spTgt spid="16"/>
                                        </p:tgtEl>
                                        <p:attrNameLst>
                                          <p:attrName>style.visibility</p:attrName>
                                        </p:attrNameLst>
                                      </p:cBhvr>
                                      <p:to>
                                        <p:strVal val="visible"/>
                                      </p:to>
                                    </p:set>
                                    <p:animEffect transition="in" filter="fade">
                                      <p:cBhvr>
                                        <p:cTn id="88" dur="1000"/>
                                        <p:tgtEl>
                                          <p:spTgt spid="16"/>
                                        </p:tgtEl>
                                      </p:cBhvr>
                                    </p:animEffect>
                                    <p:anim calcmode="lin" valueType="num">
                                      <p:cBhvr>
                                        <p:cTn id="89" dur="1000" fill="hold"/>
                                        <p:tgtEl>
                                          <p:spTgt spid="16"/>
                                        </p:tgtEl>
                                        <p:attrNameLst>
                                          <p:attrName>ppt_x</p:attrName>
                                        </p:attrNameLst>
                                      </p:cBhvr>
                                      <p:tavLst>
                                        <p:tav tm="0">
                                          <p:val>
                                            <p:strVal val="#ppt_x"/>
                                          </p:val>
                                        </p:tav>
                                        <p:tav tm="100000">
                                          <p:val>
                                            <p:strVal val="#ppt_x"/>
                                          </p:val>
                                        </p:tav>
                                      </p:tavLst>
                                    </p:anim>
                                    <p:anim calcmode="lin" valueType="num">
                                      <p:cBhvr>
                                        <p:cTn id="90"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42" presetClass="entr" presetSubtype="0" fill="hold" nodeType="clickEffect">
                                  <p:stCondLst>
                                    <p:cond delay="0"/>
                                  </p:stCondLst>
                                  <p:childTnLst>
                                    <p:set>
                                      <p:cBhvr>
                                        <p:cTn id="94" dur="1" fill="hold">
                                          <p:stCondLst>
                                            <p:cond delay="0"/>
                                          </p:stCondLst>
                                        </p:cTn>
                                        <p:tgtEl>
                                          <p:spTgt spid="22"/>
                                        </p:tgtEl>
                                        <p:attrNameLst>
                                          <p:attrName>style.visibility</p:attrName>
                                        </p:attrNameLst>
                                      </p:cBhvr>
                                      <p:to>
                                        <p:strVal val="visible"/>
                                      </p:to>
                                    </p:set>
                                    <p:animEffect transition="in" filter="fade">
                                      <p:cBhvr>
                                        <p:cTn id="95" dur="1000"/>
                                        <p:tgtEl>
                                          <p:spTgt spid="22"/>
                                        </p:tgtEl>
                                      </p:cBhvr>
                                    </p:animEffect>
                                    <p:anim calcmode="lin" valueType="num">
                                      <p:cBhvr>
                                        <p:cTn id="96" dur="1000" fill="hold"/>
                                        <p:tgtEl>
                                          <p:spTgt spid="22"/>
                                        </p:tgtEl>
                                        <p:attrNameLst>
                                          <p:attrName>ppt_x</p:attrName>
                                        </p:attrNameLst>
                                      </p:cBhvr>
                                      <p:tavLst>
                                        <p:tav tm="0">
                                          <p:val>
                                            <p:strVal val="#ppt_x"/>
                                          </p:val>
                                        </p:tav>
                                        <p:tav tm="100000">
                                          <p:val>
                                            <p:strVal val="#ppt_x"/>
                                          </p:val>
                                        </p:tav>
                                      </p:tavLst>
                                    </p:anim>
                                    <p:anim calcmode="lin" valueType="num">
                                      <p:cBhvr>
                                        <p:cTn id="97" dur="1000" fill="hold"/>
                                        <p:tgtEl>
                                          <p:spTgt spid="22"/>
                                        </p:tgtEl>
                                        <p:attrNameLst>
                                          <p:attrName>ppt_y</p:attrName>
                                        </p:attrNameLst>
                                      </p:cBhvr>
                                      <p:tavLst>
                                        <p:tav tm="0">
                                          <p:val>
                                            <p:strVal val="#ppt_y+.1"/>
                                          </p:val>
                                        </p:tav>
                                        <p:tav tm="100000">
                                          <p:val>
                                            <p:strVal val="#ppt_y"/>
                                          </p:val>
                                        </p:tav>
                                      </p:tavLst>
                                    </p:anim>
                                  </p:childTnLst>
                                </p:cTn>
                              </p:par>
                              <p:par>
                                <p:cTn id="98" presetID="42" presetClass="entr" presetSubtype="0" fill="hold" nodeType="withEffect">
                                  <p:stCondLst>
                                    <p:cond delay="0"/>
                                  </p:stCondLst>
                                  <p:childTnLst>
                                    <p:set>
                                      <p:cBhvr>
                                        <p:cTn id="99" dur="1" fill="hold">
                                          <p:stCondLst>
                                            <p:cond delay="0"/>
                                          </p:stCondLst>
                                        </p:cTn>
                                        <p:tgtEl>
                                          <p:spTgt spid="21"/>
                                        </p:tgtEl>
                                        <p:attrNameLst>
                                          <p:attrName>style.visibility</p:attrName>
                                        </p:attrNameLst>
                                      </p:cBhvr>
                                      <p:to>
                                        <p:strVal val="visible"/>
                                      </p:to>
                                    </p:set>
                                    <p:animEffect transition="in" filter="fade">
                                      <p:cBhvr>
                                        <p:cTn id="100" dur="1000"/>
                                        <p:tgtEl>
                                          <p:spTgt spid="21"/>
                                        </p:tgtEl>
                                      </p:cBhvr>
                                    </p:animEffect>
                                    <p:anim calcmode="lin" valueType="num">
                                      <p:cBhvr>
                                        <p:cTn id="101" dur="1000" fill="hold"/>
                                        <p:tgtEl>
                                          <p:spTgt spid="21"/>
                                        </p:tgtEl>
                                        <p:attrNameLst>
                                          <p:attrName>ppt_x</p:attrName>
                                        </p:attrNameLst>
                                      </p:cBhvr>
                                      <p:tavLst>
                                        <p:tav tm="0">
                                          <p:val>
                                            <p:strVal val="#ppt_x"/>
                                          </p:val>
                                        </p:tav>
                                        <p:tav tm="100000">
                                          <p:val>
                                            <p:strVal val="#ppt_x"/>
                                          </p:val>
                                        </p:tav>
                                      </p:tavLst>
                                    </p:anim>
                                    <p:anim calcmode="lin" valueType="num">
                                      <p:cBhvr>
                                        <p:cTn id="102" dur="1000" fill="hold"/>
                                        <p:tgtEl>
                                          <p:spTgt spid="21"/>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23"/>
                                        </p:tgtEl>
                                        <p:attrNameLst>
                                          <p:attrName>style.visibility</p:attrName>
                                        </p:attrNameLst>
                                      </p:cBhvr>
                                      <p:to>
                                        <p:strVal val="visible"/>
                                      </p:to>
                                    </p:set>
                                    <p:animEffect transition="in" filter="fade">
                                      <p:cBhvr>
                                        <p:cTn id="105" dur="1000"/>
                                        <p:tgtEl>
                                          <p:spTgt spid="23"/>
                                        </p:tgtEl>
                                      </p:cBhvr>
                                    </p:animEffect>
                                    <p:anim calcmode="lin" valueType="num">
                                      <p:cBhvr>
                                        <p:cTn id="106" dur="1000" fill="hold"/>
                                        <p:tgtEl>
                                          <p:spTgt spid="23"/>
                                        </p:tgtEl>
                                        <p:attrNameLst>
                                          <p:attrName>ppt_x</p:attrName>
                                        </p:attrNameLst>
                                      </p:cBhvr>
                                      <p:tavLst>
                                        <p:tav tm="0">
                                          <p:val>
                                            <p:strVal val="#ppt_x"/>
                                          </p:val>
                                        </p:tav>
                                        <p:tav tm="100000">
                                          <p:val>
                                            <p:strVal val="#ppt_x"/>
                                          </p:val>
                                        </p:tav>
                                      </p:tavLst>
                                    </p:anim>
                                    <p:anim calcmode="lin" valueType="num">
                                      <p:cBhvr>
                                        <p:cTn id="107" dur="1000" fill="hold"/>
                                        <p:tgtEl>
                                          <p:spTgt spid="23"/>
                                        </p:tgtEl>
                                        <p:attrNameLst>
                                          <p:attrName>ppt_y</p:attrName>
                                        </p:attrNameLst>
                                      </p:cBhvr>
                                      <p:tavLst>
                                        <p:tav tm="0">
                                          <p:val>
                                            <p:strVal val="#ppt_y+.1"/>
                                          </p:val>
                                        </p:tav>
                                        <p:tav tm="100000">
                                          <p:val>
                                            <p:strVal val="#ppt_y"/>
                                          </p:val>
                                        </p:tav>
                                      </p:tavLst>
                                    </p:anim>
                                  </p:childTnLst>
                                </p:cTn>
                              </p:par>
                              <p:par>
                                <p:cTn id="108" presetID="42" presetClass="entr" presetSubtype="0" fill="hold" nodeType="withEffect">
                                  <p:stCondLst>
                                    <p:cond delay="0"/>
                                  </p:stCondLst>
                                  <p:childTnLst>
                                    <p:set>
                                      <p:cBhvr>
                                        <p:cTn id="109" dur="1" fill="hold">
                                          <p:stCondLst>
                                            <p:cond delay="0"/>
                                          </p:stCondLst>
                                        </p:cTn>
                                        <p:tgtEl>
                                          <p:spTgt spid="20"/>
                                        </p:tgtEl>
                                        <p:attrNameLst>
                                          <p:attrName>style.visibility</p:attrName>
                                        </p:attrNameLst>
                                      </p:cBhvr>
                                      <p:to>
                                        <p:strVal val="visible"/>
                                      </p:to>
                                    </p:set>
                                    <p:animEffect transition="in" filter="fade">
                                      <p:cBhvr>
                                        <p:cTn id="110" dur="1000"/>
                                        <p:tgtEl>
                                          <p:spTgt spid="20"/>
                                        </p:tgtEl>
                                      </p:cBhvr>
                                    </p:animEffect>
                                    <p:anim calcmode="lin" valueType="num">
                                      <p:cBhvr>
                                        <p:cTn id="111" dur="1000" fill="hold"/>
                                        <p:tgtEl>
                                          <p:spTgt spid="20"/>
                                        </p:tgtEl>
                                        <p:attrNameLst>
                                          <p:attrName>ppt_x</p:attrName>
                                        </p:attrNameLst>
                                      </p:cBhvr>
                                      <p:tavLst>
                                        <p:tav tm="0">
                                          <p:val>
                                            <p:strVal val="#ppt_x"/>
                                          </p:val>
                                        </p:tav>
                                        <p:tav tm="100000">
                                          <p:val>
                                            <p:strVal val="#ppt_x"/>
                                          </p:val>
                                        </p:tav>
                                      </p:tavLst>
                                    </p:anim>
                                    <p:anim calcmode="lin" valueType="num">
                                      <p:cBhvr>
                                        <p:cTn id="112"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26" presetClass="entr" presetSubtype="0" fill="hold" nodeType="clickEffect">
                                  <p:stCondLst>
                                    <p:cond delay="0"/>
                                  </p:stCondLst>
                                  <p:childTnLst>
                                    <p:set>
                                      <p:cBhvr>
                                        <p:cTn id="116" dur="1" fill="hold">
                                          <p:stCondLst>
                                            <p:cond delay="0"/>
                                          </p:stCondLst>
                                        </p:cTn>
                                        <p:tgtEl>
                                          <p:spTgt spid="25"/>
                                        </p:tgtEl>
                                        <p:attrNameLst>
                                          <p:attrName>style.visibility</p:attrName>
                                        </p:attrNameLst>
                                      </p:cBhvr>
                                      <p:to>
                                        <p:strVal val="visible"/>
                                      </p:to>
                                    </p:set>
                                    <p:animEffect transition="in" filter="wipe(down)">
                                      <p:cBhvr>
                                        <p:cTn id="117" dur="580">
                                          <p:stCondLst>
                                            <p:cond delay="0"/>
                                          </p:stCondLst>
                                        </p:cTn>
                                        <p:tgtEl>
                                          <p:spTgt spid="25"/>
                                        </p:tgtEl>
                                      </p:cBhvr>
                                    </p:animEffect>
                                    <p:anim calcmode="lin" valueType="num">
                                      <p:cBhvr>
                                        <p:cTn id="118" dur="1822" tmFilter="0,0; 0.14,0.36; 0.43,0.73; 0.71,0.91; 1.0,1.0">
                                          <p:stCondLst>
                                            <p:cond delay="0"/>
                                          </p:stCondLst>
                                        </p:cTn>
                                        <p:tgtEl>
                                          <p:spTgt spid="25"/>
                                        </p:tgtEl>
                                        <p:attrNameLst>
                                          <p:attrName>ppt_x</p:attrName>
                                        </p:attrNameLst>
                                      </p:cBhvr>
                                      <p:tavLst>
                                        <p:tav tm="0">
                                          <p:val>
                                            <p:strVal val="#ppt_x-0.25"/>
                                          </p:val>
                                        </p:tav>
                                        <p:tav tm="100000">
                                          <p:val>
                                            <p:strVal val="#ppt_x"/>
                                          </p:val>
                                        </p:tav>
                                      </p:tavLst>
                                    </p:anim>
                                    <p:anim calcmode="lin" valueType="num">
                                      <p:cBhvr>
                                        <p:cTn id="119" dur="664" tmFilter="0.0,0.0; 0.25,0.07; 0.50,0.2; 0.75,0.467; 1.0,1.0">
                                          <p:stCondLst>
                                            <p:cond delay="0"/>
                                          </p:stCondLst>
                                        </p:cTn>
                                        <p:tgtEl>
                                          <p:spTgt spid="25"/>
                                        </p:tgtEl>
                                        <p:attrNameLst>
                                          <p:attrName>ppt_y</p:attrName>
                                        </p:attrNameLst>
                                      </p:cBhvr>
                                      <p:tavLst>
                                        <p:tav tm="0" fmla="#ppt_y-sin(pi*$)/3">
                                          <p:val>
                                            <p:fltVal val="0.5"/>
                                          </p:val>
                                        </p:tav>
                                        <p:tav tm="100000">
                                          <p:val>
                                            <p:fltVal val="1"/>
                                          </p:val>
                                        </p:tav>
                                      </p:tavLst>
                                    </p:anim>
                                    <p:anim calcmode="lin" valueType="num">
                                      <p:cBhvr>
                                        <p:cTn id="120" dur="664" tmFilter="0, 0; 0.125,0.2665; 0.25,0.4; 0.375,0.465; 0.5,0.5;  0.625,0.535; 0.75,0.6; 0.875,0.7335; 1,1">
                                          <p:stCondLst>
                                            <p:cond delay="664"/>
                                          </p:stCondLst>
                                        </p:cTn>
                                        <p:tgtEl>
                                          <p:spTgt spid="25"/>
                                        </p:tgtEl>
                                        <p:attrNameLst>
                                          <p:attrName>ppt_y</p:attrName>
                                        </p:attrNameLst>
                                      </p:cBhvr>
                                      <p:tavLst>
                                        <p:tav tm="0" fmla="#ppt_y-sin(pi*$)/9">
                                          <p:val>
                                            <p:fltVal val="0"/>
                                          </p:val>
                                        </p:tav>
                                        <p:tav tm="100000">
                                          <p:val>
                                            <p:fltVal val="1"/>
                                          </p:val>
                                        </p:tav>
                                      </p:tavLst>
                                    </p:anim>
                                    <p:anim calcmode="lin" valueType="num">
                                      <p:cBhvr>
                                        <p:cTn id="121" dur="332" tmFilter="0, 0; 0.125,0.2665; 0.25,0.4; 0.375,0.465; 0.5,0.5;  0.625,0.535; 0.75,0.6; 0.875,0.7335; 1,1">
                                          <p:stCondLst>
                                            <p:cond delay="1324"/>
                                          </p:stCondLst>
                                        </p:cTn>
                                        <p:tgtEl>
                                          <p:spTgt spid="25"/>
                                        </p:tgtEl>
                                        <p:attrNameLst>
                                          <p:attrName>ppt_y</p:attrName>
                                        </p:attrNameLst>
                                      </p:cBhvr>
                                      <p:tavLst>
                                        <p:tav tm="0" fmla="#ppt_y-sin(pi*$)/27">
                                          <p:val>
                                            <p:fltVal val="0"/>
                                          </p:val>
                                        </p:tav>
                                        <p:tav tm="100000">
                                          <p:val>
                                            <p:fltVal val="1"/>
                                          </p:val>
                                        </p:tav>
                                      </p:tavLst>
                                    </p:anim>
                                    <p:anim calcmode="lin" valueType="num">
                                      <p:cBhvr>
                                        <p:cTn id="122" dur="164" tmFilter="0, 0; 0.125,0.2665; 0.25,0.4; 0.375,0.465; 0.5,0.5;  0.625,0.535; 0.75,0.6; 0.875,0.7335; 1,1">
                                          <p:stCondLst>
                                            <p:cond delay="1656"/>
                                          </p:stCondLst>
                                        </p:cTn>
                                        <p:tgtEl>
                                          <p:spTgt spid="25"/>
                                        </p:tgtEl>
                                        <p:attrNameLst>
                                          <p:attrName>ppt_y</p:attrName>
                                        </p:attrNameLst>
                                      </p:cBhvr>
                                      <p:tavLst>
                                        <p:tav tm="0" fmla="#ppt_y-sin(pi*$)/81">
                                          <p:val>
                                            <p:fltVal val="0"/>
                                          </p:val>
                                        </p:tav>
                                        <p:tav tm="100000">
                                          <p:val>
                                            <p:fltVal val="1"/>
                                          </p:val>
                                        </p:tav>
                                      </p:tavLst>
                                    </p:anim>
                                    <p:animScale>
                                      <p:cBhvr>
                                        <p:cTn id="123" dur="26">
                                          <p:stCondLst>
                                            <p:cond delay="650"/>
                                          </p:stCondLst>
                                        </p:cTn>
                                        <p:tgtEl>
                                          <p:spTgt spid="25"/>
                                        </p:tgtEl>
                                      </p:cBhvr>
                                      <p:to x="100000" y="60000"/>
                                    </p:animScale>
                                    <p:animScale>
                                      <p:cBhvr>
                                        <p:cTn id="124" dur="166" decel="50000">
                                          <p:stCondLst>
                                            <p:cond delay="676"/>
                                          </p:stCondLst>
                                        </p:cTn>
                                        <p:tgtEl>
                                          <p:spTgt spid="25"/>
                                        </p:tgtEl>
                                      </p:cBhvr>
                                      <p:to x="100000" y="100000"/>
                                    </p:animScale>
                                    <p:animScale>
                                      <p:cBhvr>
                                        <p:cTn id="125" dur="26">
                                          <p:stCondLst>
                                            <p:cond delay="1312"/>
                                          </p:stCondLst>
                                        </p:cTn>
                                        <p:tgtEl>
                                          <p:spTgt spid="25"/>
                                        </p:tgtEl>
                                      </p:cBhvr>
                                      <p:to x="100000" y="80000"/>
                                    </p:animScale>
                                    <p:animScale>
                                      <p:cBhvr>
                                        <p:cTn id="126" dur="166" decel="50000">
                                          <p:stCondLst>
                                            <p:cond delay="1338"/>
                                          </p:stCondLst>
                                        </p:cTn>
                                        <p:tgtEl>
                                          <p:spTgt spid="25"/>
                                        </p:tgtEl>
                                      </p:cBhvr>
                                      <p:to x="100000" y="100000"/>
                                    </p:animScale>
                                    <p:animScale>
                                      <p:cBhvr>
                                        <p:cTn id="127" dur="26">
                                          <p:stCondLst>
                                            <p:cond delay="1642"/>
                                          </p:stCondLst>
                                        </p:cTn>
                                        <p:tgtEl>
                                          <p:spTgt spid="25"/>
                                        </p:tgtEl>
                                      </p:cBhvr>
                                      <p:to x="100000" y="90000"/>
                                    </p:animScale>
                                    <p:animScale>
                                      <p:cBhvr>
                                        <p:cTn id="128" dur="166" decel="50000">
                                          <p:stCondLst>
                                            <p:cond delay="1668"/>
                                          </p:stCondLst>
                                        </p:cTn>
                                        <p:tgtEl>
                                          <p:spTgt spid="25"/>
                                        </p:tgtEl>
                                      </p:cBhvr>
                                      <p:to x="100000" y="100000"/>
                                    </p:animScale>
                                    <p:animScale>
                                      <p:cBhvr>
                                        <p:cTn id="129" dur="26">
                                          <p:stCondLst>
                                            <p:cond delay="1808"/>
                                          </p:stCondLst>
                                        </p:cTn>
                                        <p:tgtEl>
                                          <p:spTgt spid="25"/>
                                        </p:tgtEl>
                                      </p:cBhvr>
                                      <p:to x="100000" y="95000"/>
                                    </p:animScale>
                                    <p:animScale>
                                      <p:cBhvr>
                                        <p:cTn id="130" dur="166" decel="50000">
                                          <p:stCondLst>
                                            <p:cond delay="1834"/>
                                          </p:stCondLst>
                                        </p:cTn>
                                        <p:tgtEl>
                                          <p:spTgt spid="25"/>
                                        </p:tgtEl>
                                      </p:cBhvr>
                                      <p:to x="100000" y="100000"/>
                                    </p:animScale>
                                  </p:childTnLst>
                                </p:cTn>
                              </p:par>
                              <p:par>
                                <p:cTn id="131" presetID="26" presetClass="entr" presetSubtype="0" fill="hold" grpId="0" nodeType="withEffect">
                                  <p:stCondLst>
                                    <p:cond delay="0"/>
                                  </p:stCondLst>
                                  <p:childTnLst>
                                    <p:set>
                                      <p:cBhvr>
                                        <p:cTn id="132" dur="1" fill="hold">
                                          <p:stCondLst>
                                            <p:cond delay="0"/>
                                          </p:stCondLst>
                                        </p:cTn>
                                        <p:tgtEl>
                                          <p:spTgt spid="27"/>
                                        </p:tgtEl>
                                        <p:attrNameLst>
                                          <p:attrName>style.visibility</p:attrName>
                                        </p:attrNameLst>
                                      </p:cBhvr>
                                      <p:to>
                                        <p:strVal val="visible"/>
                                      </p:to>
                                    </p:set>
                                    <p:animEffect transition="in" filter="wipe(down)">
                                      <p:cBhvr>
                                        <p:cTn id="133" dur="580">
                                          <p:stCondLst>
                                            <p:cond delay="0"/>
                                          </p:stCondLst>
                                        </p:cTn>
                                        <p:tgtEl>
                                          <p:spTgt spid="27"/>
                                        </p:tgtEl>
                                      </p:cBhvr>
                                    </p:animEffect>
                                    <p:anim calcmode="lin" valueType="num">
                                      <p:cBhvr>
                                        <p:cTn id="134" dur="1822" tmFilter="0,0; 0.14,0.36; 0.43,0.73; 0.71,0.91; 1.0,1.0">
                                          <p:stCondLst>
                                            <p:cond delay="0"/>
                                          </p:stCondLst>
                                        </p:cTn>
                                        <p:tgtEl>
                                          <p:spTgt spid="27"/>
                                        </p:tgtEl>
                                        <p:attrNameLst>
                                          <p:attrName>ppt_x</p:attrName>
                                        </p:attrNameLst>
                                      </p:cBhvr>
                                      <p:tavLst>
                                        <p:tav tm="0">
                                          <p:val>
                                            <p:strVal val="#ppt_x-0.25"/>
                                          </p:val>
                                        </p:tav>
                                        <p:tav tm="100000">
                                          <p:val>
                                            <p:strVal val="#ppt_x"/>
                                          </p:val>
                                        </p:tav>
                                      </p:tavLst>
                                    </p:anim>
                                    <p:anim calcmode="lin" valueType="num">
                                      <p:cBhvr>
                                        <p:cTn id="135" dur="664" tmFilter="0.0,0.0; 0.25,0.07; 0.50,0.2; 0.75,0.467; 1.0,1.0">
                                          <p:stCondLst>
                                            <p:cond delay="0"/>
                                          </p:stCondLst>
                                        </p:cTn>
                                        <p:tgtEl>
                                          <p:spTgt spid="27"/>
                                        </p:tgtEl>
                                        <p:attrNameLst>
                                          <p:attrName>ppt_y</p:attrName>
                                        </p:attrNameLst>
                                      </p:cBhvr>
                                      <p:tavLst>
                                        <p:tav tm="0" fmla="#ppt_y-sin(pi*$)/3">
                                          <p:val>
                                            <p:fltVal val="0.5"/>
                                          </p:val>
                                        </p:tav>
                                        <p:tav tm="100000">
                                          <p:val>
                                            <p:fltVal val="1"/>
                                          </p:val>
                                        </p:tav>
                                      </p:tavLst>
                                    </p:anim>
                                    <p:anim calcmode="lin" valueType="num">
                                      <p:cBhvr>
                                        <p:cTn id="136" dur="664" tmFilter="0, 0; 0.125,0.2665; 0.25,0.4; 0.375,0.465; 0.5,0.5;  0.625,0.535; 0.75,0.6; 0.875,0.7335; 1,1">
                                          <p:stCondLst>
                                            <p:cond delay="664"/>
                                          </p:stCondLst>
                                        </p:cTn>
                                        <p:tgtEl>
                                          <p:spTgt spid="27"/>
                                        </p:tgtEl>
                                        <p:attrNameLst>
                                          <p:attrName>ppt_y</p:attrName>
                                        </p:attrNameLst>
                                      </p:cBhvr>
                                      <p:tavLst>
                                        <p:tav tm="0" fmla="#ppt_y-sin(pi*$)/9">
                                          <p:val>
                                            <p:fltVal val="0"/>
                                          </p:val>
                                        </p:tav>
                                        <p:tav tm="100000">
                                          <p:val>
                                            <p:fltVal val="1"/>
                                          </p:val>
                                        </p:tav>
                                      </p:tavLst>
                                    </p:anim>
                                    <p:anim calcmode="lin" valueType="num">
                                      <p:cBhvr>
                                        <p:cTn id="137" dur="332" tmFilter="0, 0; 0.125,0.2665; 0.25,0.4; 0.375,0.465; 0.5,0.5;  0.625,0.535; 0.75,0.6; 0.875,0.7335; 1,1">
                                          <p:stCondLst>
                                            <p:cond delay="1324"/>
                                          </p:stCondLst>
                                        </p:cTn>
                                        <p:tgtEl>
                                          <p:spTgt spid="27"/>
                                        </p:tgtEl>
                                        <p:attrNameLst>
                                          <p:attrName>ppt_y</p:attrName>
                                        </p:attrNameLst>
                                      </p:cBhvr>
                                      <p:tavLst>
                                        <p:tav tm="0" fmla="#ppt_y-sin(pi*$)/27">
                                          <p:val>
                                            <p:fltVal val="0"/>
                                          </p:val>
                                        </p:tav>
                                        <p:tav tm="100000">
                                          <p:val>
                                            <p:fltVal val="1"/>
                                          </p:val>
                                        </p:tav>
                                      </p:tavLst>
                                    </p:anim>
                                    <p:anim calcmode="lin" valueType="num">
                                      <p:cBhvr>
                                        <p:cTn id="138" dur="164" tmFilter="0, 0; 0.125,0.2665; 0.25,0.4; 0.375,0.465; 0.5,0.5;  0.625,0.535; 0.75,0.6; 0.875,0.7335; 1,1">
                                          <p:stCondLst>
                                            <p:cond delay="1656"/>
                                          </p:stCondLst>
                                        </p:cTn>
                                        <p:tgtEl>
                                          <p:spTgt spid="27"/>
                                        </p:tgtEl>
                                        <p:attrNameLst>
                                          <p:attrName>ppt_y</p:attrName>
                                        </p:attrNameLst>
                                      </p:cBhvr>
                                      <p:tavLst>
                                        <p:tav tm="0" fmla="#ppt_y-sin(pi*$)/81">
                                          <p:val>
                                            <p:fltVal val="0"/>
                                          </p:val>
                                        </p:tav>
                                        <p:tav tm="100000">
                                          <p:val>
                                            <p:fltVal val="1"/>
                                          </p:val>
                                        </p:tav>
                                      </p:tavLst>
                                    </p:anim>
                                    <p:animScale>
                                      <p:cBhvr>
                                        <p:cTn id="139" dur="26">
                                          <p:stCondLst>
                                            <p:cond delay="650"/>
                                          </p:stCondLst>
                                        </p:cTn>
                                        <p:tgtEl>
                                          <p:spTgt spid="27"/>
                                        </p:tgtEl>
                                      </p:cBhvr>
                                      <p:to x="100000" y="60000"/>
                                    </p:animScale>
                                    <p:animScale>
                                      <p:cBhvr>
                                        <p:cTn id="140" dur="166" decel="50000">
                                          <p:stCondLst>
                                            <p:cond delay="676"/>
                                          </p:stCondLst>
                                        </p:cTn>
                                        <p:tgtEl>
                                          <p:spTgt spid="27"/>
                                        </p:tgtEl>
                                      </p:cBhvr>
                                      <p:to x="100000" y="100000"/>
                                    </p:animScale>
                                    <p:animScale>
                                      <p:cBhvr>
                                        <p:cTn id="141" dur="26">
                                          <p:stCondLst>
                                            <p:cond delay="1312"/>
                                          </p:stCondLst>
                                        </p:cTn>
                                        <p:tgtEl>
                                          <p:spTgt spid="27"/>
                                        </p:tgtEl>
                                      </p:cBhvr>
                                      <p:to x="100000" y="80000"/>
                                    </p:animScale>
                                    <p:animScale>
                                      <p:cBhvr>
                                        <p:cTn id="142" dur="166" decel="50000">
                                          <p:stCondLst>
                                            <p:cond delay="1338"/>
                                          </p:stCondLst>
                                        </p:cTn>
                                        <p:tgtEl>
                                          <p:spTgt spid="27"/>
                                        </p:tgtEl>
                                      </p:cBhvr>
                                      <p:to x="100000" y="100000"/>
                                    </p:animScale>
                                    <p:animScale>
                                      <p:cBhvr>
                                        <p:cTn id="143" dur="26">
                                          <p:stCondLst>
                                            <p:cond delay="1642"/>
                                          </p:stCondLst>
                                        </p:cTn>
                                        <p:tgtEl>
                                          <p:spTgt spid="27"/>
                                        </p:tgtEl>
                                      </p:cBhvr>
                                      <p:to x="100000" y="90000"/>
                                    </p:animScale>
                                    <p:animScale>
                                      <p:cBhvr>
                                        <p:cTn id="144" dur="166" decel="50000">
                                          <p:stCondLst>
                                            <p:cond delay="1668"/>
                                          </p:stCondLst>
                                        </p:cTn>
                                        <p:tgtEl>
                                          <p:spTgt spid="27"/>
                                        </p:tgtEl>
                                      </p:cBhvr>
                                      <p:to x="100000" y="100000"/>
                                    </p:animScale>
                                    <p:animScale>
                                      <p:cBhvr>
                                        <p:cTn id="145" dur="26">
                                          <p:stCondLst>
                                            <p:cond delay="1808"/>
                                          </p:stCondLst>
                                        </p:cTn>
                                        <p:tgtEl>
                                          <p:spTgt spid="27"/>
                                        </p:tgtEl>
                                      </p:cBhvr>
                                      <p:to x="100000" y="95000"/>
                                    </p:animScale>
                                    <p:animScale>
                                      <p:cBhvr>
                                        <p:cTn id="146" dur="166" decel="50000">
                                          <p:stCondLst>
                                            <p:cond delay="1834"/>
                                          </p:stCondLst>
                                        </p:cTn>
                                        <p:tgtEl>
                                          <p:spTgt spid="27"/>
                                        </p:tgtEl>
                                      </p:cBhvr>
                                      <p:to x="100000" y="100000"/>
                                    </p:animScale>
                                  </p:childTnLst>
                                </p:cTn>
                              </p:par>
                              <p:par>
                                <p:cTn id="147" presetID="26" presetClass="entr" presetSubtype="0" fill="hold" nodeType="withEffect">
                                  <p:stCondLst>
                                    <p:cond delay="0"/>
                                  </p:stCondLst>
                                  <p:childTnLst>
                                    <p:set>
                                      <p:cBhvr>
                                        <p:cTn id="148" dur="1" fill="hold">
                                          <p:stCondLst>
                                            <p:cond delay="0"/>
                                          </p:stCondLst>
                                        </p:cTn>
                                        <p:tgtEl>
                                          <p:spTgt spid="26"/>
                                        </p:tgtEl>
                                        <p:attrNameLst>
                                          <p:attrName>style.visibility</p:attrName>
                                        </p:attrNameLst>
                                      </p:cBhvr>
                                      <p:to>
                                        <p:strVal val="visible"/>
                                      </p:to>
                                    </p:set>
                                    <p:animEffect transition="in" filter="wipe(down)">
                                      <p:cBhvr>
                                        <p:cTn id="149" dur="580">
                                          <p:stCondLst>
                                            <p:cond delay="0"/>
                                          </p:stCondLst>
                                        </p:cTn>
                                        <p:tgtEl>
                                          <p:spTgt spid="26"/>
                                        </p:tgtEl>
                                      </p:cBhvr>
                                    </p:animEffect>
                                    <p:anim calcmode="lin" valueType="num">
                                      <p:cBhvr>
                                        <p:cTn id="150" dur="1822" tmFilter="0,0; 0.14,0.36; 0.43,0.73; 0.71,0.91; 1.0,1.0">
                                          <p:stCondLst>
                                            <p:cond delay="0"/>
                                          </p:stCondLst>
                                        </p:cTn>
                                        <p:tgtEl>
                                          <p:spTgt spid="26"/>
                                        </p:tgtEl>
                                        <p:attrNameLst>
                                          <p:attrName>ppt_x</p:attrName>
                                        </p:attrNameLst>
                                      </p:cBhvr>
                                      <p:tavLst>
                                        <p:tav tm="0">
                                          <p:val>
                                            <p:strVal val="#ppt_x-0.25"/>
                                          </p:val>
                                        </p:tav>
                                        <p:tav tm="100000">
                                          <p:val>
                                            <p:strVal val="#ppt_x"/>
                                          </p:val>
                                        </p:tav>
                                      </p:tavLst>
                                    </p:anim>
                                    <p:anim calcmode="lin" valueType="num">
                                      <p:cBhvr>
                                        <p:cTn id="151" dur="664" tmFilter="0.0,0.0; 0.25,0.07; 0.50,0.2; 0.75,0.467; 1.0,1.0">
                                          <p:stCondLst>
                                            <p:cond delay="0"/>
                                          </p:stCondLst>
                                        </p:cTn>
                                        <p:tgtEl>
                                          <p:spTgt spid="26"/>
                                        </p:tgtEl>
                                        <p:attrNameLst>
                                          <p:attrName>ppt_y</p:attrName>
                                        </p:attrNameLst>
                                      </p:cBhvr>
                                      <p:tavLst>
                                        <p:tav tm="0" fmla="#ppt_y-sin(pi*$)/3">
                                          <p:val>
                                            <p:fltVal val="0.5"/>
                                          </p:val>
                                        </p:tav>
                                        <p:tav tm="100000">
                                          <p:val>
                                            <p:fltVal val="1"/>
                                          </p:val>
                                        </p:tav>
                                      </p:tavLst>
                                    </p:anim>
                                    <p:anim calcmode="lin" valueType="num">
                                      <p:cBhvr>
                                        <p:cTn id="152" dur="664" tmFilter="0, 0; 0.125,0.2665; 0.25,0.4; 0.375,0.465; 0.5,0.5;  0.625,0.535; 0.75,0.6; 0.875,0.7335; 1,1">
                                          <p:stCondLst>
                                            <p:cond delay="664"/>
                                          </p:stCondLst>
                                        </p:cTn>
                                        <p:tgtEl>
                                          <p:spTgt spid="26"/>
                                        </p:tgtEl>
                                        <p:attrNameLst>
                                          <p:attrName>ppt_y</p:attrName>
                                        </p:attrNameLst>
                                      </p:cBhvr>
                                      <p:tavLst>
                                        <p:tav tm="0" fmla="#ppt_y-sin(pi*$)/9">
                                          <p:val>
                                            <p:fltVal val="0"/>
                                          </p:val>
                                        </p:tav>
                                        <p:tav tm="100000">
                                          <p:val>
                                            <p:fltVal val="1"/>
                                          </p:val>
                                        </p:tav>
                                      </p:tavLst>
                                    </p:anim>
                                    <p:anim calcmode="lin" valueType="num">
                                      <p:cBhvr>
                                        <p:cTn id="153" dur="332" tmFilter="0, 0; 0.125,0.2665; 0.25,0.4; 0.375,0.465; 0.5,0.5;  0.625,0.535; 0.75,0.6; 0.875,0.7335; 1,1">
                                          <p:stCondLst>
                                            <p:cond delay="1324"/>
                                          </p:stCondLst>
                                        </p:cTn>
                                        <p:tgtEl>
                                          <p:spTgt spid="26"/>
                                        </p:tgtEl>
                                        <p:attrNameLst>
                                          <p:attrName>ppt_y</p:attrName>
                                        </p:attrNameLst>
                                      </p:cBhvr>
                                      <p:tavLst>
                                        <p:tav tm="0" fmla="#ppt_y-sin(pi*$)/27">
                                          <p:val>
                                            <p:fltVal val="0"/>
                                          </p:val>
                                        </p:tav>
                                        <p:tav tm="100000">
                                          <p:val>
                                            <p:fltVal val="1"/>
                                          </p:val>
                                        </p:tav>
                                      </p:tavLst>
                                    </p:anim>
                                    <p:anim calcmode="lin" valueType="num">
                                      <p:cBhvr>
                                        <p:cTn id="154" dur="164" tmFilter="0, 0; 0.125,0.2665; 0.25,0.4; 0.375,0.465; 0.5,0.5;  0.625,0.535; 0.75,0.6; 0.875,0.7335; 1,1">
                                          <p:stCondLst>
                                            <p:cond delay="1656"/>
                                          </p:stCondLst>
                                        </p:cTn>
                                        <p:tgtEl>
                                          <p:spTgt spid="26"/>
                                        </p:tgtEl>
                                        <p:attrNameLst>
                                          <p:attrName>ppt_y</p:attrName>
                                        </p:attrNameLst>
                                      </p:cBhvr>
                                      <p:tavLst>
                                        <p:tav tm="0" fmla="#ppt_y-sin(pi*$)/81">
                                          <p:val>
                                            <p:fltVal val="0"/>
                                          </p:val>
                                        </p:tav>
                                        <p:tav tm="100000">
                                          <p:val>
                                            <p:fltVal val="1"/>
                                          </p:val>
                                        </p:tav>
                                      </p:tavLst>
                                    </p:anim>
                                    <p:animScale>
                                      <p:cBhvr>
                                        <p:cTn id="155" dur="26">
                                          <p:stCondLst>
                                            <p:cond delay="650"/>
                                          </p:stCondLst>
                                        </p:cTn>
                                        <p:tgtEl>
                                          <p:spTgt spid="26"/>
                                        </p:tgtEl>
                                      </p:cBhvr>
                                      <p:to x="100000" y="60000"/>
                                    </p:animScale>
                                    <p:animScale>
                                      <p:cBhvr>
                                        <p:cTn id="156" dur="166" decel="50000">
                                          <p:stCondLst>
                                            <p:cond delay="676"/>
                                          </p:stCondLst>
                                        </p:cTn>
                                        <p:tgtEl>
                                          <p:spTgt spid="26"/>
                                        </p:tgtEl>
                                      </p:cBhvr>
                                      <p:to x="100000" y="100000"/>
                                    </p:animScale>
                                    <p:animScale>
                                      <p:cBhvr>
                                        <p:cTn id="157" dur="26">
                                          <p:stCondLst>
                                            <p:cond delay="1312"/>
                                          </p:stCondLst>
                                        </p:cTn>
                                        <p:tgtEl>
                                          <p:spTgt spid="26"/>
                                        </p:tgtEl>
                                      </p:cBhvr>
                                      <p:to x="100000" y="80000"/>
                                    </p:animScale>
                                    <p:animScale>
                                      <p:cBhvr>
                                        <p:cTn id="158" dur="166" decel="50000">
                                          <p:stCondLst>
                                            <p:cond delay="1338"/>
                                          </p:stCondLst>
                                        </p:cTn>
                                        <p:tgtEl>
                                          <p:spTgt spid="26"/>
                                        </p:tgtEl>
                                      </p:cBhvr>
                                      <p:to x="100000" y="100000"/>
                                    </p:animScale>
                                    <p:animScale>
                                      <p:cBhvr>
                                        <p:cTn id="159" dur="26">
                                          <p:stCondLst>
                                            <p:cond delay="1642"/>
                                          </p:stCondLst>
                                        </p:cTn>
                                        <p:tgtEl>
                                          <p:spTgt spid="26"/>
                                        </p:tgtEl>
                                      </p:cBhvr>
                                      <p:to x="100000" y="90000"/>
                                    </p:animScale>
                                    <p:animScale>
                                      <p:cBhvr>
                                        <p:cTn id="160" dur="166" decel="50000">
                                          <p:stCondLst>
                                            <p:cond delay="1668"/>
                                          </p:stCondLst>
                                        </p:cTn>
                                        <p:tgtEl>
                                          <p:spTgt spid="26"/>
                                        </p:tgtEl>
                                      </p:cBhvr>
                                      <p:to x="100000" y="100000"/>
                                    </p:animScale>
                                    <p:animScale>
                                      <p:cBhvr>
                                        <p:cTn id="161" dur="26">
                                          <p:stCondLst>
                                            <p:cond delay="1808"/>
                                          </p:stCondLst>
                                        </p:cTn>
                                        <p:tgtEl>
                                          <p:spTgt spid="26"/>
                                        </p:tgtEl>
                                      </p:cBhvr>
                                      <p:to x="100000" y="95000"/>
                                    </p:animScale>
                                    <p:animScale>
                                      <p:cBhvr>
                                        <p:cTn id="162" dur="166" decel="50000">
                                          <p:stCondLst>
                                            <p:cond delay="1834"/>
                                          </p:stCondLst>
                                        </p:cTn>
                                        <p:tgtEl>
                                          <p:spTgt spid="26"/>
                                        </p:tgtEl>
                                      </p:cBhvr>
                                      <p:to x="100000" y="100000"/>
                                    </p:animScale>
                                  </p:childTnLst>
                                </p:cTn>
                              </p:par>
                              <p:par>
                                <p:cTn id="163" presetID="26" presetClass="entr" presetSubtype="0" fill="hold" nodeType="withEffect">
                                  <p:stCondLst>
                                    <p:cond delay="0"/>
                                  </p:stCondLst>
                                  <p:childTnLst>
                                    <p:set>
                                      <p:cBhvr>
                                        <p:cTn id="164" dur="1" fill="hold">
                                          <p:stCondLst>
                                            <p:cond delay="0"/>
                                          </p:stCondLst>
                                        </p:cTn>
                                        <p:tgtEl>
                                          <p:spTgt spid="24"/>
                                        </p:tgtEl>
                                        <p:attrNameLst>
                                          <p:attrName>style.visibility</p:attrName>
                                        </p:attrNameLst>
                                      </p:cBhvr>
                                      <p:to>
                                        <p:strVal val="visible"/>
                                      </p:to>
                                    </p:set>
                                    <p:animEffect transition="in" filter="wipe(down)">
                                      <p:cBhvr>
                                        <p:cTn id="165" dur="580">
                                          <p:stCondLst>
                                            <p:cond delay="0"/>
                                          </p:stCondLst>
                                        </p:cTn>
                                        <p:tgtEl>
                                          <p:spTgt spid="24"/>
                                        </p:tgtEl>
                                      </p:cBhvr>
                                    </p:animEffect>
                                    <p:anim calcmode="lin" valueType="num">
                                      <p:cBhvr>
                                        <p:cTn id="166" dur="1822" tmFilter="0,0; 0.14,0.36; 0.43,0.73; 0.71,0.91; 1.0,1.0">
                                          <p:stCondLst>
                                            <p:cond delay="0"/>
                                          </p:stCondLst>
                                        </p:cTn>
                                        <p:tgtEl>
                                          <p:spTgt spid="24"/>
                                        </p:tgtEl>
                                        <p:attrNameLst>
                                          <p:attrName>ppt_x</p:attrName>
                                        </p:attrNameLst>
                                      </p:cBhvr>
                                      <p:tavLst>
                                        <p:tav tm="0">
                                          <p:val>
                                            <p:strVal val="#ppt_x-0.25"/>
                                          </p:val>
                                        </p:tav>
                                        <p:tav tm="100000">
                                          <p:val>
                                            <p:strVal val="#ppt_x"/>
                                          </p:val>
                                        </p:tav>
                                      </p:tavLst>
                                    </p:anim>
                                    <p:anim calcmode="lin" valueType="num">
                                      <p:cBhvr>
                                        <p:cTn id="167" dur="664" tmFilter="0.0,0.0; 0.25,0.07; 0.50,0.2; 0.75,0.467; 1.0,1.0">
                                          <p:stCondLst>
                                            <p:cond delay="0"/>
                                          </p:stCondLst>
                                        </p:cTn>
                                        <p:tgtEl>
                                          <p:spTgt spid="24"/>
                                        </p:tgtEl>
                                        <p:attrNameLst>
                                          <p:attrName>ppt_y</p:attrName>
                                        </p:attrNameLst>
                                      </p:cBhvr>
                                      <p:tavLst>
                                        <p:tav tm="0" fmla="#ppt_y-sin(pi*$)/3">
                                          <p:val>
                                            <p:fltVal val="0.5"/>
                                          </p:val>
                                        </p:tav>
                                        <p:tav tm="100000">
                                          <p:val>
                                            <p:fltVal val="1"/>
                                          </p:val>
                                        </p:tav>
                                      </p:tavLst>
                                    </p:anim>
                                    <p:anim calcmode="lin" valueType="num">
                                      <p:cBhvr>
                                        <p:cTn id="168" dur="664" tmFilter="0, 0; 0.125,0.2665; 0.25,0.4; 0.375,0.465; 0.5,0.5;  0.625,0.535; 0.75,0.6; 0.875,0.7335; 1,1">
                                          <p:stCondLst>
                                            <p:cond delay="664"/>
                                          </p:stCondLst>
                                        </p:cTn>
                                        <p:tgtEl>
                                          <p:spTgt spid="24"/>
                                        </p:tgtEl>
                                        <p:attrNameLst>
                                          <p:attrName>ppt_y</p:attrName>
                                        </p:attrNameLst>
                                      </p:cBhvr>
                                      <p:tavLst>
                                        <p:tav tm="0" fmla="#ppt_y-sin(pi*$)/9">
                                          <p:val>
                                            <p:fltVal val="0"/>
                                          </p:val>
                                        </p:tav>
                                        <p:tav tm="100000">
                                          <p:val>
                                            <p:fltVal val="1"/>
                                          </p:val>
                                        </p:tav>
                                      </p:tavLst>
                                    </p:anim>
                                    <p:anim calcmode="lin" valueType="num">
                                      <p:cBhvr>
                                        <p:cTn id="169" dur="332" tmFilter="0, 0; 0.125,0.2665; 0.25,0.4; 0.375,0.465; 0.5,0.5;  0.625,0.535; 0.75,0.6; 0.875,0.7335; 1,1">
                                          <p:stCondLst>
                                            <p:cond delay="1324"/>
                                          </p:stCondLst>
                                        </p:cTn>
                                        <p:tgtEl>
                                          <p:spTgt spid="24"/>
                                        </p:tgtEl>
                                        <p:attrNameLst>
                                          <p:attrName>ppt_y</p:attrName>
                                        </p:attrNameLst>
                                      </p:cBhvr>
                                      <p:tavLst>
                                        <p:tav tm="0" fmla="#ppt_y-sin(pi*$)/27">
                                          <p:val>
                                            <p:fltVal val="0"/>
                                          </p:val>
                                        </p:tav>
                                        <p:tav tm="100000">
                                          <p:val>
                                            <p:fltVal val="1"/>
                                          </p:val>
                                        </p:tav>
                                      </p:tavLst>
                                    </p:anim>
                                    <p:anim calcmode="lin" valueType="num">
                                      <p:cBhvr>
                                        <p:cTn id="170" dur="164" tmFilter="0, 0; 0.125,0.2665; 0.25,0.4; 0.375,0.465; 0.5,0.5;  0.625,0.535; 0.75,0.6; 0.875,0.7335; 1,1">
                                          <p:stCondLst>
                                            <p:cond delay="1656"/>
                                          </p:stCondLst>
                                        </p:cTn>
                                        <p:tgtEl>
                                          <p:spTgt spid="24"/>
                                        </p:tgtEl>
                                        <p:attrNameLst>
                                          <p:attrName>ppt_y</p:attrName>
                                        </p:attrNameLst>
                                      </p:cBhvr>
                                      <p:tavLst>
                                        <p:tav tm="0" fmla="#ppt_y-sin(pi*$)/81">
                                          <p:val>
                                            <p:fltVal val="0"/>
                                          </p:val>
                                        </p:tav>
                                        <p:tav tm="100000">
                                          <p:val>
                                            <p:fltVal val="1"/>
                                          </p:val>
                                        </p:tav>
                                      </p:tavLst>
                                    </p:anim>
                                    <p:animScale>
                                      <p:cBhvr>
                                        <p:cTn id="171" dur="26">
                                          <p:stCondLst>
                                            <p:cond delay="650"/>
                                          </p:stCondLst>
                                        </p:cTn>
                                        <p:tgtEl>
                                          <p:spTgt spid="24"/>
                                        </p:tgtEl>
                                      </p:cBhvr>
                                      <p:to x="100000" y="60000"/>
                                    </p:animScale>
                                    <p:animScale>
                                      <p:cBhvr>
                                        <p:cTn id="172" dur="166" decel="50000">
                                          <p:stCondLst>
                                            <p:cond delay="676"/>
                                          </p:stCondLst>
                                        </p:cTn>
                                        <p:tgtEl>
                                          <p:spTgt spid="24"/>
                                        </p:tgtEl>
                                      </p:cBhvr>
                                      <p:to x="100000" y="100000"/>
                                    </p:animScale>
                                    <p:animScale>
                                      <p:cBhvr>
                                        <p:cTn id="173" dur="26">
                                          <p:stCondLst>
                                            <p:cond delay="1312"/>
                                          </p:stCondLst>
                                        </p:cTn>
                                        <p:tgtEl>
                                          <p:spTgt spid="24"/>
                                        </p:tgtEl>
                                      </p:cBhvr>
                                      <p:to x="100000" y="80000"/>
                                    </p:animScale>
                                    <p:animScale>
                                      <p:cBhvr>
                                        <p:cTn id="174" dur="166" decel="50000">
                                          <p:stCondLst>
                                            <p:cond delay="1338"/>
                                          </p:stCondLst>
                                        </p:cTn>
                                        <p:tgtEl>
                                          <p:spTgt spid="24"/>
                                        </p:tgtEl>
                                      </p:cBhvr>
                                      <p:to x="100000" y="100000"/>
                                    </p:animScale>
                                    <p:animScale>
                                      <p:cBhvr>
                                        <p:cTn id="175" dur="26">
                                          <p:stCondLst>
                                            <p:cond delay="1642"/>
                                          </p:stCondLst>
                                        </p:cTn>
                                        <p:tgtEl>
                                          <p:spTgt spid="24"/>
                                        </p:tgtEl>
                                      </p:cBhvr>
                                      <p:to x="100000" y="90000"/>
                                    </p:animScale>
                                    <p:animScale>
                                      <p:cBhvr>
                                        <p:cTn id="176" dur="166" decel="50000">
                                          <p:stCondLst>
                                            <p:cond delay="1668"/>
                                          </p:stCondLst>
                                        </p:cTn>
                                        <p:tgtEl>
                                          <p:spTgt spid="24"/>
                                        </p:tgtEl>
                                      </p:cBhvr>
                                      <p:to x="100000" y="100000"/>
                                    </p:animScale>
                                    <p:animScale>
                                      <p:cBhvr>
                                        <p:cTn id="177" dur="26">
                                          <p:stCondLst>
                                            <p:cond delay="1808"/>
                                          </p:stCondLst>
                                        </p:cTn>
                                        <p:tgtEl>
                                          <p:spTgt spid="24"/>
                                        </p:tgtEl>
                                      </p:cBhvr>
                                      <p:to x="100000" y="95000"/>
                                    </p:animScale>
                                    <p:animScale>
                                      <p:cBhvr>
                                        <p:cTn id="178" dur="166" decel="50000">
                                          <p:stCondLst>
                                            <p:cond delay="1834"/>
                                          </p:stCondLst>
                                        </p:cTn>
                                        <p:tgtEl>
                                          <p:spTgt spid="2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5" grpId="0" animBg="1"/>
      <p:bldP spid="19" grpId="0" animBg="1"/>
      <p:bldP spid="23" grpId="0" animBg="1"/>
      <p:bldP spid="2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400" b="1" dirty="0" err="1">
                <a:solidFill>
                  <a:schemeClr val="tx2"/>
                </a:solidFill>
              </a:rPr>
              <a:t>Comparaisons</a:t>
            </a:r>
            <a:r>
              <a:rPr lang="en-US" sz="3400" b="1" dirty="0">
                <a:solidFill>
                  <a:schemeClr val="tx2"/>
                </a:solidFill>
              </a:rPr>
              <a:t> des solutions</a:t>
            </a:r>
            <a:endParaRPr lang="en-US" sz="3400" dirty="0"/>
          </a:p>
        </p:txBody>
      </p:sp>
      <p:pic>
        <p:nvPicPr>
          <p:cNvPr id="6" name="Image 0" descr="FaUsers"/>
          <p:cNvPicPr>
            <a:picLocks noChangeAspect="1"/>
          </p:cNvPicPr>
          <p:nvPr/>
        </p:nvPicPr>
        <p:blipFill>
          <a:blip r:embed="rId3"/>
          <a:stretch>
            <a:fillRect/>
          </a:stretch>
        </p:blipFill>
        <p:spPr>
          <a:xfrm>
            <a:off x="989381" y="2086661"/>
            <a:ext cx="261518" cy="261518"/>
          </a:xfrm>
          <a:prstGeom prst="rect">
            <a:avLst/>
          </a:prstGeom>
        </p:spPr>
      </p:pic>
      <p:pic>
        <p:nvPicPr>
          <p:cNvPr id="16" name="Image 2" descr="FaCalculator"/>
          <p:cNvPicPr>
            <a:picLocks noChangeAspect="1"/>
          </p:cNvPicPr>
          <p:nvPr/>
        </p:nvPicPr>
        <p:blipFill>
          <a:blip r:embed="rId4"/>
          <a:stretch>
            <a:fillRect/>
          </a:stretch>
        </p:blipFill>
        <p:spPr>
          <a:xfrm>
            <a:off x="989381" y="4898441"/>
            <a:ext cx="261518" cy="261518"/>
          </a:xfrm>
          <a:prstGeom prst="rect">
            <a:avLst/>
          </a:prstGeom>
        </p:spPr>
      </p:pic>
      <p:pic>
        <p:nvPicPr>
          <p:cNvPr id="24" name="Image 4" descr="FaClipboardList"/>
          <p:cNvPicPr>
            <a:picLocks noChangeAspect="1"/>
          </p:cNvPicPr>
          <p:nvPr/>
        </p:nvPicPr>
        <p:blipFill>
          <a:blip r:embed="rId5"/>
          <a:stretch>
            <a:fillRect/>
          </a:stretch>
        </p:blipFill>
        <p:spPr>
          <a:xfrm>
            <a:off x="6658661" y="4898441"/>
            <a:ext cx="261518" cy="261518"/>
          </a:xfrm>
          <a:prstGeom prst="rect">
            <a:avLst/>
          </a:prstGeom>
        </p:spPr>
      </p:pic>
      <p:pic>
        <p:nvPicPr>
          <p:cNvPr id="28" name="Image 5" descr="FaChartLine"/>
          <p:cNvPicPr>
            <a:picLocks noChangeAspect="1"/>
          </p:cNvPicPr>
          <p:nvPr/>
        </p:nvPicPr>
        <p:blipFill>
          <a:blip r:embed="rId6"/>
          <a:stretch>
            <a:fillRect/>
          </a:stretch>
        </p:blipFill>
        <p:spPr>
          <a:xfrm>
            <a:off x="9493301" y="4898441"/>
            <a:ext cx="261518" cy="261518"/>
          </a:xfrm>
          <a:prstGeom prst="rect">
            <a:avLst/>
          </a:prstGeom>
        </p:spPr>
      </p:pic>
      <p:sp>
        <p:nvSpPr>
          <p:cNvPr id="3"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1"/>
                </a:solidFill>
              </a:defRPr>
            </a:lvl1pPr>
          </a:lstStyle>
          <a:p>
            <a:pPr algn="r"/>
            <a:r>
              <a:rPr lang="en-US" b="0" dirty="0"/>
              <a:t>10</a:t>
            </a:r>
            <a:endParaRPr lang="en-US" dirty="0"/>
          </a:p>
        </p:txBody>
      </p:sp>
      <p:graphicFrame>
        <p:nvGraphicFramePr>
          <p:cNvPr id="31" name="Tableau 30">
            <a:extLst>
              <a:ext uri="{FF2B5EF4-FFF2-40B4-BE49-F238E27FC236}">
                <a16:creationId xmlns:a16="http://schemas.microsoft.com/office/drawing/2014/main" id="{DA7A1D67-8996-7EC6-02BB-A95F7F5E7647}"/>
              </a:ext>
            </a:extLst>
          </p:cNvPr>
          <p:cNvGraphicFramePr>
            <a:graphicFrameLocks noGrp="1"/>
          </p:cNvGraphicFramePr>
          <p:nvPr>
            <p:extLst>
              <p:ext uri="{D42A27DB-BD31-4B8C-83A1-F6EECF244321}">
                <p14:modId xmlns:p14="http://schemas.microsoft.com/office/powerpoint/2010/main" val="760860312"/>
              </p:ext>
            </p:extLst>
          </p:nvPr>
        </p:nvGraphicFramePr>
        <p:xfrm>
          <a:off x="548639" y="1280159"/>
          <a:ext cx="11064240" cy="4835508"/>
        </p:xfrm>
        <a:graphic>
          <a:graphicData uri="http://schemas.openxmlformats.org/drawingml/2006/table">
            <a:tbl>
              <a:tblPr firstRow="1" bandRow="1">
                <a:tableStyleId>{72833802-FEF1-4C79-8D5D-14CF1EAF98D9}</a:tableStyleId>
              </a:tblPr>
              <a:tblGrid>
                <a:gridCol w="3688080">
                  <a:extLst>
                    <a:ext uri="{9D8B030D-6E8A-4147-A177-3AD203B41FA5}">
                      <a16:colId xmlns:a16="http://schemas.microsoft.com/office/drawing/2014/main" val="2064375527"/>
                    </a:ext>
                  </a:extLst>
                </a:gridCol>
                <a:gridCol w="3688080">
                  <a:extLst>
                    <a:ext uri="{9D8B030D-6E8A-4147-A177-3AD203B41FA5}">
                      <a16:colId xmlns:a16="http://schemas.microsoft.com/office/drawing/2014/main" val="334862137"/>
                    </a:ext>
                  </a:extLst>
                </a:gridCol>
                <a:gridCol w="3688080">
                  <a:extLst>
                    <a:ext uri="{9D8B030D-6E8A-4147-A177-3AD203B41FA5}">
                      <a16:colId xmlns:a16="http://schemas.microsoft.com/office/drawing/2014/main" val="2492204388"/>
                    </a:ext>
                  </a:extLst>
                </a:gridCol>
              </a:tblGrid>
              <a:tr h="805918">
                <a:tc>
                  <a:txBody>
                    <a:bodyPr/>
                    <a:lstStyle/>
                    <a:p>
                      <a:pPr algn="ctr"/>
                      <a:r>
                        <a:rPr lang="" sz="2000" dirty="0">
                          <a:latin typeface="Times New Roman" panose="02020603050405020304" pitchFamily="18" charset="0"/>
                          <a:cs typeface="Times New Roman" panose="02020603050405020304" pitchFamily="18" charset="0"/>
                        </a:rPr>
                        <a:t>Critères d'évaluation</a:t>
                      </a:r>
                      <a:endParaRPr lang="LID4096" sz="2000" dirty="0">
                        <a:latin typeface="Times New Roman" panose="02020603050405020304" pitchFamily="18" charset="0"/>
                        <a:cs typeface="Times New Roman" panose="02020603050405020304" pitchFamily="18" charset="0"/>
                      </a:endParaRPr>
                    </a:p>
                  </a:txBody>
                  <a:tcPr anchor="ctr"/>
                </a:tc>
                <a:tc>
                  <a:txBody>
                    <a:bodyPr/>
                    <a:lstStyle/>
                    <a:p>
                      <a:pPr algn="ctr"/>
                      <a:r>
                        <a:rPr lang="" sz="2000" dirty="0">
                          <a:latin typeface="Times New Roman" panose="02020603050405020304" pitchFamily="18" charset="0"/>
                          <a:cs typeface="Times New Roman" panose="02020603050405020304" pitchFamily="18" charset="0"/>
                        </a:rPr>
                        <a:t>🌐 Solution 1 : Application Web</a:t>
                      </a:r>
                      <a:endParaRPr lang="LID4096" sz="2000" dirty="0">
                        <a:latin typeface="Times New Roman" panose="02020603050405020304" pitchFamily="18" charset="0"/>
                        <a:cs typeface="Times New Roman" panose="02020603050405020304" pitchFamily="18" charset="0"/>
                      </a:endParaRPr>
                    </a:p>
                  </a:txBody>
                  <a:tcPr anchor="ctr"/>
                </a:tc>
                <a:tc>
                  <a:txBody>
                    <a:bodyPr/>
                    <a:lstStyle/>
                    <a:p>
                      <a:pPr algn="ctr"/>
                      <a:r>
                        <a:rPr lang="" sz="2000" dirty="0">
                          <a:latin typeface="Times New Roman" panose="02020603050405020304" pitchFamily="18" charset="0"/>
                          <a:cs typeface="Times New Roman" panose="02020603050405020304" pitchFamily="18" charset="0"/>
                        </a:rPr>
                        <a:t>💻 Solution 2 : Logiciel Desktop</a:t>
                      </a:r>
                      <a:endParaRPr lang="LID4096"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91811488"/>
                  </a:ext>
                </a:extLst>
              </a:tr>
              <a:tr h="805918">
                <a:tc>
                  <a:txBody>
                    <a:bodyPr/>
                    <a:lstStyle/>
                    <a:p>
                      <a:pPr algn="ctr"/>
                      <a:r>
                        <a:rPr lang="" sz="2000" dirty="0">
                          <a:latin typeface="Times New Roman" panose="02020603050405020304" pitchFamily="18" charset="0"/>
                          <a:cs typeface="Times New Roman" panose="02020603050405020304" pitchFamily="18" charset="0"/>
                        </a:rPr>
                        <a:t>Coût initial</a:t>
                      </a:r>
                      <a:endParaRPr lang="LID4096" sz="2000" dirty="0">
                        <a:latin typeface="Times New Roman" panose="02020603050405020304" pitchFamily="18" charset="0"/>
                        <a:cs typeface="Times New Roman" panose="02020603050405020304" pitchFamily="18" charset="0"/>
                      </a:endParaRPr>
                    </a:p>
                  </a:txBody>
                  <a:tcPr anchor="ctr"/>
                </a:tc>
                <a:tc>
                  <a:txBody>
                    <a:bodyPr/>
                    <a:lstStyle/>
                    <a:p>
                      <a:pPr algn="ctr"/>
                      <a:r>
                        <a:rPr lang="" sz="2000" b="1" i="0" dirty="0">
                          <a:latin typeface="Times New Roman" panose="02020603050405020304" pitchFamily="18" charset="0"/>
                          <a:cs typeface="Times New Roman" panose="02020603050405020304" pitchFamily="18" charset="0"/>
                        </a:rPr>
                        <a:t>Modéré à réduit</a:t>
                      </a:r>
                      <a:endParaRPr lang="LID4096" sz="2000" b="1" i="0" dirty="0">
                        <a:latin typeface="Times New Roman" panose="02020603050405020304" pitchFamily="18" charset="0"/>
                        <a:cs typeface="Times New Roman" panose="02020603050405020304" pitchFamily="18" charset="0"/>
                      </a:endParaRPr>
                    </a:p>
                  </a:txBody>
                  <a:tcPr anchor="ctr"/>
                </a:tc>
                <a:tc>
                  <a:txBody>
                    <a:bodyPr/>
                    <a:lstStyle/>
                    <a:p>
                      <a:pPr algn="ctr"/>
                      <a:r>
                        <a:rPr lang="" sz="2000" b="1" dirty="0">
                          <a:latin typeface="Times New Roman" panose="02020603050405020304" pitchFamily="18" charset="0"/>
                          <a:cs typeface="Times New Roman" panose="02020603050405020304" pitchFamily="18" charset="0"/>
                        </a:rPr>
                        <a:t>Élevé</a:t>
                      </a:r>
                      <a:endParaRPr lang="LID4096" sz="20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230453901"/>
                  </a:ext>
                </a:extLst>
              </a:tr>
              <a:tr h="805918">
                <a:tc>
                  <a:txBody>
                    <a:bodyPr/>
                    <a:lstStyle/>
                    <a:p>
                      <a:pPr algn="ctr"/>
                      <a:r>
                        <a:rPr lang="" sz="2000" dirty="0">
                          <a:latin typeface="Times New Roman" panose="02020603050405020304" pitchFamily="18" charset="0"/>
                          <a:cs typeface="Times New Roman" panose="02020603050405020304" pitchFamily="18" charset="0"/>
                        </a:rPr>
                        <a:t>Matériel nécessaire</a:t>
                      </a:r>
                      <a:endParaRPr lang="LID4096" sz="2000" dirty="0">
                        <a:latin typeface="Times New Roman" panose="02020603050405020304" pitchFamily="18" charset="0"/>
                        <a:cs typeface="Times New Roman" panose="02020603050405020304" pitchFamily="18" charset="0"/>
                      </a:endParaRPr>
                    </a:p>
                  </a:txBody>
                  <a:tcPr anchor="ctr"/>
                </a:tc>
                <a:tc>
                  <a:txBody>
                    <a:bodyPr/>
                    <a:lstStyle/>
                    <a:p>
                      <a:pPr algn="ctr"/>
                      <a:r>
                        <a:rPr lang="" sz="2000" b="1" u="none" strike="noStrike" kern="1200" dirty="0">
                          <a:solidFill>
                            <a:schemeClr val="tx1"/>
                          </a:solidFill>
                          <a:effectLst/>
                          <a:latin typeface="Times New Roman" panose="02020603050405020304" pitchFamily="18" charset="0"/>
                          <a:ea typeface="+mn-ea"/>
                          <a:cs typeface="Times New Roman" panose="02020603050405020304" pitchFamily="18" charset="0"/>
                        </a:rPr>
                        <a:t>Minimal</a:t>
                      </a:r>
                      <a:r>
                        <a:rPr lang="" sz="2000" dirty="0">
                          <a:latin typeface="Times New Roman" panose="02020603050405020304" pitchFamily="18" charset="0"/>
                          <a:cs typeface="Times New Roman" panose="02020603050405020304" pitchFamily="18" charset="0"/>
                        </a:rPr>
                        <a:t> </a:t>
                      </a:r>
                      <a:endParaRPr lang="LID4096" sz="2000" dirty="0">
                        <a:latin typeface="Times New Roman" panose="02020603050405020304" pitchFamily="18" charset="0"/>
                        <a:cs typeface="Times New Roman" panose="02020603050405020304" pitchFamily="18" charset="0"/>
                      </a:endParaRPr>
                    </a:p>
                  </a:txBody>
                  <a:tcPr anchor="ctr"/>
                </a:tc>
                <a:tc>
                  <a:txBody>
                    <a:bodyPr/>
                    <a:lstStyle/>
                    <a:p>
                      <a:pPr algn="ctr"/>
                      <a:r>
                        <a:rPr lang="" sz="2000" b="1" u="none" strike="noStrike" kern="1200" dirty="0">
                          <a:solidFill>
                            <a:schemeClr val="tx1"/>
                          </a:solidFill>
                          <a:effectLst/>
                          <a:latin typeface="Times New Roman" panose="02020603050405020304" pitchFamily="18" charset="0"/>
                          <a:ea typeface="+mn-ea"/>
                          <a:cs typeface="Times New Roman" panose="02020603050405020304" pitchFamily="18" charset="0"/>
                        </a:rPr>
                        <a:t>Variable</a:t>
                      </a:r>
                      <a:r>
                        <a:rPr lang="" sz="2000" dirty="0">
                          <a:latin typeface="Times New Roman" panose="02020603050405020304" pitchFamily="18" charset="0"/>
                          <a:cs typeface="Times New Roman" panose="02020603050405020304" pitchFamily="18" charset="0"/>
                        </a:rPr>
                        <a:t> </a:t>
                      </a:r>
                      <a:endParaRPr lang="LID4096"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54175374"/>
                  </a:ext>
                </a:extLst>
              </a:tr>
              <a:tr h="805918">
                <a:tc>
                  <a:txBody>
                    <a:bodyPr/>
                    <a:lstStyle/>
                    <a:p>
                      <a:pPr algn="ctr"/>
                      <a:r>
                        <a:rPr lang="" sz="2000" dirty="0">
                          <a:latin typeface="Times New Roman" panose="02020603050405020304" pitchFamily="18" charset="0"/>
                          <a:cs typeface="Times New Roman" panose="02020603050405020304" pitchFamily="18" charset="0"/>
                        </a:rPr>
                        <a:t>Déploiement</a:t>
                      </a:r>
                      <a:endParaRPr lang="LID4096" sz="2000" dirty="0">
                        <a:latin typeface="Times New Roman" panose="02020603050405020304" pitchFamily="18" charset="0"/>
                        <a:cs typeface="Times New Roman" panose="02020603050405020304" pitchFamily="18" charset="0"/>
                      </a:endParaRPr>
                    </a:p>
                  </a:txBody>
                  <a:tcPr anchor="ctr"/>
                </a:tc>
                <a:tc>
                  <a:txBody>
                    <a:bodyPr/>
                    <a:lstStyle/>
                    <a:p>
                      <a:pPr algn="ctr"/>
                      <a:r>
                        <a:rPr lang="" sz="2000" b="1" u="none" strike="noStrike" kern="1200" dirty="0">
                          <a:solidFill>
                            <a:schemeClr val="tx1"/>
                          </a:solidFill>
                          <a:effectLst/>
                          <a:latin typeface="Times New Roman" panose="02020603050405020304" pitchFamily="18" charset="0"/>
                          <a:ea typeface="+mn-ea"/>
                          <a:cs typeface="Times New Roman" panose="02020603050405020304" pitchFamily="18" charset="0"/>
                        </a:rPr>
                        <a:t>Centralisé</a:t>
                      </a:r>
                      <a:r>
                        <a:rPr lang="" sz="2000" dirty="0">
                          <a:latin typeface="Times New Roman" panose="02020603050405020304" pitchFamily="18" charset="0"/>
                          <a:cs typeface="Times New Roman" panose="02020603050405020304" pitchFamily="18" charset="0"/>
                        </a:rPr>
                        <a:t> </a:t>
                      </a:r>
                      <a:endParaRPr lang="LID4096" sz="2000" dirty="0">
                        <a:latin typeface="Times New Roman" panose="02020603050405020304" pitchFamily="18" charset="0"/>
                        <a:cs typeface="Times New Roman" panose="02020603050405020304" pitchFamily="18" charset="0"/>
                      </a:endParaRPr>
                    </a:p>
                  </a:txBody>
                  <a:tcPr anchor="ctr"/>
                </a:tc>
                <a:tc>
                  <a:txBody>
                    <a:bodyPr/>
                    <a:lstStyle/>
                    <a:p>
                      <a:pPr algn="ctr"/>
                      <a:r>
                        <a:rPr lang="" sz="2000" b="1" u="none" strike="noStrike" kern="1200" dirty="0">
                          <a:solidFill>
                            <a:schemeClr val="tx1"/>
                          </a:solidFill>
                          <a:effectLst/>
                          <a:latin typeface="Times New Roman" panose="02020603050405020304" pitchFamily="18" charset="0"/>
                          <a:ea typeface="+mn-ea"/>
                          <a:cs typeface="Times New Roman" panose="02020603050405020304" pitchFamily="18" charset="0"/>
                        </a:rPr>
                        <a:t>Lourd</a:t>
                      </a:r>
                      <a:r>
                        <a:rPr lang="" sz="2000" dirty="0">
                          <a:latin typeface="Times New Roman" panose="02020603050405020304" pitchFamily="18" charset="0"/>
                          <a:cs typeface="Times New Roman" panose="02020603050405020304" pitchFamily="18" charset="0"/>
                        </a:rPr>
                        <a:t> </a:t>
                      </a:r>
                      <a:endParaRPr lang="LID4096"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517259082"/>
                  </a:ext>
                </a:extLst>
              </a:tr>
              <a:tr h="805918">
                <a:tc>
                  <a:txBody>
                    <a:bodyPr/>
                    <a:lstStyle/>
                    <a:p>
                      <a:pPr algn="ctr"/>
                      <a:r>
                        <a:rPr lang="" sz="2000" dirty="0">
                          <a:latin typeface="Times New Roman" panose="02020603050405020304" pitchFamily="18" charset="0"/>
                          <a:cs typeface="Times New Roman" panose="02020603050405020304" pitchFamily="18" charset="0"/>
                        </a:rPr>
                        <a:t>Gestion des alertes</a:t>
                      </a:r>
                      <a:endParaRPr lang="LID4096" sz="2000" dirty="0">
                        <a:latin typeface="Times New Roman" panose="02020603050405020304" pitchFamily="18" charset="0"/>
                        <a:cs typeface="Times New Roman" panose="02020603050405020304" pitchFamily="18" charset="0"/>
                      </a:endParaRPr>
                    </a:p>
                  </a:txBody>
                  <a:tcPr anchor="ctr"/>
                </a:tc>
                <a:tc>
                  <a:txBody>
                    <a:bodyPr/>
                    <a:lstStyle/>
                    <a:p>
                      <a:pPr algn="ctr"/>
                      <a:r>
                        <a:rPr lang="" sz="2000" b="1" u="none" strike="noStrike" kern="1200" dirty="0">
                          <a:solidFill>
                            <a:schemeClr val="tx1"/>
                          </a:solidFill>
                          <a:effectLst/>
                          <a:latin typeface="Times New Roman" panose="02020603050405020304" pitchFamily="18" charset="0"/>
                          <a:ea typeface="+mn-ea"/>
                          <a:cs typeface="Times New Roman" panose="02020603050405020304" pitchFamily="18" charset="0"/>
                        </a:rPr>
                        <a:t>Dynamique</a:t>
                      </a:r>
                      <a:r>
                        <a:rPr lang="" sz="2000" dirty="0">
                          <a:latin typeface="Times New Roman" panose="02020603050405020304" pitchFamily="18" charset="0"/>
                          <a:cs typeface="Times New Roman" panose="02020603050405020304" pitchFamily="18" charset="0"/>
                        </a:rPr>
                        <a:t> </a:t>
                      </a:r>
                      <a:endParaRPr lang="LID4096" sz="2000" dirty="0">
                        <a:latin typeface="Times New Roman" panose="02020603050405020304" pitchFamily="18" charset="0"/>
                        <a:cs typeface="Times New Roman" panose="02020603050405020304" pitchFamily="18" charset="0"/>
                      </a:endParaRPr>
                    </a:p>
                  </a:txBody>
                  <a:tcPr anchor="ctr"/>
                </a:tc>
                <a:tc>
                  <a:txBody>
                    <a:bodyPr/>
                    <a:lstStyle/>
                    <a:p>
                      <a:pPr algn="ctr"/>
                      <a:r>
                        <a:rPr lang="" sz="2000" b="1" u="none" strike="noStrike" kern="1200" dirty="0">
                          <a:solidFill>
                            <a:schemeClr val="tx1"/>
                          </a:solidFill>
                          <a:effectLst/>
                          <a:latin typeface="Times New Roman" panose="02020603050405020304" pitchFamily="18" charset="0"/>
                          <a:ea typeface="+mn-ea"/>
                          <a:cs typeface="Times New Roman" panose="02020603050405020304" pitchFamily="18" charset="0"/>
                        </a:rPr>
                        <a:t>Limitée</a:t>
                      </a:r>
                      <a:r>
                        <a:rPr lang="" sz="2000" dirty="0">
                          <a:latin typeface="Times New Roman" panose="02020603050405020304" pitchFamily="18" charset="0"/>
                          <a:cs typeface="Times New Roman" panose="02020603050405020304" pitchFamily="18" charset="0"/>
                        </a:rPr>
                        <a:t> </a:t>
                      </a:r>
                      <a:endParaRPr lang="LID4096"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954926928"/>
                  </a:ext>
                </a:extLst>
              </a:tr>
              <a:tr h="805918">
                <a:tc>
                  <a:txBody>
                    <a:bodyPr/>
                    <a:lstStyle/>
                    <a:p>
                      <a:pPr algn="ctr"/>
                      <a:r>
                        <a:rPr lang="" sz="2000" dirty="0">
                          <a:latin typeface="Times New Roman" panose="02020603050405020304" pitchFamily="18" charset="0"/>
                          <a:cs typeface="Times New Roman" panose="02020603050405020304" pitchFamily="18" charset="0"/>
                        </a:rPr>
                        <a:t>Charges humaines (Maintenance)</a:t>
                      </a:r>
                      <a:endParaRPr lang="LID4096" sz="2000" dirty="0">
                        <a:latin typeface="Times New Roman" panose="02020603050405020304" pitchFamily="18" charset="0"/>
                        <a:cs typeface="Times New Roman" panose="02020603050405020304" pitchFamily="18" charset="0"/>
                      </a:endParaRPr>
                    </a:p>
                  </a:txBody>
                  <a:tcPr anchor="ctr"/>
                </a:tc>
                <a:tc>
                  <a:txBody>
                    <a:bodyPr/>
                    <a:lstStyle/>
                    <a:p>
                      <a:pPr algn="ctr"/>
                      <a:r>
                        <a:rPr lang="" sz="2000" b="1" u="none" strike="noStrike" kern="1200" dirty="0">
                          <a:solidFill>
                            <a:schemeClr val="tx1"/>
                          </a:solidFill>
                          <a:effectLst/>
                          <a:latin typeface="Times New Roman" panose="02020603050405020304" pitchFamily="18" charset="0"/>
                          <a:ea typeface="+mn-ea"/>
                          <a:cs typeface="Times New Roman" panose="02020603050405020304" pitchFamily="18" charset="0"/>
                        </a:rPr>
                        <a:t>Optimisée</a:t>
                      </a:r>
                      <a:r>
                        <a:rPr lang="" sz="2000" dirty="0">
                          <a:latin typeface="Times New Roman" panose="02020603050405020304" pitchFamily="18" charset="0"/>
                          <a:cs typeface="Times New Roman" panose="02020603050405020304" pitchFamily="18" charset="0"/>
                        </a:rPr>
                        <a:t> </a:t>
                      </a:r>
                      <a:endParaRPr lang="LID4096" sz="2000" dirty="0">
                        <a:latin typeface="Times New Roman" panose="02020603050405020304" pitchFamily="18" charset="0"/>
                        <a:cs typeface="Times New Roman" panose="02020603050405020304" pitchFamily="18" charset="0"/>
                      </a:endParaRPr>
                    </a:p>
                  </a:txBody>
                  <a:tcPr anchor="ctr"/>
                </a:tc>
                <a:tc>
                  <a:txBody>
                    <a:bodyPr/>
                    <a:lstStyle/>
                    <a:p>
                      <a:pPr algn="ctr"/>
                      <a:r>
                        <a:rPr lang="" sz="2000" b="1" u="none" strike="noStrike" kern="1200" dirty="0">
                          <a:solidFill>
                            <a:schemeClr val="tx1"/>
                          </a:solidFill>
                          <a:effectLst/>
                          <a:latin typeface="Times New Roman" panose="02020603050405020304" pitchFamily="18" charset="0"/>
                          <a:ea typeface="+mn-ea"/>
                          <a:cs typeface="Times New Roman" panose="02020603050405020304" pitchFamily="18" charset="0"/>
                        </a:rPr>
                        <a:t>Lourde</a:t>
                      </a:r>
                      <a:r>
                        <a:rPr lang="" sz="2000" dirty="0">
                          <a:latin typeface="Times New Roman" panose="02020603050405020304" pitchFamily="18" charset="0"/>
                          <a:cs typeface="Times New Roman" panose="02020603050405020304" pitchFamily="18" charset="0"/>
                        </a:rPr>
                        <a:t> </a:t>
                      </a:r>
                      <a:endParaRPr lang="LID4096"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18033888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400" b="1" dirty="0">
                <a:solidFill>
                  <a:schemeClr val="tx2"/>
                </a:solidFill>
              </a:rPr>
              <a:t>Solution retenue : une application web</a:t>
            </a:r>
            <a:endParaRPr lang="en-US" sz="3400" dirty="0"/>
          </a:p>
        </p:txBody>
      </p:sp>
      <p:sp>
        <p:nvSpPr>
          <p:cNvPr id="4" name="Text 1"/>
          <p:cNvSpPr txBox="1"/>
          <p:nvPr/>
        </p:nvSpPr>
        <p:spPr>
          <a:xfrm>
            <a:off x="548640" y="1600200"/>
            <a:ext cx="5486400" cy="365760"/>
          </a:xfrm>
          <a:prstGeom prst="rect">
            <a:avLst/>
          </a:prstGeom>
          <a:noFill/>
          <a:ln/>
        </p:spPr>
        <p:txBody>
          <a:bodyPr wrap="square" lIns="0" tIns="0" rIns="0" bIns="0" rtlCol="0" anchor="ctr"/>
          <a:lstStyle/>
          <a:p>
            <a:pPr marL="0" indent="0">
              <a:buNone/>
            </a:pPr>
            <a:r>
              <a:rPr lang="en-US" sz="2000" b="1" dirty="0">
                <a:solidFill>
                  <a:schemeClr val="tx2"/>
                </a:solidFill>
              </a:rPr>
              <a:t>Pourquoi le web ?</a:t>
            </a:r>
            <a:endParaRPr lang="en-US" sz="2000" dirty="0"/>
          </a:p>
        </p:txBody>
      </p:sp>
      <p:sp>
        <p:nvSpPr>
          <p:cNvPr id="5" name="Card Accès immédiat"/>
          <p:cNvSpPr/>
          <p:nvPr/>
        </p:nvSpPr>
        <p:spPr>
          <a:xfrm>
            <a:off x="548640" y="2103120"/>
            <a:ext cx="5486400" cy="1188720"/>
          </a:xfrm>
          <a:prstGeom prst="roundRect">
            <a:avLst>
              <a:gd name="adj" fmla="val 9231"/>
            </a:avLst>
          </a:prstGeom>
          <a:solidFill>
            <a:schemeClr val="bg2"/>
          </a:solidFill>
          <a:ln w="12700">
            <a:solidFill>
              <a:schemeClr val="bg2"/>
            </a:solidFill>
            <a:prstDash val="solid"/>
          </a:ln>
        </p:spPr>
      </p:sp>
      <p:sp>
        <p:nvSpPr>
          <p:cNvPr id="6" name="Pastille FaGlobe"/>
          <p:cNvSpPr/>
          <p:nvPr/>
        </p:nvSpPr>
        <p:spPr>
          <a:xfrm>
            <a:off x="822960" y="2400300"/>
            <a:ext cx="594360" cy="594360"/>
          </a:xfrm>
          <a:prstGeom prst="ellipse">
            <a:avLst/>
          </a:prstGeom>
          <a:solidFill>
            <a:schemeClr val="accent2"/>
          </a:solidFill>
          <a:ln w="12700">
            <a:solidFill>
              <a:schemeClr val="accent2"/>
            </a:solidFill>
            <a:prstDash val="solid"/>
          </a:ln>
        </p:spPr>
      </p:sp>
      <p:pic>
        <p:nvPicPr>
          <p:cNvPr id="7" name="Image 0" descr="FaGlobe"/>
          <p:cNvPicPr>
            <a:picLocks noChangeAspect="1"/>
          </p:cNvPicPr>
          <p:nvPr/>
        </p:nvPicPr>
        <p:blipFill>
          <a:blip r:embed="rId3"/>
          <a:stretch>
            <a:fillRect/>
          </a:stretch>
        </p:blipFill>
        <p:spPr>
          <a:xfrm>
            <a:off x="989381" y="2566721"/>
            <a:ext cx="261518" cy="261518"/>
          </a:xfrm>
          <a:prstGeom prst="rect">
            <a:avLst/>
          </a:prstGeom>
        </p:spPr>
      </p:pic>
      <p:sp>
        <p:nvSpPr>
          <p:cNvPr id="8" name="Text 4"/>
          <p:cNvSpPr txBox="1"/>
          <p:nvPr/>
        </p:nvSpPr>
        <p:spPr>
          <a:xfrm>
            <a:off x="1645920" y="2194560"/>
            <a:ext cx="4114800" cy="1005840"/>
          </a:xfrm>
          <a:prstGeom prst="rect">
            <a:avLst/>
          </a:prstGeom>
          <a:noFill/>
          <a:ln/>
        </p:spPr>
        <p:txBody>
          <a:bodyPr wrap="square" lIns="0" tIns="0" rIns="0" bIns="0" rtlCol="0" anchor="ctr"/>
          <a:lstStyle/>
          <a:p>
            <a:pPr marL="0" indent="0">
              <a:buNone/>
            </a:pPr>
            <a:r>
              <a:rPr lang="en-US" sz="1800" b="1" dirty="0">
                <a:solidFill>
                  <a:schemeClr val="tx2"/>
                </a:solidFill>
              </a:rPr>
              <a:t>Accès immédiat</a:t>
            </a:r>
            <a:endParaRPr lang="en-US" sz="1800" dirty="0"/>
          </a:p>
          <a:p>
            <a:pPr marL="0" indent="0">
              <a:buNone/>
            </a:pPr>
            <a:r>
              <a:rPr lang="en-US" sz="1400" dirty="0">
                <a:solidFill>
                  <a:schemeClr val="tx1"/>
                </a:solidFill>
              </a:rPr>
              <a:t>Navigateur seul, aucune installation pour l'assuré</a:t>
            </a:r>
            <a:endParaRPr lang="en-US" sz="1800" dirty="0"/>
          </a:p>
        </p:txBody>
      </p:sp>
      <p:sp>
        <p:nvSpPr>
          <p:cNvPr id="9" name="Card Maintenance centralisée"/>
          <p:cNvSpPr/>
          <p:nvPr/>
        </p:nvSpPr>
        <p:spPr>
          <a:xfrm>
            <a:off x="548640" y="3474720"/>
            <a:ext cx="5486400" cy="1188720"/>
          </a:xfrm>
          <a:prstGeom prst="roundRect">
            <a:avLst>
              <a:gd name="adj" fmla="val 9231"/>
            </a:avLst>
          </a:prstGeom>
          <a:solidFill>
            <a:schemeClr val="bg2"/>
          </a:solidFill>
          <a:ln w="12700">
            <a:solidFill>
              <a:schemeClr val="bg2"/>
            </a:solidFill>
            <a:prstDash val="solid"/>
          </a:ln>
        </p:spPr>
      </p:sp>
      <p:sp>
        <p:nvSpPr>
          <p:cNvPr id="10" name="Pastille FaSync"/>
          <p:cNvSpPr/>
          <p:nvPr/>
        </p:nvSpPr>
        <p:spPr>
          <a:xfrm>
            <a:off x="822960" y="3771900"/>
            <a:ext cx="594360" cy="594360"/>
          </a:xfrm>
          <a:prstGeom prst="ellipse">
            <a:avLst/>
          </a:prstGeom>
          <a:solidFill>
            <a:schemeClr val="accent2"/>
          </a:solidFill>
          <a:ln w="12700">
            <a:solidFill>
              <a:schemeClr val="accent2"/>
            </a:solidFill>
            <a:prstDash val="solid"/>
          </a:ln>
        </p:spPr>
      </p:sp>
      <p:pic>
        <p:nvPicPr>
          <p:cNvPr id="11" name="Image 1" descr="FaSync"/>
          <p:cNvPicPr>
            <a:picLocks noChangeAspect="1"/>
          </p:cNvPicPr>
          <p:nvPr/>
        </p:nvPicPr>
        <p:blipFill>
          <a:blip r:embed="rId4"/>
          <a:stretch>
            <a:fillRect/>
          </a:stretch>
        </p:blipFill>
        <p:spPr>
          <a:xfrm>
            <a:off x="989381" y="3938321"/>
            <a:ext cx="261518" cy="261518"/>
          </a:xfrm>
          <a:prstGeom prst="rect">
            <a:avLst/>
          </a:prstGeom>
        </p:spPr>
      </p:pic>
      <p:sp>
        <p:nvSpPr>
          <p:cNvPr id="12" name="Text 7"/>
          <p:cNvSpPr txBox="1"/>
          <p:nvPr/>
        </p:nvSpPr>
        <p:spPr>
          <a:xfrm>
            <a:off x="1645920" y="3566160"/>
            <a:ext cx="4114800" cy="1005840"/>
          </a:xfrm>
          <a:prstGeom prst="rect">
            <a:avLst/>
          </a:prstGeom>
          <a:noFill/>
          <a:ln/>
        </p:spPr>
        <p:txBody>
          <a:bodyPr wrap="square" lIns="0" tIns="0" rIns="0" bIns="0" rtlCol="0" anchor="ctr"/>
          <a:lstStyle/>
          <a:p>
            <a:pPr marL="0" indent="0">
              <a:buNone/>
            </a:pPr>
            <a:r>
              <a:rPr lang="en-US" sz="1800" b="1" dirty="0">
                <a:solidFill>
                  <a:schemeClr val="tx2"/>
                </a:solidFill>
              </a:rPr>
              <a:t>Maintenance centralisée</a:t>
            </a:r>
            <a:endParaRPr lang="en-US" sz="1800" dirty="0"/>
          </a:p>
          <a:p>
            <a:pPr marL="0" indent="0">
              <a:buNone/>
            </a:pPr>
            <a:r>
              <a:rPr lang="en-US" sz="1400" dirty="0">
                <a:solidFill>
                  <a:schemeClr val="tx1"/>
                </a:solidFill>
              </a:rPr>
              <a:t>Mise à jour sur le serveur, au service informatique</a:t>
            </a:r>
            <a:endParaRPr lang="en-US" sz="1800" dirty="0"/>
          </a:p>
        </p:txBody>
      </p:sp>
      <p:sp>
        <p:nvSpPr>
          <p:cNvPr id="13" name="Card Adapté au backoffice"/>
          <p:cNvSpPr/>
          <p:nvPr/>
        </p:nvSpPr>
        <p:spPr>
          <a:xfrm>
            <a:off x="548640" y="4846320"/>
            <a:ext cx="5486400" cy="1188720"/>
          </a:xfrm>
          <a:prstGeom prst="roundRect">
            <a:avLst>
              <a:gd name="adj" fmla="val 9231"/>
            </a:avLst>
          </a:prstGeom>
          <a:solidFill>
            <a:schemeClr val="bg2"/>
          </a:solidFill>
          <a:ln w="12700">
            <a:solidFill>
              <a:schemeClr val="bg2"/>
            </a:solidFill>
            <a:prstDash val="solid"/>
          </a:ln>
        </p:spPr>
      </p:sp>
      <p:sp>
        <p:nvSpPr>
          <p:cNvPr id="14" name="Pastille FaDatabase"/>
          <p:cNvSpPr/>
          <p:nvPr/>
        </p:nvSpPr>
        <p:spPr>
          <a:xfrm>
            <a:off x="822960" y="5143500"/>
            <a:ext cx="594360" cy="594360"/>
          </a:xfrm>
          <a:prstGeom prst="ellipse">
            <a:avLst/>
          </a:prstGeom>
          <a:solidFill>
            <a:schemeClr val="accent2"/>
          </a:solidFill>
          <a:ln w="12700">
            <a:solidFill>
              <a:schemeClr val="accent2"/>
            </a:solidFill>
            <a:prstDash val="solid"/>
          </a:ln>
        </p:spPr>
      </p:sp>
      <p:pic>
        <p:nvPicPr>
          <p:cNvPr id="15" name="Image 2" descr="FaDatabase"/>
          <p:cNvPicPr>
            <a:picLocks noChangeAspect="1"/>
          </p:cNvPicPr>
          <p:nvPr/>
        </p:nvPicPr>
        <p:blipFill>
          <a:blip r:embed="rId5"/>
          <a:stretch>
            <a:fillRect/>
          </a:stretch>
        </p:blipFill>
        <p:spPr>
          <a:xfrm>
            <a:off x="989381" y="5309921"/>
            <a:ext cx="261518" cy="261518"/>
          </a:xfrm>
          <a:prstGeom prst="rect">
            <a:avLst/>
          </a:prstGeom>
        </p:spPr>
      </p:pic>
      <p:sp>
        <p:nvSpPr>
          <p:cNvPr id="16" name="Text 10"/>
          <p:cNvSpPr txBox="1"/>
          <p:nvPr/>
        </p:nvSpPr>
        <p:spPr>
          <a:xfrm>
            <a:off x="1645920" y="4937760"/>
            <a:ext cx="4114800" cy="1005840"/>
          </a:xfrm>
          <a:prstGeom prst="rect">
            <a:avLst/>
          </a:prstGeom>
          <a:noFill/>
          <a:ln/>
        </p:spPr>
        <p:txBody>
          <a:bodyPr wrap="square" lIns="0" tIns="0" rIns="0" bIns="0" rtlCol="0" anchor="ctr"/>
          <a:lstStyle/>
          <a:p>
            <a:pPr marL="0" indent="0">
              <a:buNone/>
            </a:pPr>
            <a:r>
              <a:rPr lang="en-US" sz="1800" b="1" dirty="0">
                <a:solidFill>
                  <a:schemeClr val="tx2"/>
                </a:solidFill>
              </a:rPr>
              <a:t>Adapté au backoffice</a:t>
            </a:r>
            <a:endParaRPr lang="en-US" sz="1800" dirty="0"/>
          </a:p>
          <a:p>
            <a:pPr marL="0" indent="0">
              <a:buNone/>
            </a:pPr>
            <a:r>
              <a:rPr lang="en-US" sz="1400" dirty="0">
                <a:solidFill>
                  <a:schemeClr val="tx1"/>
                </a:solidFill>
              </a:rPr>
              <a:t>Grands tableaux de données, saisie lourde</a:t>
            </a:r>
            <a:endParaRPr lang="en-US" sz="1800" dirty="0"/>
          </a:p>
        </p:txBody>
      </p:sp>
      <p:sp>
        <p:nvSpPr>
          <p:cNvPr id="17" name="Card Angular + Bootstrap"/>
          <p:cNvSpPr/>
          <p:nvPr/>
        </p:nvSpPr>
        <p:spPr>
          <a:xfrm>
            <a:off x="6309360" y="1645920"/>
            <a:ext cx="2560320" cy="2011680"/>
          </a:xfrm>
          <a:prstGeom prst="roundRect">
            <a:avLst>
              <a:gd name="adj" fmla="val 5455"/>
            </a:avLst>
          </a:prstGeom>
          <a:solidFill>
            <a:schemeClr val="tx2"/>
          </a:solidFill>
          <a:ln w="12700">
            <a:solidFill>
              <a:schemeClr val="tx2"/>
            </a:solidFill>
            <a:prstDash val="solid"/>
          </a:ln>
        </p:spPr>
      </p:sp>
      <p:sp>
        <p:nvSpPr>
          <p:cNvPr id="18" name="Pastille FaCode"/>
          <p:cNvSpPr/>
          <p:nvPr/>
        </p:nvSpPr>
        <p:spPr>
          <a:xfrm>
            <a:off x="6583680" y="1920240"/>
            <a:ext cx="594360" cy="594360"/>
          </a:xfrm>
          <a:prstGeom prst="ellipse">
            <a:avLst/>
          </a:prstGeom>
          <a:solidFill>
            <a:schemeClr val="accent1"/>
          </a:solidFill>
          <a:ln w="12700">
            <a:solidFill>
              <a:schemeClr val="accent1"/>
            </a:solidFill>
            <a:prstDash val="solid"/>
          </a:ln>
        </p:spPr>
      </p:sp>
      <p:pic>
        <p:nvPicPr>
          <p:cNvPr id="19" name="Image 3" descr="FaCode"/>
          <p:cNvPicPr>
            <a:picLocks noChangeAspect="1"/>
          </p:cNvPicPr>
          <p:nvPr/>
        </p:nvPicPr>
        <p:blipFill>
          <a:blip r:embed="rId6"/>
          <a:stretch>
            <a:fillRect/>
          </a:stretch>
        </p:blipFill>
        <p:spPr>
          <a:xfrm>
            <a:off x="6750101" y="2086661"/>
            <a:ext cx="261518" cy="261518"/>
          </a:xfrm>
          <a:prstGeom prst="rect">
            <a:avLst/>
          </a:prstGeom>
        </p:spPr>
      </p:pic>
      <p:sp>
        <p:nvSpPr>
          <p:cNvPr id="20" name="Text 13"/>
          <p:cNvSpPr txBox="1"/>
          <p:nvPr/>
        </p:nvSpPr>
        <p:spPr>
          <a:xfrm>
            <a:off x="6583680" y="2651760"/>
            <a:ext cx="2011680" cy="457200"/>
          </a:xfrm>
          <a:prstGeom prst="rect">
            <a:avLst/>
          </a:prstGeom>
          <a:noFill/>
          <a:ln/>
        </p:spPr>
        <p:txBody>
          <a:bodyPr wrap="square" lIns="0" tIns="0" rIns="0" bIns="0" rtlCol="0" anchor="t"/>
          <a:lstStyle/>
          <a:p>
            <a:pPr marL="0" indent="0">
              <a:buNone/>
            </a:pPr>
            <a:r>
              <a:rPr lang="en-US" sz="1800" b="1" dirty="0">
                <a:solidFill>
                  <a:schemeClr val="bg1"/>
                </a:solidFill>
              </a:rPr>
              <a:t>Angular + Bootstrap</a:t>
            </a:r>
            <a:endParaRPr lang="en-US" sz="1800" dirty="0"/>
          </a:p>
        </p:txBody>
      </p:sp>
      <p:sp>
        <p:nvSpPr>
          <p:cNvPr id="21" name="Text 14"/>
          <p:cNvSpPr txBox="1"/>
          <p:nvPr/>
        </p:nvSpPr>
        <p:spPr>
          <a:xfrm>
            <a:off x="6583680" y="3154680"/>
            <a:ext cx="2011680" cy="320040"/>
          </a:xfrm>
          <a:prstGeom prst="rect">
            <a:avLst/>
          </a:prstGeom>
          <a:noFill/>
          <a:ln/>
        </p:spPr>
        <p:txBody>
          <a:bodyPr wrap="square" lIns="0" tIns="0" rIns="0" bIns="0" rtlCol="0" anchor="t"/>
          <a:lstStyle/>
          <a:p>
            <a:pPr marL="0" indent="0">
              <a:buNone/>
            </a:pPr>
            <a:r>
              <a:rPr lang="en-US" sz="1400" dirty="0">
                <a:solidFill>
                  <a:schemeClr val="bg1"/>
                </a:solidFill>
              </a:rPr>
              <a:t>Frontend responsive</a:t>
            </a:r>
            <a:endParaRPr lang="en-US" sz="1400" dirty="0"/>
          </a:p>
        </p:txBody>
      </p:sp>
      <p:sp>
        <p:nvSpPr>
          <p:cNvPr id="22" name="Card Spring Boot"/>
          <p:cNvSpPr/>
          <p:nvPr/>
        </p:nvSpPr>
        <p:spPr>
          <a:xfrm>
            <a:off x="9052560" y="1645920"/>
            <a:ext cx="2560320" cy="2011680"/>
          </a:xfrm>
          <a:prstGeom prst="roundRect">
            <a:avLst>
              <a:gd name="adj" fmla="val 5455"/>
            </a:avLst>
          </a:prstGeom>
          <a:solidFill>
            <a:schemeClr val="bg2"/>
          </a:solidFill>
          <a:ln w="12700">
            <a:solidFill>
              <a:schemeClr val="bg2"/>
            </a:solidFill>
            <a:prstDash val="solid"/>
          </a:ln>
        </p:spPr>
      </p:sp>
      <p:sp>
        <p:nvSpPr>
          <p:cNvPr id="23" name="Pastille FaServer"/>
          <p:cNvSpPr/>
          <p:nvPr/>
        </p:nvSpPr>
        <p:spPr>
          <a:xfrm>
            <a:off x="9326880" y="1920240"/>
            <a:ext cx="594360" cy="594360"/>
          </a:xfrm>
          <a:prstGeom prst="ellipse">
            <a:avLst/>
          </a:prstGeom>
          <a:solidFill>
            <a:schemeClr val="accent2"/>
          </a:solidFill>
          <a:ln w="12700">
            <a:solidFill>
              <a:schemeClr val="accent2"/>
            </a:solidFill>
            <a:prstDash val="solid"/>
          </a:ln>
        </p:spPr>
      </p:sp>
      <p:pic>
        <p:nvPicPr>
          <p:cNvPr id="24" name="Image 4" descr="FaServer"/>
          <p:cNvPicPr>
            <a:picLocks noChangeAspect="1"/>
          </p:cNvPicPr>
          <p:nvPr/>
        </p:nvPicPr>
        <p:blipFill>
          <a:blip r:embed="rId7"/>
          <a:stretch>
            <a:fillRect/>
          </a:stretch>
        </p:blipFill>
        <p:spPr>
          <a:xfrm>
            <a:off x="9493301" y="2086661"/>
            <a:ext cx="261518" cy="261518"/>
          </a:xfrm>
          <a:prstGeom prst="rect">
            <a:avLst/>
          </a:prstGeom>
        </p:spPr>
      </p:pic>
      <p:sp>
        <p:nvSpPr>
          <p:cNvPr id="25" name="Text 17"/>
          <p:cNvSpPr txBox="1"/>
          <p:nvPr/>
        </p:nvSpPr>
        <p:spPr>
          <a:xfrm>
            <a:off x="9326880" y="2651760"/>
            <a:ext cx="2011680" cy="457200"/>
          </a:xfrm>
          <a:prstGeom prst="rect">
            <a:avLst/>
          </a:prstGeom>
          <a:noFill/>
          <a:ln/>
        </p:spPr>
        <p:txBody>
          <a:bodyPr wrap="square" lIns="0" tIns="0" rIns="0" bIns="0" rtlCol="0" anchor="t"/>
          <a:lstStyle/>
          <a:p>
            <a:pPr marL="0" indent="0">
              <a:buNone/>
            </a:pPr>
            <a:r>
              <a:rPr lang="en-US" sz="1800" b="1" dirty="0">
                <a:solidFill>
                  <a:schemeClr val="tx2"/>
                </a:solidFill>
              </a:rPr>
              <a:t>Spring Boot</a:t>
            </a:r>
            <a:endParaRPr lang="en-US" sz="1800" dirty="0"/>
          </a:p>
        </p:txBody>
      </p:sp>
      <p:sp>
        <p:nvSpPr>
          <p:cNvPr id="26" name="Text 18"/>
          <p:cNvSpPr txBox="1"/>
          <p:nvPr/>
        </p:nvSpPr>
        <p:spPr>
          <a:xfrm>
            <a:off x="9326880" y="3154680"/>
            <a:ext cx="2011680" cy="320040"/>
          </a:xfrm>
          <a:prstGeom prst="rect">
            <a:avLst/>
          </a:prstGeom>
          <a:noFill/>
          <a:ln/>
        </p:spPr>
        <p:txBody>
          <a:bodyPr wrap="square" lIns="0" tIns="0" rIns="0" bIns="0" rtlCol="0" anchor="t"/>
          <a:lstStyle/>
          <a:p>
            <a:pPr marL="0" indent="0">
              <a:buNone/>
            </a:pPr>
            <a:r>
              <a:rPr lang="en-US" sz="1400" dirty="0">
                <a:solidFill>
                  <a:schemeClr val="tx1"/>
                </a:solidFill>
              </a:rPr>
              <a:t>Backend, API REST</a:t>
            </a:r>
            <a:endParaRPr lang="en-US" sz="1400" dirty="0"/>
          </a:p>
        </p:txBody>
      </p:sp>
      <p:sp>
        <p:nvSpPr>
          <p:cNvPr id="27" name="Card MySQL"/>
          <p:cNvSpPr/>
          <p:nvPr/>
        </p:nvSpPr>
        <p:spPr>
          <a:xfrm>
            <a:off x="6309360" y="3840480"/>
            <a:ext cx="2560320" cy="2011680"/>
          </a:xfrm>
          <a:prstGeom prst="roundRect">
            <a:avLst>
              <a:gd name="adj" fmla="val 5455"/>
            </a:avLst>
          </a:prstGeom>
          <a:solidFill>
            <a:schemeClr val="bg2"/>
          </a:solidFill>
          <a:ln w="12700">
            <a:solidFill>
              <a:schemeClr val="bg2"/>
            </a:solidFill>
            <a:prstDash val="solid"/>
          </a:ln>
        </p:spPr>
      </p:sp>
      <p:sp>
        <p:nvSpPr>
          <p:cNvPr id="28" name="Pastille FaDatabase"/>
          <p:cNvSpPr/>
          <p:nvPr/>
        </p:nvSpPr>
        <p:spPr>
          <a:xfrm>
            <a:off x="6583680" y="4114800"/>
            <a:ext cx="594360" cy="594360"/>
          </a:xfrm>
          <a:prstGeom prst="ellipse">
            <a:avLst/>
          </a:prstGeom>
          <a:solidFill>
            <a:schemeClr val="accent2"/>
          </a:solidFill>
          <a:ln w="12700">
            <a:solidFill>
              <a:schemeClr val="accent2"/>
            </a:solidFill>
            <a:prstDash val="solid"/>
          </a:ln>
        </p:spPr>
      </p:sp>
      <p:pic>
        <p:nvPicPr>
          <p:cNvPr id="29" name="Image 5" descr="FaDatabase"/>
          <p:cNvPicPr>
            <a:picLocks noChangeAspect="1"/>
          </p:cNvPicPr>
          <p:nvPr/>
        </p:nvPicPr>
        <p:blipFill>
          <a:blip r:embed="rId5"/>
          <a:stretch>
            <a:fillRect/>
          </a:stretch>
        </p:blipFill>
        <p:spPr>
          <a:xfrm>
            <a:off x="6750101" y="4281221"/>
            <a:ext cx="261518" cy="261518"/>
          </a:xfrm>
          <a:prstGeom prst="rect">
            <a:avLst/>
          </a:prstGeom>
        </p:spPr>
      </p:pic>
      <p:sp>
        <p:nvSpPr>
          <p:cNvPr id="30" name="Text 21"/>
          <p:cNvSpPr txBox="1"/>
          <p:nvPr/>
        </p:nvSpPr>
        <p:spPr>
          <a:xfrm>
            <a:off x="6583680" y="4846320"/>
            <a:ext cx="2011680" cy="457200"/>
          </a:xfrm>
          <a:prstGeom prst="rect">
            <a:avLst/>
          </a:prstGeom>
          <a:noFill/>
          <a:ln/>
        </p:spPr>
        <p:txBody>
          <a:bodyPr wrap="square" lIns="0" tIns="0" rIns="0" bIns="0" rtlCol="0" anchor="t"/>
          <a:lstStyle/>
          <a:p>
            <a:pPr marL="0" indent="0">
              <a:buNone/>
            </a:pPr>
            <a:r>
              <a:rPr lang="en-US" sz="1800" b="1" dirty="0">
                <a:solidFill>
                  <a:schemeClr val="tx2"/>
                </a:solidFill>
              </a:rPr>
              <a:t>MySQL</a:t>
            </a:r>
            <a:endParaRPr lang="en-US" sz="1800" dirty="0"/>
          </a:p>
        </p:txBody>
      </p:sp>
      <p:sp>
        <p:nvSpPr>
          <p:cNvPr id="31" name="Text 22"/>
          <p:cNvSpPr txBox="1"/>
          <p:nvPr/>
        </p:nvSpPr>
        <p:spPr>
          <a:xfrm>
            <a:off x="6583680" y="5349240"/>
            <a:ext cx="2011680" cy="320040"/>
          </a:xfrm>
          <a:prstGeom prst="rect">
            <a:avLst/>
          </a:prstGeom>
          <a:noFill/>
          <a:ln/>
        </p:spPr>
        <p:txBody>
          <a:bodyPr wrap="square" lIns="0" tIns="0" rIns="0" bIns="0" rtlCol="0" anchor="t"/>
          <a:lstStyle/>
          <a:p>
            <a:pPr marL="0" indent="0">
              <a:buNone/>
            </a:pPr>
            <a:r>
              <a:rPr lang="en-US" sz="1400" dirty="0">
                <a:solidFill>
                  <a:schemeClr val="tx1"/>
                </a:solidFill>
              </a:rPr>
              <a:t>Base de données</a:t>
            </a:r>
            <a:endParaRPr lang="en-US" sz="1400" dirty="0"/>
          </a:p>
        </p:txBody>
      </p:sp>
      <p:sp>
        <p:nvSpPr>
          <p:cNvPr id="32" name="Card UML"/>
          <p:cNvSpPr/>
          <p:nvPr/>
        </p:nvSpPr>
        <p:spPr>
          <a:xfrm>
            <a:off x="9052560" y="3840480"/>
            <a:ext cx="2560320" cy="2011680"/>
          </a:xfrm>
          <a:prstGeom prst="roundRect">
            <a:avLst>
              <a:gd name="adj" fmla="val 5455"/>
            </a:avLst>
          </a:prstGeom>
          <a:solidFill>
            <a:schemeClr val="tx2"/>
          </a:solidFill>
          <a:ln w="12700">
            <a:solidFill>
              <a:schemeClr val="tx2"/>
            </a:solidFill>
            <a:prstDash val="solid"/>
          </a:ln>
        </p:spPr>
      </p:sp>
      <p:sp>
        <p:nvSpPr>
          <p:cNvPr id="33" name="Pastille FaProjectDiagram"/>
          <p:cNvSpPr/>
          <p:nvPr/>
        </p:nvSpPr>
        <p:spPr>
          <a:xfrm>
            <a:off x="9326880" y="4114800"/>
            <a:ext cx="594360" cy="594360"/>
          </a:xfrm>
          <a:prstGeom prst="ellipse">
            <a:avLst/>
          </a:prstGeom>
          <a:solidFill>
            <a:schemeClr val="accent1"/>
          </a:solidFill>
          <a:ln w="12700">
            <a:solidFill>
              <a:schemeClr val="accent1"/>
            </a:solidFill>
            <a:prstDash val="solid"/>
          </a:ln>
        </p:spPr>
      </p:sp>
      <p:pic>
        <p:nvPicPr>
          <p:cNvPr id="34" name="Image 6" descr="FaProjectDiagram"/>
          <p:cNvPicPr>
            <a:picLocks noChangeAspect="1"/>
          </p:cNvPicPr>
          <p:nvPr/>
        </p:nvPicPr>
        <p:blipFill>
          <a:blip r:embed="rId8"/>
          <a:stretch>
            <a:fillRect/>
          </a:stretch>
        </p:blipFill>
        <p:spPr>
          <a:xfrm>
            <a:off x="9493301" y="4281221"/>
            <a:ext cx="261518" cy="261518"/>
          </a:xfrm>
          <a:prstGeom prst="rect">
            <a:avLst/>
          </a:prstGeom>
        </p:spPr>
      </p:pic>
      <p:sp>
        <p:nvSpPr>
          <p:cNvPr id="35" name="Text 25"/>
          <p:cNvSpPr txBox="1"/>
          <p:nvPr/>
        </p:nvSpPr>
        <p:spPr>
          <a:xfrm>
            <a:off x="9326880" y="4846320"/>
            <a:ext cx="2011680" cy="457200"/>
          </a:xfrm>
          <a:prstGeom prst="rect">
            <a:avLst/>
          </a:prstGeom>
          <a:noFill/>
          <a:ln/>
        </p:spPr>
        <p:txBody>
          <a:bodyPr wrap="square" lIns="0" tIns="0" rIns="0" bIns="0" rtlCol="0" anchor="t"/>
          <a:lstStyle/>
          <a:p>
            <a:pPr marL="0" indent="0">
              <a:buNone/>
            </a:pPr>
            <a:r>
              <a:rPr lang="en-US" sz="1800" b="1" dirty="0">
                <a:solidFill>
                  <a:schemeClr val="bg1"/>
                </a:solidFill>
              </a:rPr>
              <a:t>UML</a:t>
            </a:r>
            <a:endParaRPr lang="en-US" sz="1800" dirty="0"/>
          </a:p>
        </p:txBody>
      </p:sp>
      <p:sp>
        <p:nvSpPr>
          <p:cNvPr id="36" name="Text 26"/>
          <p:cNvSpPr txBox="1"/>
          <p:nvPr/>
        </p:nvSpPr>
        <p:spPr>
          <a:xfrm>
            <a:off x="9326880" y="5349240"/>
            <a:ext cx="2011680" cy="320040"/>
          </a:xfrm>
          <a:prstGeom prst="rect">
            <a:avLst/>
          </a:prstGeom>
          <a:noFill/>
          <a:ln/>
        </p:spPr>
        <p:txBody>
          <a:bodyPr wrap="square" lIns="0" tIns="0" rIns="0" bIns="0" rtlCol="0" anchor="t"/>
          <a:lstStyle/>
          <a:p>
            <a:pPr marL="0" indent="0">
              <a:buNone/>
            </a:pPr>
            <a:r>
              <a:rPr lang="en-US" sz="1400" dirty="0">
                <a:solidFill>
                  <a:schemeClr val="bg1"/>
                </a:solidFill>
              </a:rPr>
              <a:t>Conception</a:t>
            </a:r>
            <a:endParaRPr lang="en-US" sz="1400" dirty="0"/>
          </a:p>
        </p:txBody>
      </p:sp>
      <p:sp>
        <p:nvSpPr>
          <p:cNvPr id="3"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1"/>
                </a:solidFill>
              </a:defRPr>
            </a:lvl1pPr>
          </a:lstStyle>
          <a:p>
            <a:pPr algn="r"/>
            <a:r>
              <a:rPr lang="en-US" b="0" dirty="0"/>
              <a:t>11</a:t>
            </a:r>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1000"/>
                                        <p:tgtEl>
                                          <p:spTgt spid="12"/>
                                        </p:tgtEl>
                                      </p:cBhvr>
                                    </p:animEffect>
                                    <p:anim calcmode="lin" valueType="num">
                                      <p:cBhvr>
                                        <p:cTn id="30" dur="1000" fill="hold"/>
                                        <p:tgtEl>
                                          <p:spTgt spid="12"/>
                                        </p:tgtEl>
                                        <p:attrNameLst>
                                          <p:attrName>ppt_x</p:attrName>
                                        </p:attrNameLst>
                                      </p:cBhvr>
                                      <p:tavLst>
                                        <p:tav tm="0">
                                          <p:val>
                                            <p:strVal val="#ppt_x"/>
                                          </p:val>
                                        </p:tav>
                                        <p:tav tm="100000">
                                          <p:val>
                                            <p:strVal val="#ppt_x"/>
                                          </p:val>
                                        </p:tav>
                                      </p:tavLst>
                                    </p:anim>
                                    <p:anim calcmode="lin" valueType="num">
                                      <p:cBhvr>
                                        <p:cTn id="31" dur="1000" fill="hold"/>
                                        <p:tgtEl>
                                          <p:spTgt spid="12"/>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1000"/>
                                        <p:tgtEl>
                                          <p:spTgt spid="11"/>
                                        </p:tgtEl>
                                      </p:cBhvr>
                                    </p:animEffect>
                                    <p:anim calcmode="lin" valueType="num">
                                      <p:cBhvr>
                                        <p:cTn id="35" dur="1000" fill="hold"/>
                                        <p:tgtEl>
                                          <p:spTgt spid="11"/>
                                        </p:tgtEl>
                                        <p:attrNameLst>
                                          <p:attrName>ppt_x</p:attrName>
                                        </p:attrNameLst>
                                      </p:cBhvr>
                                      <p:tavLst>
                                        <p:tav tm="0">
                                          <p:val>
                                            <p:strVal val="#ppt_x"/>
                                          </p:val>
                                        </p:tav>
                                        <p:tav tm="100000">
                                          <p:val>
                                            <p:strVal val="#ppt_x"/>
                                          </p:val>
                                        </p:tav>
                                      </p:tavLst>
                                    </p:anim>
                                    <p:anim calcmode="lin" valueType="num">
                                      <p:cBhvr>
                                        <p:cTn id="36" dur="1000" fill="hold"/>
                                        <p:tgtEl>
                                          <p:spTgt spid="11"/>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1000"/>
                                        <p:tgtEl>
                                          <p:spTgt spid="9"/>
                                        </p:tgtEl>
                                      </p:cBhvr>
                                    </p:animEffect>
                                    <p:anim calcmode="lin" valueType="num">
                                      <p:cBhvr>
                                        <p:cTn id="40" dur="1000" fill="hold"/>
                                        <p:tgtEl>
                                          <p:spTgt spid="9"/>
                                        </p:tgtEl>
                                        <p:attrNameLst>
                                          <p:attrName>ppt_x</p:attrName>
                                        </p:attrNameLst>
                                      </p:cBhvr>
                                      <p:tavLst>
                                        <p:tav tm="0">
                                          <p:val>
                                            <p:strVal val="#ppt_x"/>
                                          </p:val>
                                        </p:tav>
                                        <p:tav tm="100000">
                                          <p:val>
                                            <p:strVal val="#ppt_x"/>
                                          </p:val>
                                        </p:tav>
                                      </p:tavLst>
                                    </p:anim>
                                    <p:anim calcmode="lin" valueType="num">
                                      <p:cBhvr>
                                        <p:cTn id="41" dur="1000" fill="hold"/>
                                        <p:tgtEl>
                                          <p:spTgt spid="9"/>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1000"/>
                                        <p:tgtEl>
                                          <p:spTgt spid="10"/>
                                        </p:tgtEl>
                                      </p:cBhvr>
                                    </p:animEffect>
                                    <p:anim calcmode="lin" valueType="num">
                                      <p:cBhvr>
                                        <p:cTn id="45" dur="1000" fill="hold"/>
                                        <p:tgtEl>
                                          <p:spTgt spid="10"/>
                                        </p:tgtEl>
                                        <p:attrNameLst>
                                          <p:attrName>ppt_x</p:attrName>
                                        </p:attrNameLst>
                                      </p:cBhvr>
                                      <p:tavLst>
                                        <p:tav tm="0">
                                          <p:val>
                                            <p:strVal val="#ppt_x"/>
                                          </p:val>
                                        </p:tav>
                                        <p:tav tm="100000">
                                          <p:val>
                                            <p:strVal val="#ppt_x"/>
                                          </p:val>
                                        </p:tav>
                                      </p:tavLst>
                                    </p:anim>
                                    <p:anim calcmode="lin" valueType="num">
                                      <p:cBhvr>
                                        <p:cTn id="4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1000"/>
                                        <p:tgtEl>
                                          <p:spTgt spid="15"/>
                                        </p:tgtEl>
                                      </p:cBhvr>
                                    </p:animEffect>
                                    <p:anim calcmode="lin" valueType="num">
                                      <p:cBhvr>
                                        <p:cTn id="52" dur="1000" fill="hold"/>
                                        <p:tgtEl>
                                          <p:spTgt spid="15"/>
                                        </p:tgtEl>
                                        <p:attrNameLst>
                                          <p:attrName>ppt_x</p:attrName>
                                        </p:attrNameLst>
                                      </p:cBhvr>
                                      <p:tavLst>
                                        <p:tav tm="0">
                                          <p:val>
                                            <p:strVal val="#ppt_x"/>
                                          </p:val>
                                        </p:tav>
                                        <p:tav tm="100000">
                                          <p:val>
                                            <p:strVal val="#ppt_x"/>
                                          </p:val>
                                        </p:tav>
                                      </p:tavLst>
                                    </p:anim>
                                    <p:anim calcmode="lin" valueType="num">
                                      <p:cBhvr>
                                        <p:cTn id="53" dur="1000" fill="hold"/>
                                        <p:tgtEl>
                                          <p:spTgt spid="15"/>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1000"/>
                                        <p:tgtEl>
                                          <p:spTgt spid="14"/>
                                        </p:tgtEl>
                                      </p:cBhvr>
                                    </p:animEffect>
                                    <p:anim calcmode="lin" valueType="num">
                                      <p:cBhvr>
                                        <p:cTn id="57" dur="1000" fill="hold"/>
                                        <p:tgtEl>
                                          <p:spTgt spid="14"/>
                                        </p:tgtEl>
                                        <p:attrNameLst>
                                          <p:attrName>ppt_x</p:attrName>
                                        </p:attrNameLst>
                                      </p:cBhvr>
                                      <p:tavLst>
                                        <p:tav tm="0">
                                          <p:val>
                                            <p:strVal val="#ppt_x"/>
                                          </p:val>
                                        </p:tav>
                                        <p:tav tm="100000">
                                          <p:val>
                                            <p:strVal val="#ppt_x"/>
                                          </p:val>
                                        </p:tav>
                                      </p:tavLst>
                                    </p:anim>
                                    <p:anim calcmode="lin" valueType="num">
                                      <p:cBhvr>
                                        <p:cTn id="58" dur="1000" fill="hold"/>
                                        <p:tgtEl>
                                          <p:spTgt spid="14"/>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1000"/>
                                        <p:tgtEl>
                                          <p:spTgt spid="16"/>
                                        </p:tgtEl>
                                      </p:cBhvr>
                                    </p:animEffect>
                                    <p:anim calcmode="lin" valueType="num">
                                      <p:cBhvr>
                                        <p:cTn id="62" dur="1000" fill="hold"/>
                                        <p:tgtEl>
                                          <p:spTgt spid="16"/>
                                        </p:tgtEl>
                                        <p:attrNameLst>
                                          <p:attrName>ppt_x</p:attrName>
                                        </p:attrNameLst>
                                      </p:cBhvr>
                                      <p:tavLst>
                                        <p:tav tm="0">
                                          <p:val>
                                            <p:strVal val="#ppt_x"/>
                                          </p:val>
                                        </p:tav>
                                        <p:tav tm="100000">
                                          <p:val>
                                            <p:strVal val="#ppt_x"/>
                                          </p:val>
                                        </p:tav>
                                      </p:tavLst>
                                    </p:anim>
                                    <p:anim calcmode="lin" valueType="num">
                                      <p:cBhvr>
                                        <p:cTn id="63" dur="1000" fill="hold"/>
                                        <p:tgtEl>
                                          <p:spTgt spid="16"/>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1000"/>
                                        <p:tgtEl>
                                          <p:spTgt spid="13"/>
                                        </p:tgtEl>
                                      </p:cBhvr>
                                    </p:animEffect>
                                    <p:anim calcmode="lin" valueType="num">
                                      <p:cBhvr>
                                        <p:cTn id="67" dur="1000" fill="hold"/>
                                        <p:tgtEl>
                                          <p:spTgt spid="13"/>
                                        </p:tgtEl>
                                        <p:attrNameLst>
                                          <p:attrName>ppt_x</p:attrName>
                                        </p:attrNameLst>
                                      </p:cBhvr>
                                      <p:tavLst>
                                        <p:tav tm="0">
                                          <p:val>
                                            <p:strVal val="#ppt_x"/>
                                          </p:val>
                                        </p:tav>
                                        <p:tav tm="100000">
                                          <p:val>
                                            <p:strVal val="#ppt_x"/>
                                          </p:val>
                                        </p:tav>
                                      </p:tavLst>
                                    </p:anim>
                                    <p:anim calcmode="lin" valueType="num">
                                      <p:cBhvr>
                                        <p:cTn id="6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30" presetClass="emph" presetSubtype="0" fill="hold" nodeType="clickEffect">
                                  <p:stCondLst>
                                    <p:cond delay="0"/>
                                  </p:stCondLst>
                                  <p:childTnLst>
                                    <p:animClr clrSpc="hsl" dir="cw">
                                      <p:cBhvr override="childStyle">
                                        <p:cTn id="72" dur="500" fill="hold"/>
                                        <p:tgtEl>
                                          <p:spTgt spid="17"/>
                                        </p:tgtEl>
                                        <p:attrNameLst>
                                          <p:attrName>style.color</p:attrName>
                                        </p:attrNameLst>
                                      </p:cBhvr>
                                      <p:by>
                                        <p:hsl h="0" s="12549" l="25098"/>
                                      </p:by>
                                    </p:animClr>
                                    <p:animClr clrSpc="hsl" dir="cw">
                                      <p:cBhvr>
                                        <p:cTn id="73" dur="500" fill="hold"/>
                                        <p:tgtEl>
                                          <p:spTgt spid="17"/>
                                        </p:tgtEl>
                                        <p:attrNameLst>
                                          <p:attrName>fillcolor</p:attrName>
                                        </p:attrNameLst>
                                      </p:cBhvr>
                                      <p:by>
                                        <p:hsl h="0" s="12549" l="25098"/>
                                      </p:by>
                                    </p:animClr>
                                    <p:animClr clrSpc="hsl" dir="cw">
                                      <p:cBhvr>
                                        <p:cTn id="74" dur="500" fill="hold"/>
                                        <p:tgtEl>
                                          <p:spTgt spid="17"/>
                                        </p:tgtEl>
                                        <p:attrNameLst>
                                          <p:attrName>stroke.color</p:attrName>
                                        </p:attrNameLst>
                                      </p:cBhvr>
                                      <p:by>
                                        <p:hsl h="0" s="12549" l="25098"/>
                                      </p:by>
                                    </p:animClr>
                                    <p:set>
                                      <p:cBhvr>
                                        <p:cTn id="75" dur="500" fill="hold"/>
                                        <p:tgtEl>
                                          <p:spTgt spid="17"/>
                                        </p:tgtEl>
                                        <p:attrNameLst>
                                          <p:attrName>fill.type</p:attrName>
                                        </p:attrNameLst>
                                      </p:cBhvr>
                                      <p:to>
                                        <p:strVal val="solid"/>
                                      </p:to>
                                    </p:set>
                                  </p:childTnLst>
                                </p:cTn>
                              </p:par>
                              <p:par>
                                <p:cTn id="76" presetID="30" presetClass="emph" presetSubtype="0" fill="hold" grpId="0" nodeType="withEffect">
                                  <p:stCondLst>
                                    <p:cond delay="0"/>
                                  </p:stCondLst>
                                  <p:childTnLst>
                                    <p:animClr clrSpc="hsl" dir="cw">
                                      <p:cBhvr override="childStyle">
                                        <p:cTn id="77" dur="500" fill="hold"/>
                                        <p:tgtEl>
                                          <p:spTgt spid="20"/>
                                        </p:tgtEl>
                                        <p:attrNameLst>
                                          <p:attrName>style.color</p:attrName>
                                        </p:attrNameLst>
                                      </p:cBhvr>
                                      <p:by>
                                        <p:hsl h="0" s="12549" l="25098"/>
                                      </p:by>
                                    </p:animClr>
                                    <p:animClr clrSpc="hsl" dir="cw">
                                      <p:cBhvr>
                                        <p:cTn id="78" dur="500" fill="hold"/>
                                        <p:tgtEl>
                                          <p:spTgt spid="20"/>
                                        </p:tgtEl>
                                        <p:attrNameLst>
                                          <p:attrName>fillcolor</p:attrName>
                                        </p:attrNameLst>
                                      </p:cBhvr>
                                      <p:by>
                                        <p:hsl h="0" s="12549" l="25098"/>
                                      </p:by>
                                    </p:animClr>
                                    <p:animClr clrSpc="hsl" dir="cw">
                                      <p:cBhvr>
                                        <p:cTn id="79" dur="500" fill="hold"/>
                                        <p:tgtEl>
                                          <p:spTgt spid="20"/>
                                        </p:tgtEl>
                                        <p:attrNameLst>
                                          <p:attrName>stroke.color</p:attrName>
                                        </p:attrNameLst>
                                      </p:cBhvr>
                                      <p:by>
                                        <p:hsl h="0" s="12549" l="25098"/>
                                      </p:by>
                                    </p:animClr>
                                    <p:set>
                                      <p:cBhvr>
                                        <p:cTn id="80" dur="500" fill="hold"/>
                                        <p:tgtEl>
                                          <p:spTgt spid="20"/>
                                        </p:tgtEl>
                                        <p:attrNameLst>
                                          <p:attrName>fill.type</p:attrName>
                                        </p:attrNameLst>
                                      </p:cBhvr>
                                      <p:to>
                                        <p:strVal val="solid"/>
                                      </p:to>
                                    </p:set>
                                  </p:childTnLst>
                                </p:cTn>
                              </p:par>
                              <p:par>
                                <p:cTn id="81" presetID="30" presetClass="emph" presetSubtype="0" fill="hold" nodeType="withEffect">
                                  <p:stCondLst>
                                    <p:cond delay="0"/>
                                  </p:stCondLst>
                                  <p:childTnLst>
                                    <p:animClr clrSpc="hsl" dir="cw">
                                      <p:cBhvr override="childStyle">
                                        <p:cTn id="82" dur="500" fill="hold"/>
                                        <p:tgtEl>
                                          <p:spTgt spid="19"/>
                                        </p:tgtEl>
                                        <p:attrNameLst>
                                          <p:attrName>style.color</p:attrName>
                                        </p:attrNameLst>
                                      </p:cBhvr>
                                      <p:by>
                                        <p:hsl h="0" s="12549" l="25098"/>
                                      </p:by>
                                    </p:animClr>
                                    <p:animClr clrSpc="hsl" dir="cw">
                                      <p:cBhvr>
                                        <p:cTn id="83" dur="500" fill="hold"/>
                                        <p:tgtEl>
                                          <p:spTgt spid="19"/>
                                        </p:tgtEl>
                                        <p:attrNameLst>
                                          <p:attrName>fillcolor</p:attrName>
                                        </p:attrNameLst>
                                      </p:cBhvr>
                                      <p:by>
                                        <p:hsl h="0" s="12549" l="25098"/>
                                      </p:by>
                                    </p:animClr>
                                    <p:animClr clrSpc="hsl" dir="cw">
                                      <p:cBhvr>
                                        <p:cTn id="84" dur="500" fill="hold"/>
                                        <p:tgtEl>
                                          <p:spTgt spid="19"/>
                                        </p:tgtEl>
                                        <p:attrNameLst>
                                          <p:attrName>stroke.color</p:attrName>
                                        </p:attrNameLst>
                                      </p:cBhvr>
                                      <p:by>
                                        <p:hsl h="0" s="12549" l="25098"/>
                                      </p:by>
                                    </p:animClr>
                                    <p:set>
                                      <p:cBhvr>
                                        <p:cTn id="85" dur="500" fill="hold"/>
                                        <p:tgtEl>
                                          <p:spTgt spid="19"/>
                                        </p:tgtEl>
                                        <p:attrNameLst>
                                          <p:attrName>fill.type</p:attrName>
                                        </p:attrNameLst>
                                      </p:cBhvr>
                                      <p:to>
                                        <p:strVal val="solid"/>
                                      </p:to>
                                    </p:set>
                                  </p:childTnLst>
                                </p:cTn>
                              </p:par>
                              <p:par>
                                <p:cTn id="86" presetID="30" presetClass="emph" presetSubtype="0" fill="hold" nodeType="withEffect">
                                  <p:stCondLst>
                                    <p:cond delay="0"/>
                                  </p:stCondLst>
                                  <p:childTnLst>
                                    <p:animClr clrSpc="hsl" dir="cw">
                                      <p:cBhvr override="childStyle">
                                        <p:cTn id="87" dur="500" fill="hold"/>
                                        <p:tgtEl>
                                          <p:spTgt spid="18"/>
                                        </p:tgtEl>
                                        <p:attrNameLst>
                                          <p:attrName>style.color</p:attrName>
                                        </p:attrNameLst>
                                      </p:cBhvr>
                                      <p:by>
                                        <p:hsl h="0" s="12549" l="25098"/>
                                      </p:by>
                                    </p:animClr>
                                    <p:animClr clrSpc="hsl" dir="cw">
                                      <p:cBhvr>
                                        <p:cTn id="88" dur="500" fill="hold"/>
                                        <p:tgtEl>
                                          <p:spTgt spid="18"/>
                                        </p:tgtEl>
                                        <p:attrNameLst>
                                          <p:attrName>fillcolor</p:attrName>
                                        </p:attrNameLst>
                                      </p:cBhvr>
                                      <p:by>
                                        <p:hsl h="0" s="12549" l="25098"/>
                                      </p:by>
                                    </p:animClr>
                                    <p:animClr clrSpc="hsl" dir="cw">
                                      <p:cBhvr>
                                        <p:cTn id="89" dur="500" fill="hold"/>
                                        <p:tgtEl>
                                          <p:spTgt spid="18"/>
                                        </p:tgtEl>
                                        <p:attrNameLst>
                                          <p:attrName>stroke.color</p:attrName>
                                        </p:attrNameLst>
                                      </p:cBhvr>
                                      <p:by>
                                        <p:hsl h="0" s="12549" l="25098"/>
                                      </p:by>
                                    </p:animClr>
                                    <p:set>
                                      <p:cBhvr>
                                        <p:cTn id="90" dur="500" fill="hold"/>
                                        <p:tgtEl>
                                          <p:spTgt spid="18"/>
                                        </p:tgtEl>
                                        <p:attrNameLst>
                                          <p:attrName>fill.type</p:attrName>
                                        </p:attrNameLst>
                                      </p:cBhvr>
                                      <p:to>
                                        <p:strVal val="solid"/>
                                      </p:to>
                                    </p:set>
                                  </p:childTnLst>
                                </p:cTn>
                              </p:par>
                              <p:par>
                                <p:cTn id="91" presetID="30" presetClass="emph" presetSubtype="0" fill="hold" grpId="0" nodeType="withEffect">
                                  <p:stCondLst>
                                    <p:cond delay="0"/>
                                  </p:stCondLst>
                                  <p:childTnLst>
                                    <p:animClr clrSpc="hsl" dir="cw">
                                      <p:cBhvr override="childStyle">
                                        <p:cTn id="92" dur="500" fill="hold"/>
                                        <p:tgtEl>
                                          <p:spTgt spid="21"/>
                                        </p:tgtEl>
                                        <p:attrNameLst>
                                          <p:attrName>style.color</p:attrName>
                                        </p:attrNameLst>
                                      </p:cBhvr>
                                      <p:by>
                                        <p:hsl h="0" s="12549" l="25098"/>
                                      </p:by>
                                    </p:animClr>
                                    <p:animClr clrSpc="hsl" dir="cw">
                                      <p:cBhvr>
                                        <p:cTn id="93" dur="500" fill="hold"/>
                                        <p:tgtEl>
                                          <p:spTgt spid="21"/>
                                        </p:tgtEl>
                                        <p:attrNameLst>
                                          <p:attrName>fillcolor</p:attrName>
                                        </p:attrNameLst>
                                      </p:cBhvr>
                                      <p:by>
                                        <p:hsl h="0" s="12549" l="25098"/>
                                      </p:by>
                                    </p:animClr>
                                    <p:animClr clrSpc="hsl" dir="cw">
                                      <p:cBhvr>
                                        <p:cTn id="94" dur="500" fill="hold"/>
                                        <p:tgtEl>
                                          <p:spTgt spid="21"/>
                                        </p:tgtEl>
                                        <p:attrNameLst>
                                          <p:attrName>stroke.color</p:attrName>
                                        </p:attrNameLst>
                                      </p:cBhvr>
                                      <p:by>
                                        <p:hsl h="0" s="12549" l="25098"/>
                                      </p:by>
                                    </p:animClr>
                                    <p:set>
                                      <p:cBhvr>
                                        <p:cTn id="95" dur="500" fill="hold"/>
                                        <p:tgtEl>
                                          <p:spTgt spid="21"/>
                                        </p:tgtEl>
                                        <p:attrNameLst>
                                          <p:attrName>fill.type</p:attrName>
                                        </p:attrNameLst>
                                      </p:cBhvr>
                                      <p:to>
                                        <p:strVal val="solid"/>
                                      </p:to>
                                    </p:set>
                                  </p:childTnLst>
                                </p:cTn>
                              </p:par>
                            </p:childTnLst>
                          </p:cTn>
                        </p:par>
                      </p:childTnLst>
                    </p:cTn>
                  </p:par>
                  <p:par>
                    <p:cTn id="96" fill="hold">
                      <p:stCondLst>
                        <p:cond delay="indefinite"/>
                      </p:stCondLst>
                      <p:childTnLst>
                        <p:par>
                          <p:cTn id="97" fill="hold">
                            <p:stCondLst>
                              <p:cond delay="0"/>
                            </p:stCondLst>
                            <p:childTnLst>
                              <p:par>
                                <p:cTn id="98" presetID="24" presetClass="emph" presetSubtype="0" fill="hold" grpId="0" nodeType="clickEffect">
                                  <p:stCondLst>
                                    <p:cond delay="0"/>
                                  </p:stCondLst>
                                  <p:childTnLst>
                                    <p:animClr clrSpc="hsl" dir="cw">
                                      <p:cBhvr override="childStyle">
                                        <p:cTn id="99" dur="500" fill="hold"/>
                                        <p:tgtEl>
                                          <p:spTgt spid="26"/>
                                        </p:tgtEl>
                                        <p:attrNameLst>
                                          <p:attrName>style.color</p:attrName>
                                        </p:attrNameLst>
                                      </p:cBhvr>
                                      <p:by>
                                        <p:hsl h="0" s="-12549" l="-25098"/>
                                      </p:by>
                                    </p:animClr>
                                    <p:animClr clrSpc="hsl" dir="cw">
                                      <p:cBhvr>
                                        <p:cTn id="100" dur="500" fill="hold"/>
                                        <p:tgtEl>
                                          <p:spTgt spid="26"/>
                                        </p:tgtEl>
                                        <p:attrNameLst>
                                          <p:attrName>fillcolor</p:attrName>
                                        </p:attrNameLst>
                                      </p:cBhvr>
                                      <p:by>
                                        <p:hsl h="0" s="-12549" l="-25098"/>
                                      </p:by>
                                    </p:animClr>
                                    <p:animClr clrSpc="hsl" dir="cw">
                                      <p:cBhvr>
                                        <p:cTn id="101" dur="500" fill="hold"/>
                                        <p:tgtEl>
                                          <p:spTgt spid="26"/>
                                        </p:tgtEl>
                                        <p:attrNameLst>
                                          <p:attrName>stroke.color</p:attrName>
                                        </p:attrNameLst>
                                      </p:cBhvr>
                                      <p:by>
                                        <p:hsl h="0" s="-12549" l="-25098"/>
                                      </p:by>
                                    </p:animClr>
                                    <p:set>
                                      <p:cBhvr>
                                        <p:cTn id="102" dur="500" fill="hold"/>
                                        <p:tgtEl>
                                          <p:spTgt spid="26"/>
                                        </p:tgtEl>
                                        <p:attrNameLst>
                                          <p:attrName>fill.type</p:attrName>
                                        </p:attrNameLst>
                                      </p:cBhvr>
                                      <p:to>
                                        <p:strVal val="solid"/>
                                      </p:to>
                                    </p:set>
                                  </p:childTnLst>
                                </p:cTn>
                              </p:par>
                              <p:par>
                                <p:cTn id="103" presetID="24" presetClass="emph" presetSubtype="0" fill="hold" grpId="0" nodeType="withEffect">
                                  <p:stCondLst>
                                    <p:cond delay="0"/>
                                  </p:stCondLst>
                                  <p:childTnLst>
                                    <p:animClr clrSpc="hsl" dir="cw">
                                      <p:cBhvr override="childStyle">
                                        <p:cTn id="104" dur="500" fill="hold"/>
                                        <p:tgtEl>
                                          <p:spTgt spid="25"/>
                                        </p:tgtEl>
                                        <p:attrNameLst>
                                          <p:attrName>style.color</p:attrName>
                                        </p:attrNameLst>
                                      </p:cBhvr>
                                      <p:by>
                                        <p:hsl h="0" s="-12549" l="-25098"/>
                                      </p:by>
                                    </p:animClr>
                                    <p:animClr clrSpc="hsl" dir="cw">
                                      <p:cBhvr>
                                        <p:cTn id="105" dur="500" fill="hold"/>
                                        <p:tgtEl>
                                          <p:spTgt spid="25"/>
                                        </p:tgtEl>
                                        <p:attrNameLst>
                                          <p:attrName>fillcolor</p:attrName>
                                        </p:attrNameLst>
                                      </p:cBhvr>
                                      <p:by>
                                        <p:hsl h="0" s="-12549" l="-25098"/>
                                      </p:by>
                                    </p:animClr>
                                    <p:animClr clrSpc="hsl" dir="cw">
                                      <p:cBhvr>
                                        <p:cTn id="106" dur="500" fill="hold"/>
                                        <p:tgtEl>
                                          <p:spTgt spid="25"/>
                                        </p:tgtEl>
                                        <p:attrNameLst>
                                          <p:attrName>stroke.color</p:attrName>
                                        </p:attrNameLst>
                                      </p:cBhvr>
                                      <p:by>
                                        <p:hsl h="0" s="-12549" l="-25098"/>
                                      </p:by>
                                    </p:animClr>
                                    <p:set>
                                      <p:cBhvr>
                                        <p:cTn id="107" dur="500" fill="hold"/>
                                        <p:tgtEl>
                                          <p:spTgt spid="25"/>
                                        </p:tgtEl>
                                        <p:attrNameLst>
                                          <p:attrName>fill.type</p:attrName>
                                        </p:attrNameLst>
                                      </p:cBhvr>
                                      <p:to>
                                        <p:strVal val="solid"/>
                                      </p:to>
                                    </p:set>
                                  </p:childTnLst>
                                </p:cTn>
                              </p:par>
                              <p:par>
                                <p:cTn id="108" presetID="24" presetClass="emph" presetSubtype="0" fill="hold" nodeType="withEffect">
                                  <p:stCondLst>
                                    <p:cond delay="0"/>
                                  </p:stCondLst>
                                  <p:childTnLst>
                                    <p:animClr clrSpc="hsl" dir="cw">
                                      <p:cBhvr override="childStyle">
                                        <p:cTn id="109" dur="500" fill="hold"/>
                                        <p:tgtEl>
                                          <p:spTgt spid="24"/>
                                        </p:tgtEl>
                                        <p:attrNameLst>
                                          <p:attrName>style.color</p:attrName>
                                        </p:attrNameLst>
                                      </p:cBhvr>
                                      <p:by>
                                        <p:hsl h="0" s="-12549" l="-25098"/>
                                      </p:by>
                                    </p:animClr>
                                    <p:animClr clrSpc="hsl" dir="cw">
                                      <p:cBhvr>
                                        <p:cTn id="110" dur="500" fill="hold"/>
                                        <p:tgtEl>
                                          <p:spTgt spid="24"/>
                                        </p:tgtEl>
                                        <p:attrNameLst>
                                          <p:attrName>fillcolor</p:attrName>
                                        </p:attrNameLst>
                                      </p:cBhvr>
                                      <p:by>
                                        <p:hsl h="0" s="-12549" l="-25098"/>
                                      </p:by>
                                    </p:animClr>
                                    <p:animClr clrSpc="hsl" dir="cw">
                                      <p:cBhvr>
                                        <p:cTn id="111" dur="500" fill="hold"/>
                                        <p:tgtEl>
                                          <p:spTgt spid="24"/>
                                        </p:tgtEl>
                                        <p:attrNameLst>
                                          <p:attrName>stroke.color</p:attrName>
                                        </p:attrNameLst>
                                      </p:cBhvr>
                                      <p:by>
                                        <p:hsl h="0" s="-12549" l="-25098"/>
                                      </p:by>
                                    </p:animClr>
                                    <p:set>
                                      <p:cBhvr>
                                        <p:cTn id="112" dur="500" fill="hold"/>
                                        <p:tgtEl>
                                          <p:spTgt spid="24"/>
                                        </p:tgtEl>
                                        <p:attrNameLst>
                                          <p:attrName>fill.type</p:attrName>
                                        </p:attrNameLst>
                                      </p:cBhvr>
                                      <p:to>
                                        <p:strVal val="solid"/>
                                      </p:to>
                                    </p:set>
                                  </p:childTnLst>
                                </p:cTn>
                              </p:par>
                              <p:par>
                                <p:cTn id="113" presetID="24" presetClass="emph" presetSubtype="0" fill="hold" nodeType="withEffect">
                                  <p:stCondLst>
                                    <p:cond delay="0"/>
                                  </p:stCondLst>
                                  <p:childTnLst>
                                    <p:animClr clrSpc="hsl" dir="cw">
                                      <p:cBhvr override="childStyle">
                                        <p:cTn id="114" dur="500" fill="hold"/>
                                        <p:tgtEl>
                                          <p:spTgt spid="23"/>
                                        </p:tgtEl>
                                        <p:attrNameLst>
                                          <p:attrName>style.color</p:attrName>
                                        </p:attrNameLst>
                                      </p:cBhvr>
                                      <p:by>
                                        <p:hsl h="0" s="-12549" l="-25098"/>
                                      </p:by>
                                    </p:animClr>
                                    <p:animClr clrSpc="hsl" dir="cw">
                                      <p:cBhvr>
                                        <p:cTn id="115" dur="500" fill="hold"/>
                                        <p:tgtEl>
                                          <p:spTgt spid="23"/>
                                        </p:tgtEl>
                                        <p:attrNameLst>
                                          <p:attrName>fillcolor</p:attrName>
                                        </p:attrNameLst>
                                      </p:cBhvr>
                                      <p:by>
                                        <p:hsl h="0" s="-12549" l="-25098"/>
                                      </p:by>
                                    </p:animClr>
                                    <p:animClr clrSpc="hsl" dir="cw">
                                      <p:cBhvr>
                                        <p:cTn id="116" dur="500" fill="hold"/>
                                        <p:tgtEl>
                                          <p:spTgt spid="23"/>
                                        </p:tgtEl>
                                        <p:attrNameLst>
                                          <p:attrName>stroke.color</p:attrName>
                                        </p:attrNameLst>
                                      </p:cBhvr>
                                      <p:by>
                                        <p:hsl h="0" s="-12549" l="-25098"/>
                                      </p:by>
                                    </p:animClr>
                                    <p:set>
                                      <p:cBhvr>
                                        <p:cTn id="117" dur="500" fill="hold"/>
                                        <p:tgtEl>
                                          <p:spTgt spid="23"/>
                                        </p:tgtEl>
                                        <p:attrNameLst>
                                          <p:attrName>fill.type</p:attrName>
                                        </p:attrNameLst>
                                      </p:cBhvr>
                                      <p:to>
                                        <p:strVal val="solid"/>
                                      </p:to>
                                    </p:set>
                                  </p:childTnLst>
                                </p:cTn>
                              </p:par>
                              <p:par>
                                <p:cTn id="118" presetID="24" presetClass="emph" presetSubtype="0" fill="hold" nodeType="withEffect">
                                  <p:stCondLst>
                                    <p:cond delay="0"/>
                                  </p:stCondLst>
                                  <p:childTnLst>
                                    <p:animClr clrSpc="hsl" dir="cw">
                                      <p:cBhvr override="childStyle">
                                        <p:cTn id="119" dur="500" fill="hold"/>
                                        <p:tgtEl>
                                          <p:spTgt spid="22"/>
                                        </p:tgtEl>
                                        <p:attrNameLst>
                                          <p:attrName>style.color</p:attrName>
                                        </p:attrNameLst>
                                      </p:cBhvr>
                                      <p:by>
                                        <p:hsl h="0" s="-12549" l="-25098"/>
                                      </p:by>
                                    </p:animClr>
                                    <p:animClr clrSpc="hsl" dir="cw">
                                      <p:cBhvr>
                                        <p:cTn id="120" dur="500" fill="hold"/>
                                        <p:tgtEl>
                                          <p:spTgt spid="22"/>
                                        </p:tgtEl>
                                        <p:attrNameLst>
                                          <p:attrName>fillcolor</p:attrName>
                                        </p:attrNameLst>
                                      </p:cBhvr>
                                      <p:by>
                                        <p:hsl h="0" s="-12549" l="-25098"/>
                                      </p:by>
                                    </p:animClr>
                                    <p:animClr clrSpc="hsl" dir="cw">
                                      <p:cBhvr>
                                        <p:cTn id="121" dur="500" fill="hold"/>
                                        <p:tgtEl>
                                          <p:spTgt spid="22"/>
                                        </p:tgtEl>
                                        <p:attrNameLst>
                                          <p:attrName>stroke.color</p:attrName>
                                        </p:attrNameLst>
                                      </p:cBhvr>
                                      <p:by>
                                        <p:hsl h="0" s="-12549" l="-25098"/>
                                      </p:by>
                                    </p:animClr>
                                    <p:set>
                                      <p:cBhvr>
                                        <p:cTn id="122" dur="500" fill="hold"/>
                                        <p:tgtEl>
                                          <p:spTgt spid="22"/>
                                        </p:tgtEl>
                                        <p:attrNameLst>
                                          <p:attrName>fill.type</p:attrName>
                                        </p:attrNameLst>
                                      </p:cBhvr>
                                      <p:to>
                                        <p:strVal val="solid"/>
                                      </p:to>
                                    </p:set>
                                  </p:childTnLst>
                                </p:cTn>
                              </p:par>
                            </p:childTnLst>
                          </p:cTn>
                        </p:par>
                      </p:childTnLst>
                    </p:cTn>
                  </p:par>
                  <p:par>
                    <p:cTn id="123" fill="hold">
                      <p:stCondLst>
                        <p:cond delay="indefinite"/>
                      </p:stCondLst>
                      <p:childTnLst>
                        <p:par>
                          <p:cTn id="124" fill="hold">
                            <p:stCondLst>
                              <p:cond delay="0"/>
                            </p:stCondLst>
                            <p:childTnLst>
                              <p:par>
                                <p:cTn id="125" presetID="24" presetClass="emph" presetSubtype="0" fill="hold" grpId="0" nodeType="clickEffect">
                                  <p:stCondLst>
                                    <p:cond delay="0"/>
                                  </p:stCondLst>
                                  <p:childTnLst>
                                    <p:animClr clrSpc="hsl" dir="cw">
                                      <p:cBhvr override="childStyle">
                                        <p:cTn id="126" dur="500" fill="hold"/>
                                        <p:tgtEl>
                                          <p:spTgt spid="31"/>
                                        </p:tgtEl>
                                        <p:attrNameLst>
                                          <p:attrName>style.color</p:attrName>
                                        </p:attrNameLst>
                                      </p:cBhvr>
                                      <p:by>
                                        <p:hsl h="0" s="-12549" l="-25098"/>
                                      </p:by>
                                    </p:animClr>
                                    <p:animClr clrSpc="hsl" dir="cw">
                                      <p:cBhvr>
                                        <p:cTn id="127" dur="500" fill="hold"/>
                                        <p:tgtEl>
                                          <p:spTgt spid="31"/>
                                        </p:tgtEl>
                                        <p:attrNameLst>
                                          <p:attrName>fillcolor</p:attrName>
                                        </p:attrNameLst>
                                      </p:cBhvr>
                                      <p:by>
                                        <p:hsl h="0" s="-12549" l="-25098"/>
                                      </p:by>
                                    </p:animClr>
                                    <p:animClr clrSpc="hsl" dir="cw">
                                      <p:cBhvr>
                                        <p:cTn id="128" dur="500" fill="hold"/>
                                        <p:tgtEl>
                                          <p:spTgt spid="31"/>
                                        </p:tgtEl>
                                        <p:attrNameLst>
                                          <p:attrName>stroke.color</p:attrName>
                                        </p:attrNameLst>
                                      </p:cBhvr>
                                      <p:by>
                                        <p:hsl h="0" s="-12549" l="-25098"/>
                                      </p:by>
                                    </p:animClr>
                                    <p:set>
                                      <p:cBhvr>
                                        <p:cTn id="129" dur="500" fill="hold"/>
                                        <p:tgtEl>
                                          <p:spTgt spid="31"/>
                                        </p:tgtEl>
                                        <p:attrNameLst>
                                          <p:attrName>fill.type</p:attrName>
                                        </p:attrNameLst>
                                      </p:cBhvr>
                                      <p:to>
                                        <p:strVal val="solid"/>
                                      </p:to>
                                    </p:set>
                                  </p:childTnLst>
                                </p:cTn>
                              </p:par>
                              <p:par>
                                <p:cTn id="130" presetID="24" presetClass="emph" presetSubtype="0" fill="hold" grpId="0" nodeType="withEffect">
                                  <p:stCondLst>
                                    <p:cond delay="0"/>
                                  </p:stCondLst>
                                  <p:childTnLst>
                                    <p:animClr clrSpc="hsl" dir="cw">
                                      <p:cBhvr override="childStyle">
                                        <p:cTn id="131" dur="500" fill="hold"/>
                                        <p:tgtEl>
                                          <p:spTgt spid="30"/>
                                        </p:tgtEl>
                                        <p:attrNameLst>
                                          <p:attrName>style.color</p:attrName>
                                        </p:attrNameLst>
                                      </p:cBhvr>
                                      <p:by>
                                        <p:hsl h="0" s="-12549" l="-25098"/>
                                      </p:by>
                                    </p:animClr>
                                    <p:animClr clrSpc="hsl" dir="cw">
                                      <p:cBhvr>
                                        <p:cTn id="132" dur="500" fill="hold"/>
                                        <p:tgtEl>
                                          <p:spTgt spid="30"/>
                                        </p:tgtEl>
                                        <p:attrNameLst>
                                          <p:attrName>fillcolor</p:attrName>
                                        </p:attrNameLst>
                                      </p:cBhvr>
                                      <p:by>
                                        <p:hsl h="0" s="-12549" l="-25098"/>
                                      </p:by>
                                    </p:animClr>
                                    <p:animClr clrSpc="hsl" dir="cw">
                                      <p:cBhvr>
                                        <p:cTn id="133" dur="500" fill="hold"/>
                                        <p:tgtEl>
                                          <p:spTgt spid="30"/>
                                        </p:tgtEl>
                                        <p:attrNameLst>
                                          <p:attrName>stroke.color</p:attrName>
                                        </p:attrNameLst>
                                      </p:cBhvr>
                                      <p:by>
                                        <p:hsl h="0" s="-12549" l="-25098"/>
                                      </p:by>
                                    </p:animClr>
                                    <p:set>
                                      <p:cBhvr>
                                        <p:cTn id="134" dur="500" fill="hold"/>
                                        <p:tgtEl>
                                          <p:spTgt spid="30"/>
                                        </p:tgtEl>
                                        <p:attrNameLst>
                                          <p:attrName>fill.type</p:attrName>
                                        </p:attrNameLst>
                                      </p:cBhvr>
                                      <p:to>
                                        <p:strVal val="solid"/>
                                      </p:to>
                                    </p:set>
                                  </p:childTnLst>
                                </p:cTn>
                              </p:par>
                              <p:par>
                                <p:cTn id="135" presetID="24" presetClass="emph" presetSubtype="0" fill="hold" nodeType="withEffect">
                                  <p:stCondLst>
                                    <p:cond delay="0"/>
                                  </p:stCondLst>
                                  <p:childTnLst>
                                    <p:animClr clrSpc="hsl" dir="cw">
                                      <p:cBhvr override="childStyle">
                                        <p:cTn id="136" dur="500" fill="hold"/>
                                        <p:tgtEl>
                                          <p:spTgt spid="28"/>
                                        </p:tgtEl>
                                        <p:attrNameLst>
                                          <p:attrName>style.color</p:attrName>
                                        </p:attrNameLst>
                                      </p:cBhvr>
                                      <p:by>
                                        <p:hsl h="0" s="-12549" l="-25098"/>
                                      </p:by>
                                    </p:animClr>
                                    <p:animClr clrSpc="hsl" dir="cw">
                                      <p:cBhvr>
                                        <p:cTn id="137" dur="500" fill="hold"/>
                                        <p:tgtEl>
                                          <p:spTgt spid="28"/>
                                        </p:tgtEl>
                                        <p:attrNameLst>
                                          <p:attrName>fillcolor</p:attrName>
                                        </p:attrNameLst>
                                      </p:cBhvr>
                                      <p:by>
                                        <p:hsl h="0" s="-12549" l="-25098"/>
                                      </p:by>
                                    </p:animClr>
                                    <p:animClr clrSpc="hsl" dir="cw">
                                      <p:cBhvr>
                                        <p:cTn id="138" dur="500" fill="hold"/>
                                        <p:tgtEl>
                                          <p:spTgt spid="28"/>
                                        </p:tgtEl>
                                        <p:attrNameLst>
                                          <p:attrName>stroke.color</p:attrName>
                                        </p:attrNameLst>
                                      </p:cBhvr>
                                      <p:by>
                                        <p:hsl h="0" s="-12549" l="-25098"/>
                                      </p:by>
                                    </p:animClr>
                                    <p:set>
                                      <p:cBhvr>
                                        <p:cTn id="139" dur="500" fill="hold"/>
                                        <p:tgtEl>
                                          <p:spTgt spid="28"/>
                                        </p:tgtEl>
                                        <p:attrNameLst>
                                          <p:attrName>fill.type</p:attrName>
                                        </p:attrNameLst>
                                      </p:cBhvr>
                                      <p:to>
                                        <p:strVal val="solid"/>
                                      </p:to>
                                    </p:set>
                                  </p:childTnLst>
                                </p:cTn>
                              </p:par>
                              <p:par>
                                <p:cTn id="140" presetID="24" presetClass="emph" presetSubtype="0" fill="hold" nodeType="withEffect">
                                  <p:stCondLst>
                                    <p:cond delay="0"/>
                                  </p:stCondLst>
                                  <p:childTnLst>
                                    <p:animClr clrSpc="hsl" dir="cw">
                                      <p:cBhvr override="childStyle">
                                        <p:cTn id="141" dur="500" fill="hold"/>
                                        <p:tgtEl>
                                          <p:spTgt spid="29"/>
                                        </p:tgtEl>
                                        <p:attrNameLst>
                                          <p:attrName>style.color</p:attrName>
                                        </p:attrNameLst>
                                      </p:cBhvr>
                                      <p:by>
                                        <p:hsl h="0" s="-12549" l="-25098"/>
                                      </p:by>
                                    </p:animClr>
                                    <p:animClr clrSpc="hsl" dir="cw">
                                      <p:cBhvr>
                                        <p:cTn id="142" dur="500" fill="hold"/>
                                        <p:tgtEl>
                                          <p:spTgt spid="29"/>
                                        </p:tgtEl>
                                        <p:attrNameLst>
                                          <p:attrName>fillcolor</p:attrName>
                                        </p:attrNameLst>
                                      </p:cBhvr>
                                      <p:by>
                                        <p:hsl h="0" s="-12549" l="-25098"/>
                                      </p:by>
                                    </p:animClr>
                                    <p:animClr clrSpc="hsl" dir="cw">
                                      <p:cBhvr>
                                        <p:cTn id="143" dur="500" fill="hold"/>
                                        <p:tgtEl>
                                          <p:spTgt spid="29"/>
                                        </p:tgtEl>
                                        <p:attrNameLst>
                                          <p:attrName>stroke.color</p:attrName>
                                        </p:attrNameLst>
                                      </p:cBhvr>
                                      <p:by>
                                        <p:hsl h="0" s="-12549" l="-25098"/>
                                      </p:by>
                                    </p:animClr>
                                    <p:set>
                                      <p:cBhvr>
                                        <p:cTn id="144" dur="500" fill="hold"/>
                                        <p:tgtEl>
                                          <p:spTgt spid="29"/>
                                        </p:tgtEl>
                                        <p:attrNameLst>
                                          <p:attrName>fill.type</p:attrName>
                                        </p:attrNameLst>
                                      </p:cBhvr>
                                      <p:to>
                                        <p:strVal val="solid"/>
                                      </p:to>
                                    </p:set>
                                  </p:childTnLst>
                                </p:cTn>
                              </p:par>
                              <p:par>
                                <p:cTn id="145" presetID="24" presetClass="emph" presetSubtype="0" fill="hold" nodeType="withEffect">
                                  <p:stCondLst>
                                    <p:cond delay="0"/>
                                  </p:stCondLst>
                                  <p:childTnLst>
                                    <p:animClr clrSpc="hsl" dir="cw">
                                      <p:cBhvr override="childStyle">
                                        <p:cTn id="146" dur="500" fill="hold"/>
                                        <p:tgtEl>
                                          <p:spTgt spid="27"/>
                                        </p:tgtEl>
                                        <p:attrNameLst>
                                          <p:attrName>style.color</p:attrName>
                                        </p:attrNameLst>
                                      </p:cBhvr>
                                      <p:by>
                                        <p:hsl h="0" s="-12549" l="-25098"/>
                                      </p:by>
                                    </p:animClr>
                                    <p:animClr clrSpc="hsl" dir="cw">
                                      <p:cBhvr>
                                        <p:cTn id="147" dur="500" fill="hold"/>
                                        <p:tgtEl>
                                          <p:spTgt spid="27"/>
                                        </p:tgtEl>
                                        <p:attrNameLst>
                                          <p:attrName>fillcolor</p:attrName>
                                        </p:attrNameLst>
                                      </p:cBhvr>
                                      <p:by>
                                        <p:hsl h="0" s="-12549" l="-25098"/>
                                      </p:by>
                                    </p:animClr>
                                    <p:animClr clrSpc="hsl" dir="cw">
                                      <p:cBhvr>
                                        <p:cTn id="148" dur="500" fill="hold"/>
                                        <p:tgtEl>
                                          <p:spTgt spid="27"/>
                                        </p:tgtEl>
                                        <p:attrNameLst>
                                          <p:attrName>stroke.color</p:attrName>
                                        </p:attrNameLst>
                                      </p:cBhvr>
                                      <p:by>
                                        <p:hsl h="0" s="-12549" l="-25098"/>
                                      </p:by>
                                    </p:animClr>
                                    <p:set>
                                      <p:cBhvr>
                                        <p:cTn id="149" dur="500" fill="hold"/>
                                        <p:tgtEl>
                                          <p:spTgt spid="27"/>
                                        </p:tgtEl>
                                        <p:attrNameLst>
                                          <p:attrName>fill.type</p:attrName>
                                        </p:attrNameLst>
                                      </p:cBhvr>
                                      <p:to>
                                        <p:strVal val="solid"/>
                                      </p:to>
                                    </p:set>
                                  </p:childTnLst>
                                </p:cTn>
                              </p:par>
                            </p:childTnLst>
                          </p:cTn>
                        </p:par>
                      </p:childTnLst>
                    </p:cTn>
                  </p:par>
                  <p:par>
                    <p:cTn id="150" fill="hold">
                      <p:stCondLst>
                        <p:cond delay="indefinite"/>
                      </p:stCondLst>
                      <p:childTnLst>
                        <p:par>
                          <p:cTn id="151" fill="hold">
                            <p:stCondLst>
                              <p:cond delay="0"/>
                            </p:stCondLst>
                            <p:childTnLst>
                              <p:par>
                                <p:cTn id="152" presetID="30" presetClass="emph" presetSubtype="0" fill="hold" grpId="0" nodeType="clickEffect">
                                  <p:stCondLst>
                                    <p:cond delay="0"/>
                                  </p:stCondLst>
                                  <p:childTnLst>
                                    <p:animClr clrSpc="hsl" dir="cw">
                                      <p:cBhvr override="childStyle">
                                        <p:cTn id="153" dur="500" fill="hold"/>
                                        <p:tgtEl>
                                          <p:spTgt spid="36"/>
                                        </p:tgtEl>
                                        <p:attrNameLst>
                                          <p:attrName>style.color</p:attrName>
                                        </p:attrNameLst>
                                      </p:cBhvr>
                                      <p:by>
                                        <p:hsl h="0" s="12549" l="25098"/>
                                      </p:by>
                                    </p:animClr>
                                    <p:animClr clrSpc="hsl" dir="cw">
                                      <p:cBhvr>
                                        <p:cTn id="154" dur="500" fill="hold"/>
                                        <p:tgtEl>
                                          <p:spTgt spid="36"/>
                                        </p:tgtEl>
                                        <p:attrNameLst>
                                          <p:attrName>fillcolor</p:attrName>
                                        </p:attrNameLst>
                                      </p:cBhvr>
                                      <p:by>
                                        <p:hsl h="0" s="12549" l="25098"/>
                                      </p:by>
                                    </p:animClr>
                                    <p:animClr clrSpc="hsl" dir="cw">
                                      <p:cBhvr>
                                        <p:cTn id="155" dur="500" fill="hold"/>
                                        <p:tgtEl>
                                          <p:spTgt spid="36"/>
                                        </p:tgtEl>
                                        <p:attrNameLst>
                                          <p:attrName>stroke.color</p:attrName>
                                        </p:attrNameLst>
                                      </p:cBhvr>
                                      <p:by>
                                        <p:hsl h="0" s="12549" l="25098"/>
                                      </p:by>
                                    </p:animClr>
                                    <p:set>
                                      <p:cBhvr>
                                        <p:cTn id="156" dur="500" fill="hold"/>
                                        <p:tgtEl>
                                          <p:spTgt spid="36"/>
                                        </p:tgtEl>
                                        <p:attrNameLst>
                                          <p:attrName>fill.type</p:attrName>
                                        </p:attrNameLst>
                                      </p:cBhvr>
                                      <p:to>
                                        <p:strVal val="solid"/>
                                      </p:to>
                                    </p:set>
                                  </p:childTnLst>
                                </p:cTn>
                              </p:par>
                              <p:par>
                                <p:cTn id="157" presetID="30" presetClass="emph" presetSubtype="0" fill="hold" grpId="0" nodeType="withEffect">
                                  <p:stCondLst>
                                    <p:cond delay="0"/>
                                  </p:stCondLst>
                                  <p:childTnLst>
                                    <p:animClr clrSpc="hsl" dir="cw">
                                      <p:cBhvr override="childStyle">
                                        <p:cTn id="158" dur="500" fill="hold"/>
                                        <p:tgtEl>
                                          <p:spTgt spid="35"/>
                                        </p:tgtEl>
                                        <p:attrNameLst>
                                          <p:attrName>style.color</p:attrName>
                                        </p:attrNameLst>
                                      </p:cBhvr>
                                      <p:by>
                                        <p:hsl h="0" s="12549" l="25098"/>
                                      </p:by>
                                    </p:animClr>
                                    <p:animClr clrSpc="hsl" dir="cw">
                                      <p:cBhvr>
                                        <p:cTn id="159" dur="500" fill="hold"/>
                                        <p:tgtEl>
                                          <p:spTgt spid="35"/>
                                        </p:tgtEl>
                                        <p:attrNameLst>
                                          <p:attrName>fillcolor</p:attrName>
                                        </p:attrNameLst>
                                      </p:cBhvr>
                                      <p:by>
                                        <p:hsl h="0" s="12549" l="25098"/>
                                      </p:by>
                                    </p:animClr>
                                    <p:animClr clrSpc="hsl" dir="cw">
                                      <p:cBhvr>
                                        <p:cTn id="160" dur="500" fill="hold"/>
                                        <p:tgtEl>
                                          <p:spTgt spid="35"/>
                                        </p:tgtEl>
                                        <p:attrNameLst>
                                          <p:attrName>stroke.color</p:attrName>
                                        </p:attrNameLst>
                                      </p:cBhvr>
                                      <p:by>
                                        <p:hsl h="0" s="12549" l="25098"/>
                                      </p:by>
                                    </p:animClr>
                                    <p:set>
                                      <p:cBhvr>
                                        <p:cTn id="161" dur="500" fill="hold"/>
                                        <p:tgtEl>
                                          <p:spTgt spid="35"/>
                                        </p:tgtEl>
                                        <p:attrNameLst>
                                          <p:attrName>fill.type</p:attrName>
                                        </p:attrNameLst>
                                      </p:cBhvr>
                                      <p:to>
                                        <p:strVal val="solid"/>
                                      </p:to>
                                    </p:set>
                                  </p:childTnLst>
                                </p:cTn>
                              </p:par>
                              <p:par>
                                <p:cTn id="162" presetID="30" presetClass="emph" presetSubtype="0" fill="hold" nodeType="withEffect">
                                  <p:stCondLst>
                                    <p:cond delay="0"/>
                                  </p:stCondLst>
                                  <p:childTnLst>
                                    <p:animClr clrSpc="hsl" dir="cw">
                                      <p:cBhvr override="childStyle">
                                        <p:cTn id="163" dur="500" fill="hold"/>
                                        <p:tgtEl>
                                          <p:spTgt spid="32"/>
                                        </p:tgtEl>
                                        <p:attrNameLst>
                                          <p:attrName>style.color</p:attrName>
                                        </p:attrNameLst>
                                      </p:cBhvr>
                                      <p:by>
                                        <p:hsl h="0" s="12549" l="25098"/>
                                      </p:by>
                                    </p:animClr>
                                    <p:animClr clrSpc="hsl" dir="cw">
                                      <p:cBhvr>
                                        <p:cTn id="164" dur="500" fill="hold"/>
                                        <p:tgtEl>
                                          <p:spTgt spid="32"/>
                                        </p:tgtEl>
                                        <p:attrNameLst>
                                          <p:attrName>fillcolor</p:attrName>
                                        </p:attrNameLst>
                                      </p:cBhvr>
                                      <p:by>
                                        <p:hsl h="0" s="12549" l="25098"/>
                                      </p:by>
                                    </p:animClr>
                                    <p:animClr clrSpc="hsl" dir="cw">
                                      <p:cBhvr>
                                        <p:cTn id="165" dur="500" fill="hold"/>
                                        <p:tgtEl>
                                          <p:spTgt spid="32"/>
                                        </p:tgtEl>
                                        <p:attrNameLst>
                                          <p:attrName>stroke.color</p:attrName>
                                        </p:attrNameLst>
                                      </p:cBhvr>
                                      <p:by>
                                        <p:hsl h="0" s="12549" l="25098"/>
                                      </p:by>
                                    </p:animClr>
                                    <p:set>
                                      <p:cBhvr>
                                        <p:cTn id="166" dur="500" fill="hold"/>
                                        <p:tgtEl>
                                          <p:spTgt spid="32"/>
                                        </p:tgtEl>
                                        <p:attrNameLst>
                                          <p:attrName>fill.type</p:attrName>
                                        </p:attrNameLst>
                                      </p:cBhvr>
                                      <p:to>
                                        <p:strVal val="solid"/>
                                      </p:to>
                                    </p:set>
                                  </p:childTnLst>
                                </p:cTn>
                              </p:par>
                              <p:par>
                                <p:cTn id="167" presetID="30" presetClass="emph" presetSubtype="0" fill="hold" nodeType="withEffect">
                                  <p:stCondLst>
                                    <p:cond delay="0"/>
                                  </p:stCondLst>
                                  <p:childTnLst>
                                    <p:animClr clrSpc="hsl" dir="cw">
                                      <p:cBhvr override="childStyle">
                                        <p:cTn id="168" dur="500" fill="hold"/>
                                        <p:tgtEl>
                                          <p:spTgt spid="33"/>
                                        </p:tgtEl>
                                        <p:attrNameLst>
                                          <p:attrName>style.color</p:attrName>
                                        </p:attrNameLst>
                                      </p:cBhvr>
                                      <p:by>
                                        <p:hsl h="0" s="12549" l="25098"/>
                                      </p:by>
                                    </p:animClr>
                                    <p:animClr clrSpc="hsl" dir="cw">
                                      <p:cBhvr>
                                        <p:cTn id="169" dur="500" fill="hold"/>
                                        <p:tgtEl>
                                          <p:spTgt spid="33"/>
                                        </p:tgtEl>
                                        <p:attrNameLst>
                                          <p:attrName>fillcolor</p:attrName>
                                        </p:attrNameLst>
                                      </p:cBhvr>
                                      <p:by>
                                        <p:hsl h="0" s="12549" l="25098"/>
                                      </p:by>
                                    </p:animClr>
                                    <p:animClr clrSpc="hsl" dir="cw">
                                      <p:cBhvr>
                                        <p:cTn id="170" dur="500" fill="hold"/>
                                        <p:tgtEl>
                                          <p:spTgt spid="33"/>
                                        </p:tgtEl>
                                        <p:attrNameLst>
                                          <p:attrName>stroke.color</p:attrName>
                                        </p:attrNameLst>
                                      </p:cBhvr>
                                      <p:by>
                                        <p:hsl h="0" s="12549" l="25098"/>
                                      </p:by>
                                    </p:animClr>
                                    <p:set>
                                      <p:cBhvr>
                                        <p:cTn id="171" dur="500" fill="hold"/>
                                        <p:tgtEl>
                                          <p:spTgt spid="33"/>
                                        </p:tgtEl>
                                        <p:attrNameLst>
                                          <p:attrName>fill.type</p:attrName>
                                        </p:attrNameLst>
                                      </p:cBhvr>
                                      <p:to>
                                        <p:strVal val="solid"/>
                                      </p:to>
                                    </p:set>
                                  </p:childTnLst>
                                </p:cTn>
                              </p:par>
                              <p:par>
                                <p:cTn id="172" presetID="30" presetClass="emph" presetSubtype="0" fill="hold" nodeType="withEffect">
                                  <p:stCondLst>
                                    <p:cond delay="0"/>
                                  </p:stCondLst>
                                  <p:childTnLst>
                                    <p:animClr clrSpc="hsl" dir="cw">
                                      <p:cBhvr override="childStyle">
                                        <p:cTn id="173" dur="500" fill="hold"/>
                                        <p:tgtEl>
                                          <p:spTgt spid="34"/>
                                        </p:tgtEl>
                                        <p:attrNameLst>
                                          <p:attrName>style.color</p:attrName>
                                        </p:attrNameLst>
                                      </p:cBhvr>
                                      <p:by>
                                        <p:hsl h="0" s="12549" l="25098"/>
                                      </p:by>
                                    </p:animClr>
                                    <p:animClr clrSpc="hsl" dir="cw">
                                      <p:cBhvr>
                                        <p:cTn id="174" dur="500" fill="hold"/>
                                        <p:tgtEl>
                                          <p:spTgt spid="34"/>
                                        </p:tgtEl>
                                        <p:attrNameLst>
                                          <p:attrName>fillcolor</p:attrName>
                                        </p:attrNameLst>
                                      </p:cBhvr>
                                      <p:by>
                                        <p:hsl h="0" s="12549" l="25098"/>
                                      </p:by>
                                    </p:animClr>
                                    <p:animClr clrSpc="hsl" dir="cw">
                                      <p:cBhvr>
                                        <p:cTn id="175" dur="500" fill="hold"/>
                                        <p:tgtEl>
                                          <p:spTgt spid="34"/>
                                        </p:tgtEl>
                                        <p:attrNameLst>
                                          <p:attrName>stroke.color</p:attrName>
                                        </p:attrNameLst>
                                      </p:cBhvr>
                                      <p:by>
                                        <p:hsl h="0" s="12549" l="25098"/>
                                      </p:by>
                                    </p:animClr>
                                    <p:set>
                                      <p:cBhvr>
                                        <p:cTn id="176" dur="500" fill="hold"/>
                                        <p:tgtEl>
                                          <p:spTgt spid="34"/>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P spid="16" grpId="0" animBg="1"/>
      <p:bldP spid="20" grpId="0" animBg="1"/>
      <p:bldP spid="21" grpId="0" animBg="1"/>
      <p:bldP spid="25" grpId="0" animBg="1"/>
      <p:bldP spid="26" grpId="0" animBg="1"/>
      <p:bldP spid="30" grpId="0" animBg="1"/>
      <p:bldP spid="31" grpId="0" animBg="1"/>
      <p:bldP spid="35" grpId="0" animBg="1"/>
      <p:bldP spid="3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FBC07502-C194-51ED-FAF6-D9925C60A060}"/>
              </a:ext>
            </a:extLst>
          </p:cNvPr>
          <p:cNvSpPr>
            <a:spLocks noGrp="1"/>
          </p:cNvSpPr>
          <p:nvPr>
            <p:ph type="title" idx="100"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400" b="1" dirty="0">
                <a:solidFill>
                  <a:schemeClr val="tx2"/>
                </a:solidFill>
              </a:rPr>
              <a:t>Planning du </a:t>
            </a:r>
            <a:r>
              <a:rPr lang="en-US" sz="3400" b="1" dirty="0" err="1">
                <a:solidFill>
                  <a:schemeClr val="tx2"/>
                </a:solidFill>
              </a:rPr>
              <a:t>projet</a:t>
            </a:r>
            <a:endParaRPr lang="en-US" sz="3400" dirty="0"/>
          </a:p>
        </p:txBody>
      </p:sp>
      <p:pic>
        <p:nvPicPr>
          <p:cNvPr id="7" name="Image 6">
            <a:extLst>
              <a:ext uri="{FF2B5EF4-FFF2-40B4-BE49-F238E27FC236}">
                <a16:creationId xmlns:a16="http://schemas.microsoft.com/office/drawing/2014/main" id="{4CB2F6BE-A3DE-AB6F-1ACF-4AB2FB045022}"/>
              </a:ext>
            </a:extLst>
          </p:cNvPr>
          <p:cNvPicPr>
            <a:picLocks noChangeAspect="1"/>
          </p:cNvPicPr>
          <p:nvPr/>
        </p:nvPicPr>
        <p:blipFill>
          <a:blip r:embed="rId3"/>
          <a:stretch>
            <a:fillRect/>
          </a:stretch>
        </p:blipFill>
        <p:spPr>
          <a:xfrm>
            <a:off x="0" y="1554480"/>
            <a:ext cx="12192000" cy="4572000"/>
          </a:xfrm>
          <a:prstGeom prst="rect">
            <a:avLst/>
          </a:prstGeom>
        </p:spPr>
      </p:pic>
      <p:sp>
        <p:nvSpPr>
          <p:cNvPr id="6" name="Slide Number Placeholder 0">
            <a:extLst>
              <a:ext uri="{FF2B5EF4-FFF2-40B4-BE49-F238E27FC236}">
                <a16:creationId xmlns:a16="http://schemas.microsoft.com/office/drawing/2014/main" id="{FFE593C0-2571-2206-5EDD-8169B0A16BEC}"/>
              </a:ext>
            </a:extLst>
          </p:cNvPr>
          <p:cNvSpPr txBox="1">
            <a:spLocks/>
          </p:cNvSpPr>
          <p:nvPr/>
        </p:nvSpPr>
        <p:spPr>
          <a:xfrm>
            <a:off x="10972800" y="6400800"/>
            <a:ext cx="640080" cy="27432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11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chemeClr val="bg2">
                    <a:lumMod val="10000"/>
                  </a:schemeClr>
                </a:solidFill>
              </a:rPr>
              <a:t>12</a:t>
            </a:r>
          </a:p>
        </p:txBody>
      </p:sp>
    </p:spTree>
    <p:extLst>
      <p:ext uri="{BB962C8B-B14F-4D97-AF65-F5344CB8AC3E}">
        <p14:creationId xmlns:p14="http://schemas.microsoft.com/office/powerpoint/2010/main" val="28843167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400" b="1" dirty="0">
                <a:solidFill>
                  <a:schemeClr val="tx2"/>
                </a:solidFill>
              </a:rPr>
              <a:t>Diagramme de cas d'utilisation</a:t>
            </a:r>
            <a:endParaRPr lang="en-US" sz="3400" dirty="0"/>
          </a:p>
        </p:txBody>
      </p:sp>
      <p:sp>
        <p:nvSpPr>
          <p:cNvPr id="4" name="Card Acteurs"/>
          <p:cNvSpPr/>
          <p:nvPr/>
        </p:nvSpPr>
        <p:spPr>
          <a:xfrm>
            <a:off x="548640" y="8874509"/>
            <a:ext cx="4206240" cy="2011680"/>
          </a:xfrm>
          <a:prstGeom prst="roundRect">
            <a:avLst>
              <a:gd name="adj" fmla="val 5455"/>
            </a:avLst>
          </a:prstGeom>
          <a:solidFill>
            <a:schemeClr val="bg2"/>
          </a:solidFill>
          <a:ln w="12700">
            <a:solidFill>
              <a:schemeClr val="bg2"/>
            </a:solidFill>
            <a:prstDash val="solid"/>
          </a:ln>
        </p:spPr>
      </p:sp>
      <p:sp>
        <p:nvSpPr>
          <p:cNvPr id="5" name="Text 2"/>
          <p:cNvSpPr txBox="1"/>
          <p:nvPr/>
        </p:nvSpPr>
        <p:spPr>
          <a:xfrm>
            <a:off x="822960" y="9011669"/>
            <a:ext cx="3657600" cy="1737360"/>
          </a:xfrm>
          <a:prstGeom prst="rect">
            <a:avLst/>
          </a:prstGeom>
          <a:noFill/>
          <a:ln/>
        </p:spPr>
        <p:txBody>
          <a:bodyPr wrap="square" lIns="0" tIns="0" rIns="0" bIns="0" rtlCol="0" anchor="t"/>
          <a:lstStyle/>
          <a:p>
            <a:pPr marL="0" indent="0">
              <a:buNone/>
            </a:pPr>
            <a:r>
              <a:rPr lang="en-US" sz="1800" b="1" dirty="0">
                <a:solidFill>
                  <a:schemeClr val="tx2"/>
                </a:solidFill>
              </a:rPr>
              <a:t>Acteurs</a:t>
            </a:r>
            <a:endParaRPr lang="en-US" sz="1800" dirty="0"/>
          </a:p>
          <a:p>
            <a:pPr marL="285750" indent="-285750">
              <a:buFont typeface="Arial" panose="020B0604020202020204" pitchFamily="34" charset="0"/>
              <a:buChar char="•"/>
            </a:pPr>
            <a:r>
              <a:rPr lang="en-US" sz="1400" dirty="0" err="1">
                <a:solidFill>
                  <a:schemeClr val="tx1"/>
                </a:solidFill>
              </a:rPr>
              <a:t>Visiteur</a:t>
            </a:r>
            <a:endParaRPr lang="en-US" sz="1400" dirty="0">
              <a:solidFill>
                <a:schemeClr val="tx1"/>
              </a:solidFill>
            </a:endParaRPr>
          </a:p>
          <a:p>
            <a:pPr marL="285750" indent="-285750">
              <a:buFont typeface="Arial" panose="020B0604020202020204" pitchFamily="34" charset="0"/>
              <a:buChar char="•"/>
            </a:pPr>
            <a:r>
              <a:rPr lang="en-US" sz="1400" dirty="0"/>
              <a:t>Compte Client (</a:t>
            </a:r>
            <a:r>
              <a:rPr lang="en-US" sz="1400" dirty="0" err="1"/>
              <a:t>Assuré</a:t>
            </a:r>
            <a:r>
              <a:rPr lang="en-US" sz="1400" dirty="0"/>
              <a:t>)</a:t>
            </a:r>
          </a:p>
          <a:p>
            <a:pPr marL="285750" indent="-285750">
              <a:buFont typeface="Arial" panose="020B0604020202020204" pitchFamily="34" charset="0"/>
              <a:buChar char="•"/>
            </a:pPr>
            <a:r>
              <a:rPr lang="en-US" sz="1400" dirty="0" err="1"/>
              <a:t>Utilisateur</a:t>
            </a:r>
            <a:r>
              <a:rPr lang="en-US" sz="1400" dirty="0"/>
              <a:t> (Agent </a:t>
            </a:r>
            <a:r>
              <a:rPr lang="en-US" sz="1400" dirty="0" err="1"/>
              <a:t>ou</a:t>
            </a:r>
            <a:r>
              <a:rPr lang="en-US" sz="1400" dirty="0"/>
              <a:t> </a:t>
            </a:r>
            <a:r>
              <a:rPr lang="en-US" sz="1400" dirty="0" err="1"/>
              <a:t>Administrateur</a:t>
            </a:r>
            <a:r>
              <a:rPr lang="en-US" sz="1400" dirty="0"/>
              <a:t>)</a:t>
            </a:r>
            <a:endParaRPr lang="en-US" sz="1800" dirty="0"/>
          </a:p>
        </p:txBody>
      </p:sp>
      <p:sp>
        <p:nvSpPr>
          <p:cNvPr id="6" name="Card Modules"/>
          <p:cNvSpPr/>
          <p:nvPr/>
        </p:nvSpPr>
        <p:spPr>
          <a:xfrm>
            <a:off x="548640" y="11309704"/>
            <a:ext cx="4206240" cy="2011680"/>
          </a:xfrm>
          <a:prstGeom prst="roundRect">
            <a:avLst>
              <a:gd name="adj" fmla="val 5455"/>
            </a:avLst>
          </a:prstGeom>
          <a:solidFill>
            <a:schemeClr val="tx2"/>
          </a:solidFill>
          <a:ln w="12700">
            <a:solidFill>
              <a:schemeClr val="tx2"/>
            </a:solidFill>
            <a:prstDash val="solid"/>
          </a:ln>
        </p:spPr>
      </p:sp>
      <p:sp>
        <p:nvSpPr>
          <p:cNvPr id="7" name="Text 4"/>
          <p:cNvSpPr txBox="1"/>
          <p:nvPr/>
        </p:nvSpPr>
        <p:spPr>
          <a:xfrm>
            <a:off x="822960" y="11446864"/>
            <a:ext cx="3657600" cy="1737360"/>
          </a:xfrm>
          <a:prstGeom prst="rect">
            <a:avLst/>
          </a:prstGeom>
          <a:noFill/>
          <a:ln/>
        </p:spPr>
        <p:txBody>
          <a:bodyPr wrap="square" lIns="0" tIns="0" rIns="0" bIns="0" rtlCol="0" anchor="t"/>
          <a:lstStyle/>
          <a:p>
            <a:pPr marL="0" indent="0">
              <a:buNone/>
            </a:pPr>
            <a:r>
              <a:rPr lang="en-US" sz="1800" b="1" dirty="0">
                <a:solidFill>
                  <a:schemeClr val="bg1"/>
                </a:solidFill>
              </a:rPr>
              <a:t>Cinq modules</a:t>
            </a:r>
            <a:endParaRPr lang="en-US" sz="1800" dirty="0"/>
          </a:p>
          <a:p>
            <a:pPr marL="285750" indent="-285750">
              <a:buFont typeface="Arial" panose="020B0604020202020204" pitchFamily="34" charset="0"/>
              <a:buChar char="•"/>
            </a:pPr>
            <a:r>
              <a:rPr lang="en-US" sz="1400" dirty="0">
                <a:solidFill>
                  <a:schemeClr val="bg1"/>
                </a:solidFill>
              </a:rPr>
              <a:t>Comptes et </a:t>
            </a:r>
            <a:r>
              <a:rPr lang="en-US" sz="1400" dirty="0" err="1">
                <a:solidFill>
                  <a:schemeClr val="bg1"/>
                </a:solidFill>
              </a:rPr>
              <a:t>authentification</a:t>
            </a:r>
            <a:r>
              <a:rPr lang="en-US" sz="1400" dirty="0">
                <a:solidFill>
                  <a:schemeClr val="bg1"/>
                </a:solidFill>
              </a:rPr>
              <a:t>,</a:t>
            </a:r>
          </a:p>
          <a:p>
            <a:pPr marL="285750" indent="-285750">
              <a:buFont typeface="Arial" panose="020B0604020202020204" pitchFamily="34" charset="0"/>
              <a:buChar char="•"/>
            </a:pPr>
            <a:r>
              <a:rPr lang="en-US" sz="1400" dirty="0" err="1">
                <a:solidFill>
                  <a:schemeClr val="bg1"/>
                </a:solidFill>
              </a:rPr>
              <a:t>Contrats</a:t>
            </a:r>
            <a:r>
              <a:rPr lang="en-US" sz="1400" dirty="0">
                <a:solidFill>
                  <a:schemeClr val="bg1"/>
                </a:solidFill>
              </a:rPr>
              <a:t>,</a:t>
            </a:r>
          </a:p>
          <a:p>
            <a:pPr marL="285750" indent="-285750">
              <a:buFont typeface="Arial" panose="020B0604020202020204" pitchFamily="34" charset="0"/>
              <a:buChar char="•"/>
            </a:pPr>
            <a:r>
              <a:rPr lang="en-US" sz="1400" dirty="0" err="1">
                <a:solidFill>
                  <a:schemeClr val="bg1"/>
                </a:solidFill>
              </a:rPr>
              <a:t>Facturation</a:t>
            </a:r>
            <a:r>
              <a:rPr lang="en-US" sz="1400" dirty="0">
                <a:solidFill>
                  <a:schemeClr val="bg1"/>
                </a:solidFill>
              </a:rPr>
              <a:t>, </a:t>
            </a:r>
          </a:p>
          <a:p>
            <a:pPr marL="285750" indent="-285750">
              <a:buFont typeface="Arial" panose="020B0604020202020204" pitchFamily="34" charset="0"/>
              <a:buChar char="•"/>
            </a:pPr>
            <a:r>
              <a:rPr lang="en-US" sz="1400" dirty="0" err="1">
                <a:solidFill>
                  <a:schemeClr val="bg1"/>
                </a:solidFill>
              </a:rPr>
              <a:t>Sinistres</a:t>
            </a:r>
            <a:r>
              <a:rPr lang="en-US" sz="1400" dirty="0">
                <a:solidFill>
                  <a:schemeClr val="bg1"/>
                </a:solidFill>
              </a:rPr>
              <a:t>,</a:t>
            </a:r>
          </a:p>
          <a:p>
            <a:pPr marL="285750" indent="-285750">
              <a:buFont typeface="Arial" panose="020B0604020202020204" pitchFamily="34" charset="0"/>
              <a:buChar char="•"/>
            </a:pPr>
            <a:r>
              <a:rPr lang="en-US" sz="1400" dirty="0">
                <a:solidFill>
                  <a:schemeClr val="bg1"/>
                </a:solidFill>
              </a:rPr>
              <a:t>Backoffice</a:t>
            </a:r>
            <a:endParaRPr lang="en-US" sz="18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1"/>
                </a:solidFill>
              </a:defRPr>
            </a:lvl1pPr>
          </a:lstStyle>
          <a:p>
            <a:pPr algn="r"/>
            <a:r>
              <a:rPr lang="en-US" b="0" dirty="0"/>
              <a:t>14</a:t>
            </a:r>
            <a:endParaRPr lang="en-US" dirty="0"/>
          </a:p>
        </p:txBody>
      </p:sp>
      <p:pic>
        <p:nvPicPr>
          <p:cNvPr id="10" name="Image 9">
            <a:extLst>
              <a:ext uri="{FF2B5EF4-FFF2-40B4-BE49-F238E27FC236}">
                <a16:creationId xmlns:a16="http://schemas.microsoft.com/office/drawing/2014/main" id="{9C73FC6B-6E07-7EE4-7E8F-AD086A959F3D}"/>
              </a:ext>
            </a:extLst>
          </p:cNvPr>
          <p:cNvPicPr>
            <a:picLocks noChangeAspect="1"/>
          </p:cNvPicPr>
          <p:nvPr/>
        </p:nvPicPr>
        <p:blipFill>
          <a:blip r:embed="rId3"/>
          <a:stretch>
            <a:fillRect/>
          </a:stretch>
        </p:blipFill>
        <p:spPr>
          <a:xfrm>
            <a:off x="5029200" y="7871078"/>
            <a:ext cx="6817016" cy="535886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A1695-00A3-6F5A-A265-70167C1FE14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DD78F79-61AB-9996-4D87-28E729C97705}"/>
              </a:ext>
            </a:extLst>
          </p:cNvPr>
          <p:cNvSpPr>
            <a:spLocks noGrp="1"/>
          </p:cNvSpPr>
          <p:nvPr>
            <p:ph type="title" idx="100"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400" b="1" dirty="0">
                <a:solidFill>
                  <a:schemeClr val="tx2"/>
                </a:solidFill>
              </a:rPr>
              <a:t>Diagramme de cas d'utilisation</a:t>
            </a:r>
            <a:endParaRPr lang="en-US" sz="3400" dirty="0"/>
          </a:p>
        </p:txBody>
      </p:sp>
      <p:sp>
        <p:nvSpPr>
          <p:cNvPr id="4" name="Card Acteurs">
            <a:extLst>
              <a:ext uri="{FF2B5EF4-FFF2-40B4-BE49-F238E27FC236}">
                <a16:creationId xmlns:a16="http://schemas.microsoft.com/office/drawing/2014/main" id="{C2809D4A-0B74-9E8B-04C7-7BBC67585FFA}"/>
              </a:ext>
            </a:extLst>
          </p:cNvPr>
          <p:cNvSpPr/>
          <p:nvPr/>
        </p:nvSpPr>
        <p:spPr>
          <a:xfrm>
            <a:off x="548640" y="1645920"/>
            <a:ext cx="4206240" cy="2011680"/>
          </a:xfrm>
          <a:prstGeom prst="roundRect">
            <a:avLst>
              <a:gd name="adj" fmla="val 5455"/>
            </a:avLst>
          </a:prstGeom>
          <a:solidFill>
            <a:schemeClr val="bg2"/>
          </a:solidFill>
          <a:ln w="12700">
            <a:solidFill>
              <a:schemeClr val="bg2"/>
            </a:solidFill>
            <a:prstDash val="solid"/>
          </a:ln>
        </p:spPr>
      </p:sp>
      <p:sp>
        <p:nvSpPr>
          <p:cNvPr id="5" name="Text 2">
            <a:extLst>
              <a:ext uri="{FF2B5EF4-FFF2-40B4-BE49-F238E27FC236}">
                <a16:creationId xmlns:a16="http://schemas.microsoft.com/office/drawing/2014/main" id="{E8B7F572-D96B-9C8B-6E1D-03553F5281BE}"/>
              </a:ext>
            </a:extLst>
          </p:cNvPr>
          <p:cNvSpPr txBox="1"/>
          <p:nvPr/>
        </p:nvSpPr>
        <p:spPr>
          <a:xfrm>
            <a:off x="822960" y="1783080"/>
            <a:ext cx="3657600" cy="1737360"/>
          </a:xfrm>
          <a:prstGeom prst="rect">
            <a:avLst/>
          </a:prstGeom>
          <a:noFill/>
          <a:ln/>
        </p:spPr>
        <p:txBody>
          <a:bodyPr wrap="square" lIns="0" tIns="0" rIns="0" bIns="0" rtlCol="0" anchor="t"/>
          <a:lstStyle/>
          <a:p>
            <a:pPr marL="0" indent="0">
              <a:buNone/>
            </a:pPr>
            <a:r>
              <a:rPr lang="en-US" sz="1800" b="1" dirty="0">
                <a:solidFill>
                  <a:schemeClr val="tx2"/>
                </a:solidFill>
              </a:rPr>
              <a:t>Acteurs</a:t>
            </a:r>
            <a:endParaRPr lang="en-US" sz="1800" dirty="0"/>
          </a:p>
          <a:p>
            <a:pPr marL="285750" indent="-285750">
              <a:buFont typeface="Arial" panose="020B0604020202020204" pitchFamily="34" charset="0"/>
              <a:buChar char="•"/>
            </a:pPr>
            <a:r>
              <a:rPr lang="en-US" sz="1400" dirty="0" err="1">
                <a:solidFill>
                  <a:schemeClr val="tx1"/>
                </a:solidFill>
              </a:rPr>
              <a:t>Visiteur</a:t>
            </a:r>
            <a:endParaRPr lang="en-US" sz="1400" dirty="0">
              <a:solidFill>
                <a:schemeClr val="tx1"/>
              </a:solidFill>
            </a:endParaRPr>
          </a:p>
          <a:p>
            <a:pPr marL="285750" indent="-285750">
              <a:buFont typeface="Arial" panose="020B0604020202020204" pitchFamily="34" charset="0"/>
              <a:buChar char="•"/>
            </a:pPr>
            <a:r>
              <a:rPr lang="en-US" sz="1400" dirty="0"/>
              <a:t>Compte Client (</a:t>
            </a:r>
            <a:r>
              <a:rPr lang="en-US" sz="1400" dirty="0" err="1"/>
              <a:t>Assuré</a:t>
            </a:r>
            <a:r>
              <a:rPr lang="en-US" sz="1400" dirty="0"/>
              <a:t>)</a:t>
            </a:r>
          </a:p>
          <a:p>
            <a:pPr marL="285750" indent="-285750">
              <a:buFont typeface="Arial" panose="020B0604020202020204" pitchFamily="34" charset="0"/>
              <a:buChar char="•"/>
            </a:pPr>
            <a:r>
              <a:rPr lang="en-US" sz="1400" dirty="0" err="1"/>
              <a:t>Utilisateur</a:t>
            </a:r>
            <a:r>
              <a:rPr lang="en-US" sz="1400" dirty="0"/>
              <a:t> (Agent </a:t>
            </a:r>
            <a:r>
              <a:rPr lang="en-US" sz="1400" dirty="0" err="1"/>
              <a:t>ou</a:t>
            </a:r>
            <a:r>
              <a:rPr lang="en-US" sz="1400" dirty="0"/>
              <a:t> </a:t>
            </a:r>
            <a:r>
              <a:rPr lang="en-US" sz="1400" dirty="0" err="1"/>
              <a:t>Administrateur</a:t>
            </a:r>
            <a:r>
              <a:rPr lang="en-US" sz="1400" dirty="0"/>
              <a:t>)</a:t>
            </a:r>
            <a:endParaRPr lang="en-US" sz="1800" dirty="0"/>
          </a:p>
        </p:txBody>
      </p:sp>
      <p:sp>
        <p:nvSpPr>
          <p:cNvPr id="6" name="Card Modules">
            <a:extLst>
              <a:ext uri="{FF2B5EF4-FFF2-40B4-BE49-F238E27FC236}">
                <a16:creationId xmlns:a16="http://schemas.microsoft.com/office/drawing/2014/main" id="{364CE1A9-D68C-60A8-3576-D09A21A08C29}"/>
              </a:ext>
            </a:extLst>
          </p:cNvPr>
          <p:cNvSpPr/>
          <p:nvPr/>
        </p:nvSpPr>
        <p:spPr>
          <a:xfrm>
            <a:off x="548640" y="3840480"/>
            <a:ext cx="4206240" cy="2011680"/>
          </a:xfrm>
          <a:prstGeom prst="roundRect">
            <a:avLst>
              <a:gd name="adj" fmla="val 5455"/>
            </a:avLst>
          </a:prstGeom>
          <a:solidFill>
            <a:schemeClr val="tx2"/>
          </a:solidFill>
          <a:ln w="12700">
            <a:solidFill>
              <a:schemeClr val="tx2"/>
            </a:solidFill>
            <a:prstDash val="solid"/>
          </a:ln>
        </p:spPr>
      </p:sp>
      <p:sp>
        <p:nvSpPr>
          <p:cNvPr id="7" name="Text 4">
            <a:extLst>
              <a:ext uri="{FF2B5EF4-FFF2-40B4-BE49-F238E27FC236}">
                <a16:creationId xmlns:a16="http://schemas.microsoft.com/office/drawing/2014/main" id="{44830EF8-7CA4-09BB-9252-D5B70FD0DEF8}"/>
              </a:ext>
            </a:extLst>
          </p:cNvPr>
          <p:cNvSpPr txBox="1"/>
          <p:nvPr/>
        </p:nvSpPr>
        <p:spPr>
          <a:xfrm>
            <a:off x="822960" y="3977640"/>
            <a:ext cx="3657600" cy="1737360"/>
          </a:xfrm>
          <a:prstGeom prst="rect">
            <a:avLst/>
          </a:prstGeom>
          <a:noFill/>
          <a:ln/>
        </p:spPr>
        <p:txBody>
          <a:bodyPr wrap="square" lIns="0" tIns="0" rIns="0" bIns="0" rtlCol="0" anchor="t"/>
          <a:lstStyle/>
          <a:p>
            <a:pPr marL="0" indent="0">
              <a:buNone/>
            </a:pPr>
            <a:r>
              <a:rPr lang="en-US" sz="1800" b="1" dirty="0">
                <a:solidFill>
                  <a:schemeClr val="bg1"/>
                </a:solidFill>
              </a:rPr>
              <a:t>Cinq modules</a:t>
            </a:r>
            <a:endParaRPr lang="en-US" sz="1800" dirty="0"/>
          </a:p>
          <a:p>
            <a:pPr marL="285750" indent="-285750">
              <a:buFont typeface="Arial" panose="020B0604020202020204" pitchFamily="34" charset="0"/>
              <a:buChar char="•"/>
            </a:pPr>
            <a:r>
              <a:rPr lang="en-US" sz="1400" dirty="0">
                <a:solidFill>
                  <a:schemeClr val="bg1"/>
                </a:solidFill>
              </a:rPr>
              <a:t>Comptes et </a:t>
            </a:r>
            <a:r>
              <a:rPr lang="en-US" sz="1400" dirty="0" err="1">
                <a:solidFill>
                  <a:schemeClr val="bg1"/>
                </a:solidFill>
              </a:rPr>
              <a:t>authentification</a:t>
            </a:r>
            <a:r>
              <a:rPr lang="en-US" sz="1400" dirty="0">
                <a:solidFill>
                  <a:schemeClr val="bg1"/>
                </a:solidFill>
              </a:rPr>
              <a:t>,</a:t>
            </a:r>
          </a:p>
          <a:p>
            <a:pPr marL="285750" indent="-285750">
              <a:buFont typeface="Arial" panose="020B0604020202020204" pitchFamily="34" charset="0"/>
              <a:buChar char="•"/>
            </a:pPr>
            <a:r>
              <a:rPr lang="en-US" sz="1400" dirty="0" err="1">
                <a:solidFill>
                  <a:schemeClr val="bg1"/>
                </a:solidFill>
              </a:rPr>
              <a:t>Contrats</a:t>
            </a:r>
            <a:r>
              <a:rPr lang="en-US" sz="1400" dirty="0">
                <a:solidFill>
                  <a:schemeClr val="bg1"/>
                </a:solidFill>
              </a:rPr>
              <a:t>,</a:t>
            </a:r>
          </a:p>
          <a:p>
            <a:pPr marL="285750" indent="-285750">
              <a:buFont typeface="Arial" panose="020B0604020202020204" pitchFamily="34" charset="0"/>
              <a:buChar char="•"/>
            </a:pPr>
            <a:r>
              <a:rPr lang="en-US" sz="1400" dirty="0" err="1">
                <a:solidFill>
                  <a:schemeClr val="bg1"/>
                </a:solidFill>
              </a:rPr>
              <a:t>Facturation</a:t>
            </a:r>
            <a:r>
              <a:rPr lang="en-US" sz="1400" dirty="0">
                <a:solidFill>
                  <a:schemeClr val="bg1"/>
                </a:solidFill>
              </a:rPr>
              <a:t>, </a:t>
            </a:r>
          </a:p>
          <a:p>
            <a:pPr marL="285750" indent="-285750">
              <a:buFont typeface="Arial" panose="020B0604020202020204" pitchFamily="34" charset="0"/>
              <a:buChar char="•"/>
            </a:pPr>
            <a:r>
              <a:rPr lang="en-US" sz="1400" dirty="0" err="1">
                <a:solidFill>
                  <a:schemeClr val="bg1"/>
                </a:solidFill>
              </a:rPr>
              <a:t>Sinistres</a:t>
            </a:r>
            <a:r>
              <a:rPr lang="en-US" sz="1400" dirty="0">
                <a:solidFill>
                  <a:schemeClr val="bg1"/>
                </a:solidFill>
              </a:rPr>
              <a:t>,</a:t>
            </a:r>
          </a:p>
          <a:p>
            <a:pPr marL="285750" indent="-285750">
              <a:buFont typeface="Arial" panose="020B0604020202020204" pitchFamily="34" charset="0"/>
              <a:buChar char="•"/>
            </a:pPr>
            <a:r>
              <a:rPr lang="en-US" sz="1400" dirty="0">
                <a:solidFill>
                  <a:schemeClr val="bg1"/>
                </a:solidFill>
              </a:rPr>
              <a:t>Backoffice</a:t>
            </a:r>
            <a:endParaRPr lang="en-US" sz="1800" dirty="0"/>
          </a:p>
        </p:txBody>
      </p:sp>
      <p:sp>
        <p:nvSpPr>
          <p:cNvPr id="25" name="Slide Number Placeholder 0">
            <a:extLst>
              <a:ext uri="{FF2B5EF4-FFF2-40B4-BE49-F238E27FC236}">
                <a16:creationId xmlns:a16="http://schemas.microsoft.com/office/drawing/2014/main" id="{E40C5B03-B34D-74E5-5800-2DFB85317E97}"/>
              </a:ext>
            </a:extLst>
          </p:cNvPr>
          <p:cNvSpPr>
            <a:spLocks noGrp="1"/>
          </p:cNvSpPr>
          <p:nvPr>
            <p:ph type="sldNum" sz="quarter" idx="4294967295"/>
          </p:nvPr>
        </p:nvSpPr>
        <p:spPr>
          <a:xfrm>
            <a:off x="1097280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tx1"/>
                </a:solidFill>
              </a:defRPr>
            </a:lvl1pPr>
          </a:lstStyle>
          <a:p>
            <a:pPr algn="r"/>
            <a:r>
              <a:rPr lang="en-US" dirty="0"/>
              <a:t>14</a:t>
            </a:r>
          </a:p>
        </p:txBody>
      </p:sp>
      <p:pic>
        <p:nvPicPr>
          <p:cNvPr id="10" name="Image 9">
            <a:extLst>
              <a:ext uri="{FF2B5EF4-FFF2-40B4-BE49-F238E27FC236}">
                <a16:creationId xmlns:a16="http://schemas.microsoft.com/office/drawing/2014/main" id="{2AF8C041-9D47-856E-2331-1AA6D3151AA1}"/>
              </a:ext>
            </a:extLst>
          </p:cNvPr>
          <p:cNvPicPr>
            <a:picLocks noChangeAspect="1"/>
          </p:cNvPicPr>
          <p:nvPr/>
        </p:nvPicPr>
        <p:blipFill>
          <a:blip r:embed="rId3"/>
          <a:stretch>
            <a:fillRect/>
          </a:stretch>
        </p:blipFill>
        <p:spPr>
          <a:xfrm>
            <a:off x="5029200" y="1133374"/>
            <a:ext cx="6817016" cy="5358866"/>
          </a:xfrm>
          <a:prstGeom prst="rect">
            <a:avLst/>
          </a:prstGeom>
        </p:spPr>
      </p:pic>
    </p:spTree>
    <p:extLst>
      <p:ext uri="{BB962C8B-B14F-4D97-AF65-F5344CB8AC3E}">
        <p14:creationId xmlns:p14="http://schemas.microsoft.com/office/powerpoint/2010/main" val="14220051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400" b="1" dirty="0">
                <a:solidFill>
                  <a:schemeClr val="tx2"/>
                </a:solidFill>
              </a:rPr>
              <a:t>Diagrammes de sequence – </a:t>
            </a:r>
            <a:r>
              <a:rPr lang="en-US" sz="3400" b="1" dirty="0" err="1">
                <a:solidFill>
                  <a:schemeClr val="tx2"/>
                </a:solidFill>
              </a:rPr>
              <a:t>Sinistre</a:t>
            </a:r>
            <a:r>
              <a:rPr lang="en-US" sz="3400" b="1" dirty="0">
                <a:solidFill>
                  <a:schemeClr val="tx2"/>
                </a:solidFill>
              </a:rPr>
              <a:t> Phase 1</a:t>
            </a:r>
            <a:endParaRPr lang="en-US" sz="3400" dirty="0"/>
          </a:p>
        </p:txBody>
      </p:sp>
      <p:sp>
        <p:nvSpPr>
          <p:cNvPr id="6" name="Text 3"/>
          <p:cNvSpPr txBox="1"/>
          <p:nvPr/>
        </p:nvSpPr>
        <p:spPr>
          <a:xfrm>
            <a:off x="9124748" y="1645920"/>
            <a:ext cx="2488132" cy="731520"/>
          </a:xfrm>
          <a:prstGeom prst="rect">
            <a:avLst/>
          </a:prstGeom>
          <a:noFill/>
          <a:ln/>
        </p:spPr>
        <p:txBody>
          <a:bodyPr wrap="square" lIns="0" tIns="0" rIns="0" bIns="0" rtlCol="0" anchor="t"/>
          <a:lstStyle/>
          <a:p>
            <a:pPr marL="0" indent="0">
              <a:buNone/>
            </a:pPr>
            <a:r>
              <a:rPr lang="en-US" sz="2000" b="1" dirty="0">
                <a:solidFill>
                  <a:schemeClr val="tx2"/>
                </a:solidFill>
              </a:rPr>
              <a:t>Trois processus, chacun en deux phases</a:t>
            </a:r>
            <a:endParaRPr lang="en-US" sz="2000" dirty="0"/>
          </a:p>
        </p:txBody>
      </p:sp>
      <p:sp>
        <p:nvSpPr>
          <p:cNvPr id="7" name="Card Inscription"/>
          <p:cNvSpPr/>
          <p:nvPr/>
        </p:nvSpPr>
        <p:spPr>
          <a:xfrm>
            <a:off x="9124748" y="2468880"/>
            <a:ext cx="2515563" cy="914400"/>
          </a:xfrm>
          <a:prstGeom prst="roundRect">
            <a:avLst>
              <a:gd name="adj" fmla="val 12000"/>
            </a:avLst>
          </a:prstGeom>
          <a:solidFill>
            <a:schemeClr val="bg2"/>
          </a:solidFill>
          <a:ln w="12700">
            <a:solidFill>
              <a:schemeClr val="bg2"/>
            </a:solidFill>
            <a:prstDash val="solid"/>
          </a:ln>
        </p:spPr>
      </p:sp>
      <p:sp>
        <p:nvSpPr>
          <p:cNvPr id="8" name="Pastille FaPen"/>
          <p:cNvSpPr/>
          <p:nvPr/>
        </p:nvSpPr>
        <p:spPr>
          <a:xfrm>
            <a:off x="9365383" y="2628900"/>
            <a:ext cx="594360" cy="594360"/>
          </a:xfrm>
          <a:prstGeom prst="ellipse">
            <a:avLst/>
          </a:prstGeom>
          <a:solidFill>
            <a:schemeClr val="accent2"/>
          </a:solidFill>
          <a:ln w="12700">
            <a:solidFill>
              <a:schemeClr val="accent2"/>
            </a:solidFill>
            <a:prstDash val="solid"/>
          </a:ln>
        </p:spPr>
      </p:sp>
      <p:pic>
        <p:nvPicPr>
          <p:cNvPr id="9" name="Image 0" descr="FaPen"/>
          <p:cNvPicPr>
            <a:picLocks noChangeAspect="1"/>
          </p:cNvPicPr>
          <p:nvPr/>
        </p:nvPicPr>
        <p:blipFill>
          <a:blip r:embed="rId3"/>
          <a:stretch>
            <a:fillRect/>
          </a:stretch>
        </p:blipFill>
        <p:spPr>
          <a:xfrm>
            <a:off x="9531801" y="2795321"/>
            <a:ext cx="261518" cy="261518"/>
          </a:xfrm>
          <a:prstGeom prst="rect">
            <a:avLst/>
          </a:prstGeom>
        </p:spPr>
      </p:pic>
      <p:sp>
        <p:nvSpPr>
          <p:cNvPr id="10" name="Text 6"/>
          <p:cNvSpPr txBox="1"/>
          <p:nvPr/>
        </p:nvSpPr>
        <p:spPr>
          <a:xfrm>
            <a:off x="10188343" y="2560320"/>
            <a:ext cx="1333099" cy="731520"/>
          </a:xfrm>
          <a:prstGeom prst="rect">
            <a:avLst/>
          </a:prstGeom>
          <a:noFill/>
          <a:ln/>
        </p:spPr>
        <p:txBody>
          <a:bodyPr wrap="square" lIns="0" tIns="0" rIns="0" bIns="0" rtlCol="0" anchor="ctr"/>
          <a:lstStyle/>
          <a:p>
            <a:pPr marL="0" indent="0">
              <a:buNone/>
            </a:pPr>
            <a:r>
              <a:rPr lang="en-US" sz="1800" b="1" dirty="0">
                <a:solidFill>
                  <a:schemeClr val="tx2"/>
                </a:solidFill>
              </a:rPr>
              <a:t>Inscription</a:t>
            </a:r>
            <a:endParaRPr lang="en-US" sz="1800" dirty="0"/>
          </a:p>
          <a:p>
            <a:pPr marL="0" indent="0">
              <a:buNone/>
            </a:pPr>
            <a:endParaRPr lang="en-US" sz="1800" dirty="0"/>
          </a:p>
        </p:txBody>
      </p:sp>
      <p:sp>
        <p:nvSpPr>
          <p:cNvPr id="11" name="Card Souscription"/>
          <p:cNvSpPr/>
          <p:nvPr/>
        </p:nvSpPr>
        <p:spPr>
          <a:xfrm>
            <a:off x="9124748" y="3520440"/>
            <a:ext cx="2515563" cy="914400"/>
          </a:xfrm>
          <a:prstGeom prst="roundRect">
            <a:avLst>
              <a:gd name="adj" fmla="val 12000"/>
            </a:avLst>
          </a:prstGeom>
          <a:solidFill>
            <a:schemeClr val="bg2"/>
          </a:solidFill>
          <a:ln w="12700">
            <a:solidFill>
              <a:schemeClr val="bg2"/>
            </a:solidFill>
            <a:prstDash val="solid"/>
          </a:ln>
        </p:spPr>
      </p:sp>
      <p:sp>
        <p:nvSpPr>
          <p:cNvPr id="12" name="Pastille FaFileSignature"/>
          <p:cNvSpPr/>
          <p:nvPr/>
        </p:nvSpPr>
        <p:spPr>
          <a:xfrm>
            <a:off x="9365383" y="3680460"/>
            <a:ext cx="594360" cy="594360"/>
          </a:xfrm>
          <a:prstGeom prst="ellipse">
            <a:avLst/>
          </a:prstGeom>
          <a:solidFill>
            <a:schemeClr val="accent2"/>
          </a:solidFill>
          <a:ln w="12700">
            <a:solidFill>
              <a:schemeClr val="accent2"/>
            </a:solidFill>
            <a:prstDash val="solid"/>
          </a:ln>
        </p:spPr>
      </p:sp>
      <p:pic>
        <p:nvPicPr>
          <p:cNvPr id="13" name="Image 1" descr="FaFileSignature"/>
          <p:cNvPicPr>
            <a:picLocks noChangeAspect="1"/>
          </p:cNvPicPr>
          <p:nvPr/>
        </p:nvPicPr>
        <p:blipFill>
          <a:blip r:embed="rId4"/>
          <a:stretch>
            <a:fillRect/>
          </a:stretch>
        </p:blipFill>
        <p:spPr>
          <a:xfrm>
            <a:off x="9531801" y="3846881"/>
            <a:ext cx="261518" cy="261518"/>
          </a:xfrm>
          <a:prstGeom prst="rect">
            <a:avLst/>
          </a:prstGeom>
        </p:spPr>
      </p:pic>
      <p:sp>
        <p:nvSpPr>
          <p:cNvPr id="14" name="Text 9"/>
          <p:cNvSpPr txBox="1"/>
          <p:nvPr/>
        </p:nvSpPr>
        <p:spPr>
          <a:xfrm>
            <a:off x="10188343" y="3611880"/>
            <a:ext cx="1333099" cy="731520"/>
          </a:xfrm>
          <a:prstGeom prst="rect">
            <a:avLst/>
          </a:prstGeom>
          <a:noFill/>
          <a:ln/>
        </p:spPr>
        <p:txBody>
          <a:bodyPr wrap="square" lIns="0" tIns="0" rIns="0" bIns="0" rtlCol="0" anchor="ctr"/>
          <a:lstStyle/>
          <a:p>
            <a:pPr marL="0" indent="0">
              <a:buNone/>
            </a:pPr>
            <a:r>
              <a:rPr lang="en-US" sz="1800" b="1" dirty="0">
                <a:solidFill>
                  <a:schemeClr val="tx2"/>
                </a:solidFill>
              </a:rPr>
              <a:t>Souscription</a:t>
            </a:r>
            <a:endParaRPr lang="en-US" sz="1800" dirty="0"/>
          </a:p>
          <a:p>
            <a:pPr marL="0" indent="0">
              <a:buNone/>
            </a:pPr>
            <a:endParaRPr lang="en-US" sz="1800" dirty="0"/>
          </a:p>
        </p:txBody>
      </p:sp>
      <p:sp>
        <p:nvSpPr>
          <p:cNvPr id="15" name="Card Sinistre"/>
          <p:cNvSpPr/>
          <p:nvPr/>
        </p:nvSpPr>
        <p:spPr>
          <a:xfrm>
            <a:off x="9124748" y="4572000"/>
            <a:ext cx="2515563" cy="914400"/>
          </a:xfrm>
          <a:prstGeom prst="roundRect">
            <a:avLst>
              <a:gd name="adj" fmla="val 12000"/>
            </a:avLst>
          </a:prstGeom>
          <a:solidFill>
            <a:schemeClr val="bg2"/>
          </a:solidFill>
          <a:ln w="12700">
            <a:solidFill>
              <a:schemeClr val="bg2"/>
            </a:solidFill>
            <a:prstDash val="solid"/>
          </a:ln>
        </p:spPr>
      </p:sp>
      <p:sp>
        <p:nvSpPr>
          <p:cNvPr id="16" name="Pastille FaExclamationTriangle"/>
          <p:cNvSpPr/>
          <p:nvPr/>
        </p:nvSpPr>
        <p:spPr>
          <a:xfrm>
            <a:off x="9346130" y="4732020"/>
            <a:ext cx="594360" cy="594360"/>
          </a:xfrm>
          <a:prstGeom prst="ellipse">
            <a:avLst/>
          </a:prstGeom>
          <a:solidFill>
            <a:schemeClr val="accent2"/>
          </a:solidFill>
          <a:ln w="12700">
            <a:solidFill>
              <a:schemeClr val="accent2"/>
            </a:solidFill>
            <a:prstDash val="solid"/>
          </a:ln>
        </p:spPr>
      </p:sp>
      <p:pic>
        <p:nvPicPr>
          <p:cNvPr id="17" name="Image 2" descr="FaExclamationTriangle"/>
          <p:cNvPicPr>
            <a:picLocks noChangeAspect="1"/>
          </p:cNvPicPr>
          <p:nvPr/>
        </p:nvPicPr>
        <p:blipFill>
          <a:blip r:embed="rId5"/>
          <a:stretch>
            <a:fillRect/>
          </a:stretch>
        </p:blipFill>
        <p:spPr>
          <a:xfrm>
            <a:off x="9531804" y="4898441"/>
            <a:ext cx="261518" cy="261518"/>
          </a:xfrm>
          <a:prstGeom prst="rect">
            <a:avLst/>
          </a:prstGeom>
        </p:spPr>
      </p:pic>
      <p:sp>
        <p:nvSpPr>
          <p:cNvPr id="18" name="Text 12"/>
          <p:cNvSpPr txBox="1"/>
          <p:nvPr/>
        </p:nvSpPr>
        <p:spPr>
          <a:xfrm>
            <a:off x="10188343" y="4663440"/>
            <a:ext cx="1333099" cy="731520"/>
          </a:xfrm>
          <a:prstGeom prst="rect">
            <a:avLst/>
          </a:prstGeom>
          <a:noFill/>
          <a:ln/>
        </p:spPr>
        <p:txBody>
          <a:bodyPr wrap="square" lIns="0" tIns="0" rIns="0" bIns="0" rtlCol="0" anchor="ctr"/>
          <a:lstStyle/>
          <a:p>
            <a:pPr marL="0" indent="0">
              <a:buNone/>
            </a:pPr>
            <a:r>
              <a:rPr lang="en-US" sz="1800" b="1" dirty="0">
                <a:solidFill>
                  <a:schemeClr val="tx2"/>
                </a:solidFill>
              </a:rPr>
              <a:t>Sinistre</a:t>
            </a:r>
            <a:endParaRPr lang="en-US" sz="1800" dirty="0"/>
          </a:p>
          <a:p>
            <a:pPr marL="0" indent="0">
              <a:buNone/>
            </a:pPr>
            <a:endParaRPr lang="en-US" sz="1800" dirty="0"/>
          </a:p>
        </p:txBody>
      </p:sp>
      <p:sp>
        <p:nvSpPr>
          <p:cNvPr id="19" name="Text 13"/>
          <p:cNvSpPr txBox="1"/>
          <p:nvPr/>
        </p:nvSpPr>
        <p:spPr>
          <a:xfrm>
            <a:off x="8992209" y="5829300"/>
            <a:ext cx="2753209" cy="411480"/>
          </a:xfrm>
          <a:prstGeom prst="rect">
            <a:avLst/>
          </a:prstGeom>
          <a:noFill/>
          <a:ln/>
        </p:spPr>
        <p:txBody>
          <a:bodyPr wrap="square" lIns="0" tIns="0" rIns="0" bIns="0" rtlCol="0" anchor="ctr"/>
          <a:lstStyle/>
          <a:p>
            <a:pPr marL="0" indent="0">
              <a:buNone/>
            </a:pPr>
            <a:r>
              <a:rPr lang="en-US" sz="1400" i="1" dirty="0">
                <a:solidFill>
                  <a:schemeClr val="tx1"/>
                </a:solidFill>
              </a:rPr>
              <a:t>Le client initie, l'agent valide ou traite.</a:t>
            </a:r>
            <a:endParaRPr lang="en-US" sz="14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1"/>
                </a:solidFill>
              </a:defRPr>
            </a:lvl1pPr>
          </a:lstStyle>
          <a:p>
            <a:pPr algn="r"/>
            <a:r>
              <a:rPr lang="en-US" b="0" dirty="0"/>
              <a:t>15</a:t>
            </a:r>
            <a:endParaRPr lang="en-US" dirty="0"/>
          </a:p>
        </p:txBody>
      </p:sp>
      <p:pic>
        <p:nvPicPr>
          <p:cNvPr id="22" name="Image 21">
            <a:extLst>
              <a:ext uri="{FF2B5EF4-FFF2-40B4-BE49-F238E27FC236}">
                <a16:creationId xmlns:a16="http://schemas.microsoft.com/office/drawing/2014/main" id="{78BCA699-9638-C2A9-7708-3203C7AB3602}"/>
              </a:ext>
            </a:extLst>
          </p:cNvPr>
          <p:cNvPicPr>
            <a:picLocks noChangeAspect="1"/>
          </p:cNvPicPr>
          <p:nvPr/>
        </p:nvPicPr>
        <p:blipFill>
          <a:blip r:embed="rId6"/>
          <a:stretch>
            <a:fillRect/>
          </a:stretch>
        </p:blipFill>
        <p:spPr>
          <a:xfrm>
            <a:off x="0" y="1280160"/>
            <a:ext cx="8958324" cy="496062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0F4DD-7E23-38B8-3466-BF1DBBEC41C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7E927E9-5A82-C90D-8DBD-86753B0062C7}"/>
              </a:ext>
            </a:extLst>
          </p:cNvPr>
          <p:cNvSpPr>
            <a:spLocks noGrp="1"/>
          </p:cNvSpPr>
          <p:nvPr>
            <p:ph type="title" idx="100"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400" b="1" dirty="0">
                <a:solidFill>
                  <a:schemeClr val="tx2"/>
                </a:solidFill>
              </a:rPr>
              <a:t>Diagrammes de sequence – </a:t>
            </a:r>
            <a:r>
              <a:rPr lang="en-US" sz="3400" b="1" dirty="0" err="1">
                <a:solidFill>
                  <a:schemeClr val="tx2"/>
                </a:solidFill>
              </a:rPr>
              <a:t>Sinistre</a:t>
            </a:r>
            <a:r>
              <a:rPr lang="en-US" sz="3400" b="1" dirty="0">
                <a:solidFill>
                  <a:schemeClr val="tx2"/>
                </a:solidFill>
              </a:rPr>
              <a:t> Phase 2</a:t>
            </a:r>
            <a:endParaRPr lang="en-US" sz="3400" dirty="0"/>
          </a:p>
        </p:txBody>
      </p:sp>
      <p:sp>
        <p:nvSpPr>
          <p:cNvPr id="6" name="Text 3">
            <a:extLst>
              <a:ext uri="{FF2B5EF4-FFF2-40B4-BE49-F238E27FC236}">
                <a16:creationId xmlns:a16="http://schemas.microsoft.com/office/drawing/2014/main" id="{BE44588D-192B-5D69-CE71-8BBC60988EC0}"/>
              </a:ext>
            </a:extLst>
          </p:cNvPr>
          <p:cNvSpPr txBox="1"/>
          <p:nvPr/>
        </p:nvSpPr>
        <p:spPr>
          <a:xfrm>
            <a:off x="9124748" y="1645920"/>
            <a:ext cx="2488132" cy="731520"/>
          </a:xfrm>
          <a:prstGeom prst="rect">
            <a:avLst/>
          </a:prstGeom>
          <a:noFill/>
          <a:ln/>
        </p:spPr>
        <p:txBody>
          <a:bodyPr wrap="square" lIns="0" tIns="0" rIns="0" bIns="0" rtlCol="0" anchor="t"/>
          <a:lstStyle/>
          <a:p>
            <a:pPr marL="0" indent="0">
              <a:buNone/>
            </a:pPr>
            <a:r>
              <a:rPr lang="en-US" sz="2000" b="1" dirty="0">
                <a:solidFill>
                  <a:schemeClr val="tx2"/>
                </a:solidFill>
              </a:rPr>
              <a:t>Trois processus, chacun en deux phases</a:t>
            </a:r>
            <a:endParaRPr lang="en-US" sz="2000" dirty="0"/>
          </a:p>
        </p:txBody>
      </p:sp>
      <p:sp>
        <p:nvSpPr>
          <p:cNvPr id="7" name="Card Inscription">
            <a:extLst>
              <a:ext uri="{FF2B5EF4-FFF2-40B4-BE49-F238E27FC236}">
                <a16:creationId xmlns:a16="http://schemas.microsoft.com/office/drawing/2014/main" id="{A3622F8D-D002-F455-11F2-52ED4D78B6D1}"/>
              </a:ext>
            </a:extLst>
          </p:cNvPr>
          <p:cNvSpPr/>
          <p:nvPr/>
        </p:nvSpPr>
        <p:spPr>
          <a:xfrm>
            <a:off x="9124748" y="2468880"/>
            <a:ext cx="2515563" cy="914400"/>
          </a:xfrm>
          <a:prstGeom prst="roundRect">
            <a:avLst>
              <a:gd name="adj" fmla="val 12000"/>
            </a:avLst>
          </a:prstGeom>
          <a:solidFill>
            <a:schemeClr val="bg2"/>
          </a:solidFill>
          <a:ln w="12700">
            <a:solidFill>
              <a:schemeClr val="bg2"/>
            </a:solidFill>
            <a:prstDash val="solid"/>
          </a:ln>
        </p:spPr>
      </p:sp>
      <p:sp>
        <p:nvSpPr>
          <p:cNvPr id="8" name="Pastille FaPen">
            <a:extLst>
              <a:ext uri="{FF2B5EF4-FFF2-40B4-BE49-F238E27FC236}">
                <a16:creationId xmlns:a16="http://schemas.microsoft.com/office/drawing/2014/main" id="{166DDA14-5381-DBD7-C0F9-C74EAD7992D0}"/>
              </a:ext>
            </a:extLst>
          </p:cNvPr>
          <p:cNvSpPr/>
          <p:nvPr/>
        </p:nvSpPr>
        <p:spPr>
          <a:xfrm>
            <a:off x="9365383" y="2628900"/>
            <a:ext cx="594360" cy="594360"/>
          </a:xfrm>
          <a:prstGeom prst="ellipse">
            <a:avLst/>
          </a:prstGeom>
          <a:solidFill>
            <a:schemeClr val="accent2"/>
          </a:solidFill>
          <a:ln w="12700">
            <a:solidFill>
              <a:schemeClr val="accent2"/>
            </a:solidFill>
            <a:prstDash val="solid"/>
          </a:ln>
        </p:spPr>
      </p:sp>
      <p:pic>
        <p:nvPicPr>
          <p:cNvPr id="9" name="Image 0" descr="FaPen">
            <a:extLst>
              <a:ext uri="{FF2B5EF4-FFF2-40B4-BE49-F238E27FC236}">
                <a16:creationId xmlns:a16="http://schemas.microsoft.com/office/drawing/2014/main" id="{213C11AE-8012-6606-AD35-56E7AA0B7F31}"/>
              </a:ext>
            </a:extLst>
          </p:cNvPr>
          <p:cNvPicPr>
            <a:picLocks noChangeAspect="1"/>
          </p:cNvPicPr>
          <p:nvPr/>
        </p:nvPicPr>
        <p:blipFill>
          <a:blip r:embed="rId3"/>
          <a:stretch>
            <a:fillRect/>
          </a:stretch>
        </p:blipFill>
        <p:spPr>
          <a:xfrm>
            <a:off x="9531801" y="2795321"/>
            <a:ext cx="261518" cy="261518"/>
          </a:xfrm>
          <a:prstGeom prst="rect">
            <a:avLst/>
          </a:prstGeom>
        </p:spPr>
      </p:pic>
      <p:sp>
        <p:nvSpPr>
          <p:cNvPr id="10" name="Text 6">
            <a:extLst>
              <a:ext uri="{FF2B5EF4-FFF2-40B4-BE49-F238E27FC236}">
                <a16:creationId xmlns:a16="http://schemas.microsoft.com/office/drawing/2014/main" id="{BC3ACDC4-DDD6-61D4-85DC-E773406BB56B}"/>
              </a:ext>
            </a:extLst>
          </p:cNvPr>
          <p:cNvSpPr txBox="1"/>
          <p:nvPr/>
        </p:nvSpPr>
        <p:spPr>
          <a:xfrm>
            <a:off x="10188343" y="2560320"/>
            <a:ext cx="1333099" cy="731520"/>
          </a:xfrm>
          <a:prstGeom prst="rect">
            <a:avLst/>
          </a:prstGeom>
          <a:noFill/>
          <a:ln/>
        </p:spPr>
        <p:txBody>
          <a:bodyPr wrap="square" lIns="0" tIns="0" rIns="0" bIns="0" rtlCol="0" anchor="ctr"/>
          <a:lstStyle/>
          <a:p>
            <a:pPr marL="0" indent="0">
              <a:buNone/>
            </a:pPr>
            <a:r>
              <a:rPr lang="en-US" sz="1800" b="1" dirty="0">
                <a:solidFill>
                  <a:schemeClr val="tx2"/>
                </a:solidFill>
              </a:rPr>
              <a:t>Inscription</a:t>
            </a:r>
            <a:endParaRPr lang="en-US" sz="1800" dirty="0"/>
          </a:p>
          <a:p>
            <a:pPr marL="0" indent="0">
              <a:buNone/>
            </a:pPr>
            <a:endParaRPr lang="en-US" sz="1800" dirty="0"/>
          </a:p>
        </p:txBody>
      </p:sp>
      <p:sp>
        <p:nvSpPr>
          <p:cNvPr id="11" name="Card Souscription">
            <a:extLst>
              <a:ext uri="{FF2B5EF4-FFF2-40B4-BE49-F238E27FC236}">
                <a16:creationId xmlns:a16="http://schemas.microsoft.com/office/drawing/2014/main" id="{FAD28582-4FF0-F2FB-8B70-22181BD1AC60}"/>
              </a:ext>
            </a:extLst>
          </p:cNvPr>
          <p:cNvSpPr/>
          <p:nvPr/>
        </p:nvSpPr>
        <p:spPr>
          <a:xfrm>
            <a:off x="9124748" y="3520440"/>
            <a:ext cx="2515563" cy="914400"/>
          </a:xfrm>
          <a:prstGeom prst="roundRect">
            <a:avLst>
              <a:gd name="adj" fmla="val 12000"/>
            </a:avLst>
          </a:prstGeom>
          <a:solidFill>
            <a:schemeClr val="bg2"/>
          </a:solidFill>
          <a:ln w="12700">
            <a:solidFill>
              <a:schemeClr val="bg2"/>
            </a:solidFill>
            <a:prstDash val="solid"/>
          </a:ln>
        </p:spPr>
      </p:sp>
      <p:sp>
        <p:nvSpPr>
          <p:cNvPr id="12" name="Pastille FaFileSignature">
            <a:extLst>
              <a:ext uri="{FF2B5EF4-FFF2-40B4-BE49-F238E27FC236}">
                <a16:creationId xmlns:a16="http://schemas.microsoft.com/office/drawing/2014/main" id="{48227C8F-6DC6-6A63-54EE-77063B8955F4}"/>
              </a:ext>
            </a:extLst>
          </p:cNvPr>
          <p:cNvSpPr/>
          <p:nvPr/>
        </p:nvSpPr>
        <p:spPr>
          <a:xfrm>
            <a:off x="9365383" y="3680460"/>
            <a:ext cx="594360" cy="594360"/>
          </a:xfrm>
          <a:prstGeom prst="ellipse">
            <a:avLst/>
          </a:prstGeom>
          <a:solidFill>
            <a:schemeClr val="accent2"/>
          </a:solidFill>
          <a:ln w="12700">
            <a:solidFill>
              <a:schemeClr val="accent2"/>
            </a:solidFill>
            <a:prstDash val="solid"/>
          </a:ln>
        </p:spPr>
      </p:sp>
      <p:pic>
        <p:nvPicPr>
          <p:cNvPr id="13" name="Image 1" descr="FaFileSignature">
            <a:extLst>
              <a:ext uri="{FF2B5EF4-FFF2-40B4-BE49-F238E27FC236}">
                <a16:creationId xmlns:a16="http://schemas.microsoft.com/office/drawing/2014/main" id="{B865AE5D-E52B-4407-EA4D-73F3EEAD93A8}"/>
              </a:ext>
            </a:extLst>
          </p:cNvPr>
          <p:cNvPicPr>
            <a:picLocks noChangeAspect="1"/>
          </p:cNvPicPr>
          <p:nvPr/>
        </p:nvPicPr>
        <p:blipFill>
          <a:blip r:embed="rId4"/>
          <a:stretch>
            <a:fillRect/>
          </a:stretch>
        </p:blipFill>
        <p:spPr>
          <a:xfrm>
            <a:off x="9531801" y="3846881"/>
            <a:ext cx="261518" cy="261518"/>
          </a:xfrm>
          <a:prstGeom prst="rect">
            <a:avLst/>
          </a:prstGeom>
        </p:spPr>
      </p:pic>
      <p:sp>
        <p:nvSpPr>
          <p:cNvPr id="14" name="Text 9">
            <a:extLst>
              <a:ext uri="{FF2B5EF4-FFF2-40B4-BE49-F238E27FC236}">
                <a16:creationId xmlns:a16="http://schemas.microsoft.com/office/drawing/2014/main" id="{05D06A81-67E9-13A9-38E9-35C868BFB948}"/>
              </a:ext>
            </a:extLst>
          </p:cNvPr>
          <p:cNvSpPr txBox="1"/>
          <p:nvPr/>
        </p:nvSpPr>
        <p:spPr>
          <a:xfrm>
            <a:off x="10188343" y="3611880"/>
            <a:ext cx="1333099" cy="731520"/>
          </a:xfrm>
          <a:prstGeom prst="rect">
            <a:avLst/>
          </a:prstGeom>
          <a:noFill/>
          <a:ln/>
        </p:spPr>
        <p:txBody>
          <a:bodyPr wrap="square" lIns="0" tIns="0" rIns="0" bIns="0" rtlCol="0" anchor="ctr"/>
          <a:lstStyle/>
          <a:p>
            <a:pPr marL="0" indent="0">
              <a:buNone/>
            </a:pPr>
            <a:r>
              <a:rPr lang="en-US" sz="1800" b="1" dirty="0">
                <a:solidFill>
                  <a:schemeClr val="tx2"/>
                </a:solidFill>
              </a:rPr>
              <a:t>Souscription</a:t>
            </a:r>
            <a:endParaRPr lang="en-US" sz="1800" dirty="0"/>
          </a:p>
          <a:p>
            <a:pPr marL="0" indent="0">
              <a:buNone/>
            </a:pPr>
            <a:endParaRPr lang="en-US" sz="1800" dirty="0"/>
          </a:p>
        </p:txBody>
      </p:sp>
      <p:sp>
        <p:nvSpPr>
          <p:cNvPr id="15" name="Card Sinistre">
            <a:extLst>
              <a:ext uri="{FF2B5EF4-FFF2-40B4-BE49-F238E27FC236}">
                <a16:creationId xmlns:a16="http://schemas.microsoft.com/office/drawing/2014/main" id="{F18F6D8C-7887-87A0-3E9D-D9843373D8FB}"/>
              </a:ext>
            </a:extLst>
          </p:cNvPr>
          <p:cNvSpPr/>
          <p:nvPr/>
        </p:nvSpPr>
        <p:spPr>
          <a:xfrm>
            <a:off x="9124748" y="4572000"/>
            <a:ext cx="2515563" cy="914400"/>
          </a:xfrm>
          <a:prstGeom prst="roundRect">
            <a:avLst>
              <a:gd name="adj" fmla="val 12000"/>
            </a:avLst>
          </a:prstGeom>
          <a:solidFill>
            <a:schemeClr val="bg2"/>
          </a:solidFill>
          <a:ln w="12700">
            <a:solidFill>
              <a:schemeClr val="bg2"/>
            </a:solidFill>
            <a:prstDash val="solid"/>
          </a:ln>
        </p:spPr>
      </p:sp>
      <p:sp>
        <p:nvSpPr>
          <p:cNvPr id="16" name="Pastille FaExclamationTriangle">
            <a:extLst>
              <a:ext uri="{FF2B5EF4-FFF2-40B4-BE49-F238E27FC236}">
                <a16:creationId xmlns:a16="http://schemas.microsoft.com/office/drawing/2014/main" id="{C2FDC74A-A859-AA02-FD1E-4680F2190C00}"/>
              </a:ext>
            </a:extLst>
          </p:cNvPr>
          <p:cNvSpPr/>
          <p:nvPr/>
        </p:nvSpPr>
        <p:spPr>
          <a:xfrm>
            <a:off x="9346130" y="4732020"/>
            <a:ext cx="594360" cy="594360"/>
          </a:xfrm>
          <a:prstGeom prst="ellipse">
            <a:avLst/>
          </a:prstGeom>
          <a:solidFill>
            <a:schemeClr val="accent2"/>
          </a:solidFill>
          <a:ln w="12700">
            <a:solidFill>
              <a:schemeClr val="accent2"/>
            </a:solidFill>
            <a:prstDash val="solid"/>
          </a:ln>
        </p:spPr>
      </p:sp>
      <p:pic>
        <p:nvPicPr>
          <p:cNvPr id="17" name="Image 2" descr="FaExclamationTriangle">
            <a:extLst>
              <a:ext uri="{FF2B5EF4-FFF2-40B4-BE49-F238E27FC236}">
                <a16:creationId xmlns:a16="http://schemas.microsoft.com/office/drawing/2014/main" id="{2E1F0921-AB49-83DD-5176-0086F820C9FA}"/>
              </a:ext>
            </a:extLst>
          </p:cNvPr>
          <p:cNvPicPr>
            <a:picLocks noChangeAspect="1"/>
          </p:cNvPicPr>
          <p:nvPr/>
        </p:nvPicPr>
        <p:blipFill>
          <a:blip r:embed="rId5"/>
          <a:stretch>
            <a:fillRect/>
          </a:stretch>
        </p:blipFill>
        <p:spPr>
          <a:xfrm>
            <a:off x="9531804" y="4898441"/>
            <a:ext cx="261518" cy="261518"/>
          </a:xfrm>
          <a:prstGeom prst="rect">
            <a:avLst/>
          </a:prstGeom>
        </p:spPr>
      </p:pic>
      <p:sp>
        <p:nvSpPr>
          <p:cNvPr id="18" name="Text 12">
            <a:extLst>
              <a:ext uri="{FF2B5EF4-FFF2-40B4-BE49-F238E27FC236}">
                <a16:creationId xmlns:a16="http://schemas.microsoft.com/office/drawing/2014/main" id="{B3356A0D-799F-412D-929E-3364DF78E02B}"/>
              </a:ext>
            </a:extLst>
          </p:cNvPr>
          <p:cNvSpPr txBox="1"/>
          <p:nvPr/>
        </p:nvSpPr>
        <p:spPr>
          <a:xfrm>
            <a:off x="10188343" y="4663440"/>
            <a:ext cx="1333099" cy="731520"/>
          </a:xfrm>
          <a:prstGeom prst="rect">
            <a:avLst/>
          </a:prstGeom>
          <a:noFill/>
          <a:ln/>
        </p:spPr>
        <p:txBody>
          <a:bodyPr wrap="square" lIns="0" tIns="0" rIns="0" bIns="0" rtlCol="0" anchor="ctr"/>
          <a:lstStyle/>
          <a:p>
            <a:pPr marL="0" indent="0">
              <a:buNone/>
            </a:pPr>
            <a:r>
              <a:rPr lang="en-US" sz="1800" b="1" dirty="0">
                <a:solidFill>
                  <a:schemeClr val="tx2"/>
                </a:solidFill>
              </a:rPr>
              <a:t>Sinistre</a:t>
            </a:r>
            <a:endParaRPr lang="en-US" sz="1800" dirty="0"/>
          </a:p>
          <a:p>
            <a:pPr marL="0" indent="0">
              <a:buNone/>
            </a:pPr>
            <a:endParaRPr lang="en-US" sz="1800" dirty="0"/>
          </a:p>
        </p:txBody>
      </p:sp>
      <p:sp>
        <p:nvSpPr>
          <p:cNvPr id="19" name="Text 13">
            <a:extLst>
              <a:ext uri="{FF2B5EF4-FFF2-40B4-BE49-F238E27FC236}">
                <a16:creationId xmlns:a16="http://schemas.microsoft.com/office/drawing/2014/main" id="{60BFDBD6-8ED7-D457-7150-C9873E8E4B4A}"/>
              </a:ext>
            </a:extLst>
          </p:cNvPr>
          <p:cNvSpPr txBox="1"/>
          <p:nvPr/>
        </p:nvSpPr>
        <p:spPr>
          <a:xfrm>
            <a:off x="8992209" y="5829300"/>
            <a:ext cx="2753209" cy="411480"/>
          </a:xfrm>
          <a:prstGeom prst="rect">
            <a:avLst/>
          </a:prstGeom>
          <a:noFill/>
          <a:ln/>
        </p:spPr>
        <p:txBody>
          <a:bodyPr wrap="square" lIns="0" tIns="0" rIns="0" bIns="0" rtlCol="0" anchor="ctr"/>
          <a:lstStyle/>
          <a:p>
            <a:pPr marL="0" indent="0">
              <a:buNone/>
            </a:pPr>
            <a:r>
              <a:rPr lang="en-US" sz="1400" i="1" dirty="0">
                <a:solidFill>
                  <a:schemeClr val="tx1"/>
                </a:solidFill>
              </a:rPr>
              <a:t>Le client initie, l'agent valide ou traite.</a:t>
            </a:r>
            <a:endParaRPr lang="en-US" sz="1400" dirty="0"/>
          </a:p>
        </p:txBody>
      </p:sp>
      <p:sp>
        <p:nvSpPr>
          <p:cNvPr id="25" name="Slide Number Placeholder 0">
            <a:extLst>
              <a:ext uri="{FF2B5EF4-FFF2-40B4-BE49-F238E27FC236}">
                <a16:creationId xmlns:a16="http://schemas.microsoft.com/office/drawing/2014/main" id="{C8CA8795-0D30-F9D1-1E75-71A58C2B5F53}"/>
              </a:ext>
            </a:extLst>
          </p:cNvPr>
          <p:cNvSpPr>
            <a:spLocks noGrp="1"/>
          </p:cNvSpPr>
          <p:nvPr>
            <p:ph type="sldNum" sz="quarter" idx="4294967295"/>
          </p:nvPr>
        </p:nvSpPr>
        <p:spPr>
          <a:xfrm>
            <a:off x="1097280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tx1"/>
                </a:solidFill>
              </a:defRPr>
            </a:lvl1pPr>
          </a:lstStyle>
          <a:p>
            <a:pPr algn="r"/>
            <a:r>
              <a:rPr lang="en-US" dirty="0"/>
              <a:t>16</a:t>
            </a:r>
          </a:p>
        </p:txBody>
      </p:sp>
      <p:pic>
        <p:nvPicPr>
          <p:cNvPr id="21" name="Image 20">
            <a:extLst>
              <a:ext uri="{FF2B5EF4-FFF2-40B4-BE49-F238E27FC236}">
                <a16:creationId xmlns:a16="http://schemas.microsoft.com/office/drawing/2014/main" id="{DE20F1EE-0CDB-B10B-BE1B-C8153B63DEDD}"/>
              </a:ext>
            </a:extLst>
          </p:cNvPr>
          <p:cNvPicPr>
            <a:picLocks noChangeAspect="1"/>
          </p:cNvPicPr>
          <p:nvPr/>
        </p:nvPicPr>
        <p:blipFill>
          <a:blip r:embed="rId6"/>
          <a:stretch>
            <a:fillRect/>
          </a:stretch>
        </p:blipFill>
        <p:spPr>
          <a:xfrm>
            <a:off x="290395" y="1462106"/>
            <a:ext cx="8715484" cy="4607501"/>
          </a:xfrm>
          <a:prstGeom prst="rect">
            <a:avLst/>
          </a:prstGeom>
        </p:spPr>
      </p:pic>
    </p:spTree>
    <p:extLst>
      <p:ext uri="{BB962C8B-B14F-4D97-AF65-F5344CB8AC3E}">
        <p14:creationId xmlns:p14="http://schemas.microsoft.com/office/powerpoint/2010/main" val="2758261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400" b="1" dirty="0">
                <a:solidFill>
                  <a:schemeClr val="tx2"/>
                </a:solidFill>
              </a:rPr>
              <a:t>Diagrammes d'activité</a:t>
            </a:r>
            <a:endParaRPr lang="en-US" sz="3400" dirty="0"/>
          </a:p>
        </p:txBody>
      </p:sp>
      <p:sp>
        <p:nvSpPr>
          <p:cNvPr id="4" name="Card Activité"/>
          <p:cNvSpPr/>
          <p:nvPr/>
        </p:nvSpPr>
        <p:spPr>
          <a:xfrm>
            <a:off x="548640" y="1645920"/>
            <a:ext cx="4206240" cy="1511166"/>
          </a:xfrm>
          <a:prstGeom prst="roundRect">
            <a:avLst>
              <a:gd name="adj" fmla="val 2609"/>
            </a:avLst>
          </a:prstGeom>
          <a:solidFill>
            <a:schemeClr val="tx2"/>
          </a:solidFill>
          <a:ln w="12700">
            <a:solidFill>
              <a:schemeClr val="tx2"/>
            </a:solidFill>
            <a:prstDash val="solid"/>
          </a:ln>
          <a:effectLst>
            <a:outerShdw blurRad="50800" dist="38100" dir="2700000" algn="tl" rotWithShape="0">
              <a:prstClr val="black">
                <a:alpha val="40000"/>
              </a:prstClr>
            </a:outerShdw>
          </a:effectLst>
        </p:spPr>
      </p:sp>
      <p:sp>
        <p:nvSpPr>
          <p:cNvPr id="5" name="Text 2"/>
          <p:cNvSpPr txBox="1"/>
          <p:nvPr/>
        </p:nvSpPr>
        <p:spPr>
          <a:xfrm>
            <a:off x="822960" y="2071834"/>
            <a:ext cx="3657600" cy="1193533"/>
          </a:xfrm>
          <a:prstGeom prst="rect">
            <a:avLst/>
          </a:prstGeom>
          <a:noFill/>
          <a:ln/>
        </p:spPr>
        <p:txBody>
          <a:bodyPr wrap="square" lIns="0" tIns="0" rIns="0" bIns="0" rtlCol="0" anchor="t"/>
          <a:lstStyle/>
          <a:p>
            <a:pPr marL="0" indent="0" algn="ctr">
              <a:buNone/>
            </a:pPr>
            <a:r>
              <a:rPr lang="en-US" sz="2000" b="1" dirty="0" err="1">
                <a:solidFill>
                  <a:schemeClr val="bg1"/>
                </a:solidFill>
              </a:rPr>
              <a:t>Diagramme</a:t>
            </a:r>
            <a:r>
              <a:rPr lang="en-US" sz="2000" b="1" dirty="0">
                <a:solidFill>
                  <a:schemeClr val="bg1"/>
                </a:solidFill>
              </a:rPr>
              <a:t> </a:t>
            </a:r>
            <a:r>
              <a:rPr lang="en-US" sz="2000" b="1" dirty="0" err="1">
                <a:solidFill>
                  <a:schemeClr val="bg1"/>
                </a:solidFill>
              </a:rPr>
              <a:t>d’activité</a:t>
            </a:r>
            <a:r>
              <a:rPr lang="en-US" sz="2000" b="1" dirty="0">
                <a:solidFill>
                  <a:schemeClr val="bg1"/>
                </a:solidFill>
              </a:rPr>
              <a:t> – </a:t>
            </a:r>
            <a:r>
              <a:rPr lang="en-US" sz="2000" b="1" dirty="0" err="1">
                <a:solidFill>
                  <a:schemeClr val="bg1"/>
                </a:solidFill>
              </a:rPr>
              <a:t>cas</a:t>
            </a:r>
            <a:r>
              <a:rPr lang="en-US" sz="2000" b="1" dirty="0">
                <a:solidFill>
                  <a:schemeClr val="bg1"/>
                </a:solidFill>
              </a:rPr>
              <a:t> : Inscription</a:t>
            </a:r>
            <a:endParaRPr lang="en-US" sz="20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1"/>
                </a:solidFill>
              </a:defRPr>
            </a:lvl1pPr>
          </a:lstStyle>
          <a:p>
            <a:pPr algn="r"/>
            <a:r>
              <a:rPr lang="en-US" dirty="0"/>
              <a:t>17</a:t>
            </a:r>
            <a:endParaRPr lang="en-US" b="0" dirty="0"/>
          </a:p>
        </p:txBody>
      </p:sp>
      <p:pic>
        <p:nvPicPr>
          <p:cNvPr id="8" name="Image 7">
            <a:extLst>
              <a:ext uri="{FF2B5EF4-FFF2-40B4-BE49-F238E27FC236}">
                <a16:creationId xmlns:a16="http://schemas.microsoft.com/office/drawing/2014/main" id="{B1302854-C8E6-C1F9-C48F-6F697F9257D9}"/>
              </a:ext>
            </a:extLst>
          </p:cNvPr>
          <p:cNvPicPr>
            <a:picLocks noChangeAspect="1"/>
          </p:cNvPicPr>
          <p:nvPr/>
        </p:nvPicPr>
        <p:blipFill>
          <a:blip r:embed="rId3"/>
          <a:stretch>
            <a:fillRect/>
          </a:stretch>
        </p:blipFill>
        <p:spPr>
          <a:xfrm>
            <a:off x="5029200" y="250257"/>
            <a:ext cx="6992754" cy="615054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
            <a:ext cx="11064240" cy="356616"/>
          </a:xfrm>
          <a:prstGeom prst="rect">
            <a:avLst/>
          </a:prstGeom>
          <a:noFill/>
          <a:ln/>
        </p:spPr>
        <p:txBody>
          <a:bodyPr wrap="square" lIns="0" tIns="0" rIns="0" bIns="0" rtlCol="0" anchor="ctr"/>
          <a:lstStyle/>
          <a:p>
            <a:pPr marL="0" indent="0" algn="l">
              <a:buNone/>
            </a:pPr>
            <a:r>
              <a:rPr lang="en-US" sz="3400" b="1" dirty="0">
                <a:solidFill>
                  <a:schemeClr val="tx2"/>
                </a:solidFill>
              </a:rPr>
              <a:t>Diagramme de classes</a:t>
            </a:r>
            <a:endParaRPr lang="en-US" sz="34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1"/>
                </a:solidFill>
              </a:defRPr>
            </a:lvl1pPr>
          </a:lstStyle>
          <a:p>
            <a:pPr algn="r"/>
            <a:r>
              <a:rPr lang="en-US" b="0" dirty="0"/>
              <a:t>18</a:t>
            </a:r>
            <a:endParaRPr lang="en-US" dirty="0"/>
          </a:p>
        </p:txBody>
      </p:sp>
      <p:pic>
        <p:nvPicPr>
          <p:cNvPr id="20" name="Image 19">
            <a:extLst>
              <a:ext uri="{FF2B5EF4-FFF2-40B4-BE49-F238E27FC236}">
                <a16:creationId xmlns:a16="http://schemas.microsoft.com/office/drawing/2014/main" id="{EC21E696-BE67-A604-CBB7-DBD2A7BD6E47}"/>
              </a:ext>
            </a:extLst>
          </p:cNvPr>
          <p:cNvPicPr>
            <a:picLocks noChangeAspect="1"/>
          </p:cNvPicPr>
          <p:nvPr/>
        </p:nvPicPr>
        <p:blipFill>
          <a:blip r:embed="rId3"/>
          <a:stretch>
            <a:fillRect/>
          </a:stretch>
        </p:blipFill>
        <p:spPr>
          <a:xfrm>
            <a:off x="661772" y="539496"/>
            <a:ext cx="10951108" cy="586130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DC58D-1B0F-2431-932F-60D06835473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D526AF0-2026-9255-6CEE-681D71ADF5F6}"/>
              </a:ext>
            </a:extLst>
          </p:cNvPr>
          <p:cNvSpPr>
            <a:spLocks noGrp="1"/>
          </p:cNvSpPr>
          <p:nvPr>
            <p:ph type="title" idx="100" hasCustomPrompt="1"/>
          </p:nvPr>
        </p:nvSpPr>
        <p:spPr>
          <a:xfrm>
            <a:off x="731520" y="2468880"/>
            <a:ext cx="10515600" cy="1097280"/>
          </a:xfrm>
          <a:prstGeom prst="rect">
            <a:avLst/>
          </a:prstGeom>
          <a:noFill/>
          <a:ln/>
        </p:spPr>
        <p:txBody>
          <a:bodyPr wrap="square" lIns="0" tIns="0" rIns="0" bIns="0" rtlCol="0" anchor="ctr"/>
          <a:lstStyle/>
          <a:p>
            <a:pPr marL="0" indent="0" algn="ctr">
              <a:buNone/>
            </a:pPr>
            <a:r>
              <a:rPr lang="en-US" sz="4400" b="1" dirty="0" err="1">
                <a:solidFill>
                  <a:schemeClr val="bg1"/>
                </a:solidFill>
              </a:rPr>
              <a:t>Démonstration</a:t>
            </a:r>
            <a:r>
              <a:rPr lang="en-US" sz="4400" b="1" dirty="0">
                <a:solidFill>
                  <a:schemeClr val="bg1"/>
                </a:solidFill>
              </a:rPr>
              <a:t>…</a:t>
            </a:r>
            <a:endParaRPr lang="en-US" sz="4400" dirty="0"/>
          </a:p>
        </p:txBody>
      </p:sp>
      <p:sp>
        <p:nvSpPr>
          <p:cNvPr id="4" name="Slide Number Placeholder 0">
            <a:extLst>
              <a:ext uri="{FF2B5EF4-FFF2-40B4-BE49-F238E27FC236}">
                <a16:creationId xmlns:a16="http://schemas.microsoft.com/office/drawing/2014/main" id="{A30F465C-E8F1-CE6A-9E38-9D2B5335AD59}"/>
              </a:ext>
            </a:extLst>
          </p:cNvPr>
          <p:cNvSpPr txBox="1">
            <a:spLocks/>
          </p:cNvSpPr>
          <p:nvPr/>
        </p:nvSpPr>
        <p:spPr>
          <a:xfrm>
            <a:off x="10972800" y="6400800"/>
            <a:ext cx="640080" cy="27432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11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chemeClr val="bg1"/>
                </a:solidFill>
              </a:rPr>
              <a:t>20</a:t>
            </a:r>
          </a:p>
        </p:txBody>
      </p:sp>
    </p:spTree>
    <p:extLst>
      <p:ext uri="{BB962C8B-B14F-4D97-AF65-F5344CB8AC3E}">
        <p14:creationId xmlns:p14="http://schemas.microsoft.com/office/powerpoint/2010/main" val="38321824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44862" y="2692806"/>
            <a:ext cx="10515600" cy="1097280"/>
          </a:xfrm>
          <a:prstGeom prst="rect">
            <a:avLst/>
          </a:prstGeom>
          <a:noFill/>
          <a:ln/>
        </p:spPr>
        <p:txBody>
          <a:bodyPr wrap="square" lIns="0" tIns="0" rIns="0" bIns="0" rtlCol="0" anchor="ctr"/>
          <a:lstStyle/>
          <a:p>
            <a:pPr marL="0" indent="0" algn="ctr">
              <a:buNone/>
            </a:pPr>
            <a:r>
              <a:rPr lang="en-US" sz="4400" b="1" dirty="0">
                <a:solidFill>
                  <a:schemeClr val="bg1"/>
                </a:solidFill>
              </a:rPr>
              <a:t>Conclusion</a:t>
            </a:r>
            <a:endParaRPr lang="en-US" sz="4400" dirty="0"/>
          </a:p>
        </p:txBody>
      </p:sp>
      <p:sp>
        <p:nvSpPr>
          <p:cNvPr id="9" name="Card Accès immédiat">
            <a:extLst>
              <a:ext uri="{FF2B5EF4-FFF2-40B4-BE49-F238E27FC236}">
                <a16:creationId xmlns:a16="http://schemas.microsoft.com/office/drawing/2014/main" id="{EC0D67AF-0270-BCBC-7DC2-7CF9ABB62134}"/>
              </a:ext>
            </a:extLst>
          </p:cNvPr>
          <p:cNvSpPr/>
          <p:nvPr/>
        </p:nvSpPr>
        <p:spPr>
          <a:xfrm>
            <a:off x="838199" y="7328902"/>
            <a:ext cx="2905125" cy="4048927"/>
          </a:xfrm>
          <a:prstGeom prst="roundRect">
            <a:avLst>
              <a:gd name="adj" fmla="val 9231"/>
            </a:avLst>
          </a:prstGeom>
          <a:solidFill>
            <a:schemeClr val="bg2"/>
          </a:solidFill>
          <a:ln w="12700">
            <a:solidFill>
              <a:schemeClr val="bg2"/>
            </a:solidFill>
            <a:prstDash val="solid"/>
          </a:ln>
        </p:spPr>
        <p:txBody>
          <a:bodyPr/>
          <a:lstStyle/>
          <a:p>
            <a:endParaRPr lang="LID4096" dirty="0"/>
          </a:p>
        </p:txBody>
      </p:sp>
      <p:sp>
        <p:nvSpPr>
          <p:cNvPr id="11" name="Card Accès immédiat">
            <a:extLst>
              <a:ext uri="{FF2B5EF4-FFF2-40B4-BE49-F238E27FC236}">
                <a16:creationId xmlns:a16="http://schemas.microsoft.com/office/drawing/2014/main" id="{89D26A1A-4D03-9D59-4C24-660948B7C862}"/>
              </a:ext>
            </a:extLst>
          </p:cNvPr>
          <p:cNvSpPr/>
          <p:nvPr/>
        </p:nvSpPr>
        <p:spPr>
          <a:xfrm>
            <a:off x="4650101" y="9624983"/>
            <a:ext cx="2905125" cy="4048927"/>
          </a:xfrm>
          <a:prstGeom prst="roundRect">
            <a:avLst>
              <a:gd name="adj" fmla="val 9231"/>
            </a:avLst>
          </a:prstGeom>
          <a:solidFill>
            <a:schemeClr val="tx1">
              <a:lumMod val="50000"/>
              <a:lumOff val="50000"/>
            </a:schemeClr>
          </a:solidFill>
          <a:ln w="12700">
            <a:solidFill>
              <a:schemeClr val="bg2"/>
            </a:solidFill>
            <a:prstDash val="solid"/>
          </a:ln>
        </p:spPr>
      </p:sp>
      <p:sp>
        <p:nvSpPr>
          <p:cNvPr id="13" name="Card Accès immédiat">
            <a:extLst>
              <a:ext uri="{FF2B5EF4-FFF2-40B4-BE49-F238E27FC236}">
                <a16:creationId xmlns:a16="http://schemas.microsoft.com/office/drawing/2014/main" id="{DDC3A004-910D-53F7-FCEF-CDEFF8619E00}"/>
              </a:ext>
            </a:extLst>
          </p:cNvPr>
          <p:cNvSpPr/>
          <p:nvPr/>
        </p:nvSpPr>
        <p:spPr>
          <a:xfrm>
            <a:off x="8448672" y="11896548"/>
            <a:ext cx="2905125" cy="4048927"/>
          </a:xfrm>
          <a:prstGeom prst="roundRect">
            <a:avLst>
              <a:gd name="adj" fmla="val 9231"/>
            </a:avLst>
          </a:prstGeom>
          <a:solidFill>
            <a:schemeClr val="tx2">
              <a:lumMod val="75000"/>
            </a:schemeClr>
          </a:solidFill>
          <a:ln w="12700">
            <a:solidFill>
              <a:schemeClr val="bg2"/>
            </a:solidFill>
            <a:prstDash val="solid"/>
          </a:ln>
        </p:spPr>
      </p:sp>
      <p:sp>
        <p:nvSpPr>
          <p:cNvPr id="14" name="ZoneTexte 13">
            <a:extLst>
              <a:ext uri="{FF2B5EF4-FFF2-40B4-BE49-F238E27FC236}">
                <a16:creationId xmlns:a16="http://schemas.microsoft.com/office/drawing/2014/main" id="{4520EC81-02CF-4167-F42B-063C4BA33503}"/>
              </a:ext>
            </a:extLst>
          </p:cNvPr>
          <p:cNvSpPr txBox="1"/>
          <p:nvPr/>
        </p:nvSpPr>
        <p:spPr>
          <a:xfrm>
            <a:off x="1247773" y="7702665"/>
            <a:ext cx="2085975" cy="400110"/>
          </a:xfrm>
          <a:prstGeom prst="rect">
            <a:avLst/>
          </a:prstGeom>
          <a:noFill/>
        </p:spPr>
        <p:txBody>
          <a:bodyPr wrap="square" rtlCol="0">
            <a:spAutoFit/>
          </a:bodyPr>
          <a:lstStyle/>
          <a:p>
            <a:pPr algn="ctr"/>
            <a:r>
              <a:rPr lang="fr-FR" sz="2000" b="1" i="1" dirty="0">
                <a:latin typeface="Times New Roman" panose="02020603050405020304" pitchFamily="18" charset="0"/>
                <a:cs typeface="Times New Roman" panose="02020603050405020304" pitchFamily="18" charset="0"/>
              </a:rPr>
              <a:t>Bilan du projet</a:t>
            </a:r>
          </a:p>
        </p:txBody>
      </p:sp>
      <p:sp>
        <p:nvSpPr>
          <p:cNvPr id="16" name="ZoneTexte 15">
            <a:extLst>
              <a:ext uri="{FF2B5EF4-FFF2-40B4-BE49-F238E27FC236}">
                <a16:creationId xmlns:a16="http://schemas.microsoft.com/office/drawing/2014/main" id="{6D12AEAE-1138-C0EE-8F6C-741B00BD7BC7}"/>
              </a:ext>
            </a:extLst>
          </p:cNvPr>
          <p:cNvSpPr txBox="1"/>
          <p:nvPr/>
        </p:nvSpPr>
        <p:spPr>
          <a:xfrm>
            <a:off x="5053010" y="9849219"/>
            <a:ext cx="2085975" cy="707886"/>
          </a:xfrm>
          <a:prstGeom prst="rect">
            <a:avLst/>
          </a:prstGeom>
          <a:noFill/>
        </p:spPr>
        <p:txBody>
          <a:bodyPr wrap="square" rtlCol="0">
            <a:spAutoFit/>
          </a:bodyPr>
          <a:lstStyle/>
          <a:p>
            <a:pPr algn="ctr"/>
            <a:r>
              <a:rPr lang="" sz="2000" b="1" i="1" dirty="0">
                <a:latin typeface="Times New Roman" panose="02020603050405020304" pitchFamily="18" charset="0"/>
                <a:cs typeface="Times New Roman" panose="02020603050405020304" pitchFamily="18" charset="0"/>
              </a:rPr>
              <a:t>Perspectives d'Évolution</a:t>
            </a:r>
            <a:endParaRPr lang="fr-FR" sz="2000" b="1" i="1" dirty="0">
              <a:latin typeface="Times New Roman" panose="02020603050405020304" pitchFamily="18" charset="0"/>
              <a:cs typeface="Times New Roman" panose="02020603050405020304" pitchFamily="18" charset="0"/>
            </a:endParaRPr>
          </a:p>
        </p:txBody>
      </p:sp>
      <p:sp>
        <p:nvSpPr>
          <p:cNvPr id="18" name="ZoneTexte 17">
            <a:extLst>
              <a:ext uri="{FF2B5EF4-FFF2-40B4-BE49-F238E27FC236}">
                <a16:creationId xmlns:a16="http://schemas.microsoft.com/office/drawing/2014/main" id="{2EB8DA42-11FA-3EB0-615A-ED338B1A2027}"/>
              </a:ext>
            </a:extLst>
          </p:cNvPr>
          <p:cNvSpPr txBox="1"/>
          <p:nvPr/>
        </p:nvSpPr>
        <p:spPr>
          <a:xfrm>
            <a:off x="8858252" y="12274673"/>
            <a:ext cx="2085975" cy="400110"/>
          </a:xfrm>
          <a:prstGeom prst="rect">
            <a:avLst/>
          </a:prstGeom>
          <a:noFill/>
        </p:spPr>
        <p:txBody>
          <a:bodyPr wrap="square" rtlCol="0">
            <a:spAutoFit/>
          </a:bodyPr>
          <a:lstStyle/>
          <a:p>
            <a:pPr algn="ctr"/>
            <a:r>
              <a:rPr lang="" sz="2000" b="1" i="1" dirty="0">
                <a:solidFill>
                  <a:schemeClr val="bg1"/>
                </a:solidFill>
                <a:latin typeface="Times New Roman" panose="02020603050405020304" pitchFamily="18" charset="0"/>
                <a:cs typeface="Times New Roman" panose="02020603050405020304" pitchFamily="18" charset="0"/>
              </a:rPr>
              <a:t>Apports du Stage</a:t>
            </a:r>
            <a:endParaRPr lang="fr-FR" sz="2000" b="1" i="1" dirty="0">
              <a:solidFill>
                <a:schemeClr val="bg1"/>
              </a:solidFill>
              <a:latin typeface="Times New Roman" panose="02020603050405020304" pitchFamily="18" charset="0"/>
              <a:cs typeface="Times New Roman" panose="02020603050405020304" pitchFamily="18" charset="0"/>
            </a:endParaRPr>
          </a:p>
        </p:txBody>
      </p:sp>
      <p:sp>
        <p:nvSpPr>
          <p:cNvPr id="20" name="ZoneTexte 19">
            <a:extLst>
              <a:ext uri="{FF2B5EF4-FFF2-40B4-BE49-F238E27FC236}">
                <a16:creationId xmlns:a16="http://schemas.microsoft.com/office/drawing/2014/main" id="{649142CC-ACAE-8ADF-887B-22CDD83FED97}"/>
              </a:ext>
            </a:extLst>
          </p:cNvPr>
          <p:cNvSpPr txBox="1"/>
          <p:nvPr/>
        </p:nvSpPr>
        <p:spPr>
          <a:xfrm>
            <a:off x="1247773" y="8517112"/>
            <a:ext cx="2085975" cy="1938992"/>
          </a:xfrm>
          <a:prstGeom prst="rect">
            <a:avLst/>
          </a:prstGeom>
          <a:noFill/>
        </p:spPr>
        <p:txBody>
          <a:bodyPr wrap="square" rtlCol="0">
            <a:spAutoFit/>
          </a:bodyPr>
          <a:lstStyle/>
          <a:p>
            <a:pPr marL="342900" indent="-342900">
              <a:buFont typeface="Arial" panose="020B0604020202020204" pitchFamily="34" charset="0"/>
              <a:buChar char="•"/>
            </a:pPr>
            <a:r>
              <a:rPr lang="" sz="2000" dirty="0"/>
              <a:t>Objectifs atteints</a:t>
            </a:r>
          </a:p>
          <a:p>
            <a:pPr marL="342900" indent="-342900">
              <a:buFont typeface="Arial" panose="020B0604020202020204" pitchFamily="34" charset="0"/>
              <a:buChar char="•"/>
            </a:pPr>
            <a:r>
              <a:rPr lang="" sz="2000" dirty="0"/>
              <a:t>Modernisation du SI</a:t>
            </a:r>
          </a:p>
          <a:p>
            <a:pPr marL="342900" indent="-342900">
              <a:buFont typeface="Arial" panose="020B0604020202020204" pitchFamily="34" charset="0"/>
              <a:buChar char="•"/>
            </a:pPr>
            <a:r>
              <a:rPr lang="" sz="2000" dirty="0"/>
              <a:t>Fiabilité technique</a:t>
            </a:r>
            <a:endParaRPr lang="fr-FR" sz="2000" dirty="0">
              <a:latin typeface="Times New Roman" panose="02020603050405020304" pitchFamily="18" charset="0"/>
              <a:cs typeface="Times New Roman" panose="02020603050405020304" pitchFamily="18" charset="0"/>
            </a:endParaRPr>
          </a:p>
        </p:txBody>
      </p:sp>
      <p:sp>
        <p:nvSpPr>
          <p:cNvPr id="24" name="ZoneTexte 23">
            <a:extLst>
              <a:ext uri="{FF2B5EF4-FFF2-40B4-BE49-F238E27FC236}">
                <a16:creationId xmlns:a16="http://schemas.microsoft.com/office/drawing/2014/main" id="{C7C3E90A-0E0B-CEA1-42EE-B820DAA32B71}"/>
              </a:ext>
            </a:extLst>
          </p:cNvPr>
          <p:cNvSpPr txBox="1"/>
          <p:nvPr/>
        </p:nvSpPr>
        <p:spPr>
          <a:xfrm>
            <a:off x="5059675" y="10781341"/>
            <a:ext cx="2085975" cy="1938992"/>
          </a:xfrm>
          <a:prstGeom prst="rect">
            <a:avLst/>
          </a:prstGeom>
          <a:noFill/>
        </p:spPr>
        <p:txBody>
          <a:bodyPr wrap="square" rtlCol="0">
            <a:spAutoFit/>
          </a:bodyPr>
          <a:lstStyle/>
          <a:p>
            <a:pPr marL="342900" indent="-342900">
              <a:buFont typeface="Arial" panose="020B0604020202020204" pitchFamily="34" charset="0"/>
              <a:buChar char="•"/>
            </a:pPr>
            <a:r>
              <a:rPr lang="" sz="2000" dirty="0"/>
              <a:t>Mode Déconnecté</a:t>
            </a:r>
          </a:p>
          <a:p>
            <a:pPr marL="342900" indent="-342900">
              <a:buFont typeface="Arial" panose="020B0604020202020204" pitchFamily="34" charset="0"/>
              <a:buChar char="•"/>
            </a:pPr>
            <a:r>
              <a:rPr lang="" sz="2000" dirty="0"/>
              <a:t>Calcul des Taxes</a:t>
            </a:r>
          </a:p>
          <a:p>
            <a:pPr marL="342900" indent="-342900">
              <a:buFont typeface="Arial" panose="020B0604020202020204" pitchFamily="34" charset="0"/>
              <a:buChar char="•"/>
            </a:pPr>
            <a:r>
              <a:rPr lang="" sz="2000" dirty="0"/>
              <a:t>Paiement en ligne</a:t>
            </a:r>
            <a:endParaRPr lang="fr-FR" sz="2000" dirty="0">
              <a:latin typeface="Times New Roman" panose="02020603050405020304" pitchFamily="18" charset="0"/>
              <a:cs typeface="Times New Roman" panose="02020603050405020304" pitchFamily="18" charset="0"/>
            </a:endParaRPr>
          </a:p>
        </p:txBody>
      </p:sp>
      <p:sp>
        <p:nvSpPr>
          <p:cNvPr id="28" name="ZoneTexte 27">
            <a:extLst>
              <a:ext uri="{FF2B5EF4-FFF2-40B4-BE49-F238E27FC236}">
                <a16:creationId xmlns:a16="http://schemas.microsoft.com/office/drawing/2014/main" id="{1FB87487-A15A-6982-9274-91962D3FA9B2}"/>
              </a:ext>
            </a:extLst>
          </p:cNvPr>
          <p:cNvSpPr txBox="1"/>
          <p:nvPr/>
        </p:nvSpPr>
        <p:spPr>
          <a:xfrm>
            <a:off x="8858252" y="13052907"/>
            <a:ext cx="2085975" cy="707886"/>
          </a:xfrm>
          <a:prstGeom prst="rect">
            <a:avLst/>
          </a:prstGeom>
          <a:noFill/>
        </p:spPr>
        <p:txBody>
          <a:bodyPr wrap="square" rtlCol="0">
            <a:spAutoFit/>
          </a:bodyPr>
          <a:lstStyle/>
          <a:p>
            <a:pPr marL="342900" indent="-342900">
              <a:buFont typeface="Arial" panose="020B0604020202020204" pitchFamily="34" charset="0"/>
              <a:buChar char="•"/>
            </a:pPr>
            <a:r>
              <a:rPr lang="" sz="2000" dirty="0">
                <a:solidFill>
                  <a:schemeClr val="bg1"/>
                </a:solidFill>
              </a:rPr>
              <a:t>Professionnels</a:t>
            </a:r>
          </a:p>
          <a:p>
            <a:pPr marL="342900" indent="-342900">
              <a:buFont typeface="Arial" panose="020B0604020202020204" pitchFamily="34" charset="0"/>
              <a:buChar char="•"/>
            </a:pPr>
            <a:r>
              <a:rPr lang="" sz="2000" dirty="0">
                <a:solidFill>
                  <a:schemeClr val="bg1"/>
                </a:solidFill>
              </a:rPr>
              <a:t>Techniques</a:t>
            </a:r>
            <a:endParaRPr lang="fr-FR" sz="2000" dirty="0">
              <a:solidFill>
                <a:schemeClr val="bg1"/>
              </a:solidFill>
              <a:latin typeface="Times New Roman" panose="02020603050405020304" pitchFamily="18" charset="0"/>
              <a:cs typeface="Times New Roman" panose="02020603050405020304" pitchFamily="18" charset="0"/>
            </a:endParaRPr>
          </a:p>
        </p:txBody>
      </p:sp>
      <p:sp>
        <p:nvSpPr>
          <p:cNvPr id="29" name="Slide Number Placeholder 0">
            <a:extLst>
              <a:ext uri="{FF2B5EF4-FFF2-40B4-BE49-F238E27FC236}">
                <a16:creationId xmlns:a16="http://schemas.microsoft.com/office/drawing/2014/main" id="{E506AD2C-16AD-F7A7-3E86-6916C4FA9CA7}"/>
              </a:ext>
            </a:extLst>
          </p:cNvPr>
          <p:cNvSpPr txBox="1">
            <a:spLocks/>
          </p:cNvSpPr>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11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chemeClr val="bg1"/>
                </a:solidFill>
              </a:rPr>
              <a:t>21</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93BC0-D33A-D533-A8AC-AB89713C944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067683D-E215-1688-1E7C-BBA9145CF3B8}"/>
              </a:ext>
            </a:extLst>
          </p:cNvPr>
          <p:cNvSpPr>
            <a:spLocks noGrp="1"/>
          </p:cNvSpPr>
          <p:nvPr>
            <p:ph type="title" idx="100" hasCustomPrompt="1"/>
          </p:nvPr>
        </p:nvSpPr>
        <p:spPr>
          <a:xfrm>
            <a:off x="838200" y="311618"/>
            <a:ext cx="10515600" cy="1097280"/>
          </a:xfrm>
          <a:prstGeom prst="rect">
            <a:avLst/>
          </a:prstGeom>
          <a:noFill/>
          <a:ln/>
        </p:spPr>
        <p:txBody>
          <a:bodyPr wrap="square" lIns="0" tIns="0" rIns="0" bIns="0" rtlCol="0" anchor="ctr"/>
          <a:lstStyle/>
          <a:p>
            <a:pPr marL="0" indent="0" algn="ctr">
              <a:buNone/>
            </a:pPr>
            <a:r>
              <a:rPr lang="en-US" sz="4400" b="1" dirty="0">
                <a:solidFill>
                  <a:schemeClr val="bg1"/>
                </a:solidFill>
              </a:rPr>
              <a:t>Conclusion</a:t>
            </a:r>
            <a:endParaRPr lang="en-US" sz="4400" dirty="0"/>
          </a:p>
        </p:txBody>
      </p:sp>
      <p:sp>
        <p:nvSpPr>
          <p:cNvPr id="9" name="Card Accès immédiat">
            <a:extLst>
              <a:ext uri="{FF2B5EF4-FFF2-40B4-BE49-F238E27FC236}">
                <a16:creationId xmlns:a16="http://schemas.microsoft.com/office/drawing/2014/main" id="{1B55DE4A-7FFB-B352-67B0-3959F6B6C726}"/>
              </a:ext>
            </a:extLst>
          </p:cNvPr>
          <p:cNvSpPr/>
          <p:nvPr/>
        </p:nvSpPr>
        <p:spPr>
          <a:xfrm>
            <a:off x="838199" y="1823235"/>
            <a:ext cx="2905125" cy="4048927"/>
          </a:xfrm>
          <a:prstGeom prst="roundRect">
            <a:avLst>
              <a:gd name="adj" fmla="val 9231"/>
            </a:avLst>
          </a:prstGeom>
          <a:solidFill>
            <a:schemeClr val="bg2"/>
          </a:solidFill>
          <a:ln w="12700">
            <a:solidFill>
              <a:schemeClr val="bg2"/>
            </a:solidFill>
            <a:prstDash val="solid"/>
          </a:ln>
        </p:spPr>
        <p:txBody>
          <a:bodyPr/>
          <a:lstStyle/>
          <a:p>
            <a:endParaRPr lang="LID4096" dirty="0"/>
          </a:p>
        </p:txBody>
      </p:sp>
      <p:sp>
        <p:nvSpPr>
          <p:cNvPr id="11" name="Card Accès immédiat">
            <a:extLst>
              <a:ext uri="{FF2B5EF4-FFF2-40B4-BE49-F238E27FC236}">
                <a16:creationId xmlns:a16="http://schemas.microsoft.com/office/drawing/2014/main" id="{A9D1379B-AA8D-FA04-F350-584CD3FFF252}"/>
              </a:ext>
            </a:extLst>
          </p:cNvPr>
          <p:cNvSpPr/>
          <p:nvPr/>
        </p:nvSpPr>
        <p:spPr>
          <a:xfrm>
            <a:off x="4643436" y="1818874"/>
            <a:ext cx="2905125" cy="4048927"/>
          </a:xfrm>
          <a:prstGeom prst="roundRect">
            <a:avLst>
              <a:gd name="adj" fmla="val 9231"/>
            </a:avLst>
          </a:prstGeom>
          <a:solidFill>
            <a:schemeClr val="tx1">
              <a:lumMod val="50000"/>
              <a:lumOff val="50000"/>
            </a:schemeClr>
          </a:solidFill>
          <a:ln w="12700">
            <a:solidFill>
              <a:schemeClr val="bg2"/>
            </a:solidFill>
            <a:prstDash val="solid"/>
          </a:ln>
        </p:spPr>
      </p:sp>
      <p:sp>
        <p:nvSpPr>
          <p:cNvPr id="13" name="Card Accès immédiat">
            <a:extLst>
              <a:ext uri="{FF2B5EF4-FFF2-40B4-BE49-F238E27FC236}">
                <a16:creationId xmlns:a16="http://schemas.microsoft.com/office/drawing/2014/main" id="{2FA924A8-8723-C9CE-4760-93407E7D0CEC}"/>
              </a:ext>
            </a:extLst>
          </p:cNvPr>
          <p:cNvSpPr/>
          <p:nvPr/>
        </p:nvSpPr>
        <p:spPr>
          <a:xfrm>
            <a:off x="8448672" y="1818873"/>
            <a:ext cx="2905125" cy="4048927"/>
          </a:xfrm>
          <a:prstGeom prst="roundRect">
            <a:avLst>
              <a:gd name="adj" fmla="val 9231"/>
            </a:avLst>
          </a:prstGeom>
          <a:solidFill>
            <a:schemeClr val="tx2">
              <a:lumMod val="75000"/>
            </a:schemeClr>
          </a:solidFill>
          <a:ln w="12700">
            <a:solidFill>
              <a:schemeClr val="bg2"/>
            </a:solidFill>
            <a:prstDash val="solid"/>
          </a:ln>
        </p:spPr>
      </p:sp>
      <p:sp>
        <p:nvSpPr>
          <p:cNvPr id="14" name="ZoneTexte 13">
            <a:extLst>
              <a:ext uri="{FF2B5EF4-FFF2-40B4-BE49-F238E27FC236}">
                <a16:creationId xmlns:a16="http://schemas.microsoft.com/office/drawing/2014/main" id="{91A1560C-507A-F71D-0558-C702F896B794}"/>
              </a:ext>
            </a:extLst>
          </p:cNvPr>
          <p:cNvSpPr txBox="1"/>
          <p:nvPr/>
        </p:nvSpPr>
        <p:spPr>
          <a:xfrm>
            <a:off x="1247773" y="2196998"/>
            <a:ext cx="2085975" cy="400110"/>
          </a:xfrm>
          <a:prstGeom prst="rect">
            <a:avLst/>
          </a:prstGeom>
          <a:noFill/>
        </p:spPr>
        <p:txBody>
          <a:bodyPr wrap="square" rtlCol="0">
            <a:spAutoFit/>
          </a:bodyPr>
          <a:lstStyle/>
          <a:p>
            <a:pPr algn="ctr"/>
            <a:r>
              <a:rPr lang="fr-FR" sz="2000" b="1" i="1" dirty="0">
                <a:latin typeface="Times New Roman" panose="02020603050405020304" pitchFamily="18" charset="0"/>
                <a:cs typeface="Times New Roman" panose="02020603050405020304" pitchFamily="18" charset="0"/>
              </a:rPr>
              <a:t>Bilan du projet</a:t>
            </a:r>
          </a:p>
        </p:txBody>
      </p:sp>
      <p:sp>
        <p:nvSpPr>
          <p:cNvPr id="16" name="ZoneTexte 15">
            <a:extLst>
              <a:ext uri="{FF2B5EF4-FFF2-40B4-BE49-F238E27FC236}">
                <a16:creationId xmlns:a16="http://schemas.microsoft.com/office/drawing/2014/main" id="{EEFF32B4-94FD-0C37-D4C1-FB564393EABA}"/>
              </a:ext>
            </a:extLst>
          </p:cNvPr>
          <p:cNvSpPr txBox="1"/>
          <p:nvPr/>
        </p:nvSpPr>
        <p:spPr>
          <a:xfrm>
            <a:off x="5053010" y="2043110"/>
            <a:ext cx="2085975" cy="707886"/>
          </a:xfrm>
          <a:prstGeom prst="rect">
            <a:avLst/>
          </a:prstGeom>
          <a:noFill/>
        </p:spPr>
        <p:txBody>
          <a:bodyPr wrap="square" rtlCol="0">
            <a:spAutoFit/>
          </a:bodyPr>
          <a:lstStyle/>
          <a:p>
            <a:pPr algn="ctr"/>
            <a:r>
              <a:rPr lang="" sz="2000" b="1" i="1" dirty="0">
                <a:latin typeface="Times New Roman" panose="02020603050405020304" pitchFamily="18" charset="0"/>
                <a:cs typeface="Times New Roman" panose="02020603050405020304" pitchFamily="18" charset="0"/>
              </a:rPr>
              <a:t>Perspectives d'Évolution</a:t>
            </a:r>
            <a:endParaRPr lang="fr-FR" sz="2000" b="1" i="1" dirty="0">
              <a:latin typeface="Times New Roman" panose="02020603050405020304" pitchFamily="18" charset="0"/>
              <a:cs typeface="Times New Roman" panose="02020603050405020304" pitchFamily="18" charset="0"/>
            </a:endParaRPr>
          </a:p>
        </p:txBody>
      </p:sp>
      <p:sp>
        <p:nvSpPr>
          <p:cNvPr id="18" name="ZoneTexte 17">
            <a:extLst>
              <a:ext uri="{FF2B5EF4-FFF2-40B4-BE49-F238E27FC236}">
                <a16:creationId xmlns:a16="http://schemas.microsoft.com/office/drawing/2014/main" id="{24936CCF-24AF-0BB2-CF42-69AB8913E0C8}"/>
              </a:ext>
            </a:extLst>
          </p:cNvPr>
          <p:cNvSpPr txBox="1"/>
          <p:nvPr/>
        </p:nvSpPr>
        <p:spPr>
          <a:xfrm>
            <a:off x="8858252" y="2196998"/>
            <a:ext cx="2085975" cy="400110"/>
          </a:xfrm>
          <a:prstGeom prst="rect">
            <a:avLst/>
          </a:prstGeom>
          <a:noFill/>
        </p:spPr>
        <p:txBody>
          <a:bodyPr wrap="square" rtlCol="0">
            <a:spAutoFit/>
          </a:bodyPr>
          <a:lstStyle/>
          <a:p>
            <a:pPr algn="ctr"/>
            <a:r>
              <a:rPr lang="" sz="2000" b="1" i="1" dirty="0">
                <a:solidFill>
                  <a:schemeClr val="bg1"/>
                </a:solidFill>
                <a:latin typeface="Times New Roman" panose="02020603050405020304" pitchFamily="18" charset="0"/>
                <a:cs typeface="Times New Roman" panose="02020603050405020304" pitchFamily="18" charset="0"/>
              </a:rPr>
              <a:t>Apports du Stage</a:t>
            </a:r>
            <a:endParaRPr lang="fr-FR" sz="2000" b="1" i="1" dirty="0">
              <a:solidFill>
                <a:schemeClr val="bg1"/>
              </a:solidFill>
              <a:latin typeface="Times New Roman" panose="02020603050405020304" pitchFamily="18" charset="0"/>
              <a:cs typeface="Times New Roman" panose="02020603050405020304" pitchFamily="18" charset="0"/>
            </a:endParaRPr>
          </a:p>
        </p:txBody>
      </p:sp>
      <p:sp>
        <p:nvSpPr>
          <p:cNvPr id="20" name="ZoneTexte 19">
            <a:extLst>
              <a:ext uri="{FF2B5EF4-FFF2-40B4-BE49-F238E27FC236}">
                <a16:creationId xmlns:a16="http://schemas.microsoft.com/office/drawing/2014/main" id="{DCA58E8A-368B-DF6D-11B0-849B5A9EC637}"/>
              </a:ext>
            </a:extLst>
          </p:cNvPr>
          <p:cNvSpPr txBox="1"/>
          <p:nvPr/>
        </p:nvSpPr>
        <p:spPr>
          <a:xfrm>
            <a:off x="1247773" y="3011445"/>
            <a:ext cx="2085975" cy="1938992"/>
          </a:xfrm>
          <a:prstGeom prst="rect">
            <a:avLst/>
          </a:prstGeom>
          <a:noFill/>
        </p:spPr>
        <p:txBody>
          <a:bodyPr wrap="square" rtlCol="0">
            <a:spAutoFit/>
          </a:bodyPr>
          <a:lstStyle/>
          <a:p>
            <a:pPr marL="342900" indent="-342900">
              <a:buFont typeface="Arial" panose="020B0604020202020204" pitchFamily="34" charset="0"/>
              <a:buChar char="•"/>
            </a:pPr>
            <a:r>
              <a:rPr lang="" sz="2000" dirty="0"/>
              <a:t>Objectifs atteints</a:t>
            </a:r>
          </a:p>
          <a:p>
            <a:pPr marL="342900" indent="-342900">
              <a:buFont typeface="Arial" panose="020B0604020202020204" pitchFamily="34" charset="0"/>
              <a:buChar char="•"/>
            </a:pPr>
            <a:r>
              <a:rPr lang="" sz="2000" dirty="0"/>
              <a:t>Modernisation du SI</a:t>
            </a:r>
          </a:p>
          <a:p>
            <a:pPr marL="342900" indent="-342900">
              <a:buFont typeface="Arial" panose="020B0604020202020204" pitchFamily="34" charset="0"/>
              <a:buChar char="•"/>
            </a:pPr>
            <a:r>
              <a:rPr lang="" sz="2000" dirty="0"/>
              <a:t>Fiabilité technique</a:t>
            </a:r>
            <a:endParaRPr lang="fr-FR" sz="2000" dirty="0">
              <a:latin typeface="Times New Roman" panose="02020603050405020304" pitchFamily="18" charset="0"/>
              <a:cs typeface="Times New Roman" panose="02020603050405020304" pitchFamily="18" charset="0"/>
            </a:endParaRPr>
          </a:p>
        </p:txBody>
      </p:sp>
      <p:sp>
        <p:nvSpPr>
          <p:cNvPr id="24" name="ZoneTexte 23">
            <a:extLst>
              <a:ext uri="{FF2B5EF4-FFF2-40B4-BE49-F238E27FC236}">
                <a16:creationId xmlns:a16="http://schemas.microsoft.com/office/drawing/2014/main" id="{646A0746-D0EC-1637-27A7-7AF7FC6C665E}"/>
              </a:ext>
            </a:extLst>
          </p:cNvPr>
          <p:cNvSpPr txBox="1"/>
          <p:nvPr/>
        </p:nvSpPr>
        <p:spPr>
          <a:xfrm>
            <a:off x="5053010" y="2975232"/>
            <a:ext cx="2085975" cy="1323439"/>
          </a:xfrm>
          <a:prstGeom prst="rect">
            <a:avLst/>
          </a:prstGeom>
          <a:noFill/>
        </p:spPr>
        <p:txBody>
          <a:bodyPr wrap="square" rtlCol="0">
            <a:spAutoFit/>
          </a:bodyPr>
          <a:lstStyle/>
          <a:p>
            <a:pPr marL="342900" indent="-342900">
              <a:buFont typeface="Arial" panose="020B0604020202020204" pitchFamily="34" charset="0"/>
              <a:buChar char="•"/>
            </a:pPr>
            <a:r>
              <a:rPr lang="" sz="2000" dirty="0"/>
              <a:t>Mode Déconnecté</a:t>
            </a:r>
          </a:p>
          <a:p>
            <a:pPr marL="342900" indent="-342900">
              <a:buFont typeface="Arial" panose="020B0604020202020204" pitchFamily="34" charset="0"/>
              <a:buChar char="•"/>
            </a:pPr>
            <a:r>
              <a:rPr lang="" sz="2000" dirty="0"/>
              <a:t>Paiement en ligne</a:t>
            </a:r>
            <a:endParaRPr lang="fr-FR" sz="2000" dirty="0">
              <a:latin typeface="Times New Roman" panose="02020603050405020304" pitchFamily="18" charset="0"/>
              <a:cs typeface="Times New Roman" panose="02020603050405020304" pitchFamily="18" charset="0"/>
            </a:endParaRPr>
          </a:p>
        </p:txBody>
      </p:sp>
      <p:sp>
        <p:nvSpPr>
          <p:cNvPr id="28" name="ZoneTexte 27">
            <a:extLst>
              <a:ext uri="{FF2B5EF4-FFF2-40B4-BE49-F238E27FC236}">
                <a16:creationId xmlns:a16="http://schemas.microsoft.com/office/drawing/2014/main" id="{79B1705A-F32C-320B-EE63-AB526BEA02CA}"/>
              </a:ext>
            </a:extLst>
          </p:cNvPr>
          <p:cNvSpPr txBox="1"/>
          <p:nvPr/>
        </p:nvSpPr>
        <p:spPr>
          <a:xfrm>
            <a:off x="8858252" y="2975232"/>
            <a:ext cx="2085975" cy="707886"/>
          </a:xfrm>
          <a:prstGeom prst="rect">
            <a:avLst/>
          </a:prstGeom>
          <a:noFill/>
        </p:spPr>
        <p:txBody>
          <a:bodyPr wrap="square" rtlCol="0">
            <a:spAutoFit/>
          </a:bodyPr>
          <a:lstStyle/>
          <a:p>
            <a:pPr marL="342900" indent="-342900">
              <a:buFont typeface="Arial" panose="020B0604020202020204" pitchFamily="34" charset="0"/>
              <a:buChar char="•"/>
            </a:pPr>
            <a:r>
              <a:rPr lang="" sz="2000" dirty="0">
                <a:solidFill>
                  <a:schemeClr val="bg1"/>
                </a:solidFill>
              </a:rPr>
              <a:t>Professionnels</a:t>
            </a:r>
          </a:p>
          <a:p>
            <a:pPr marL="342900" indent="-342900">
              <a:buFont typeface="Arial" panose="020B0604020202020204" pitchFamily="34" charset="0"/>
              <a:buChar char="•"/>
            </a:pPr>
            <a:r>
              <a:rPr lang="" sz="2000" dirty="0">
                <a:solidFill>
                  <a:schemeClr val="bg1"/>
                </a:solidFill>
              </a:rPr>
              <a:t>Techniques</a:t>
            </a:r>
            <a:endParaRPr lang="fr-FR" sz="2000" dirty="0">
              <a:solidFill>
                <a:schemeClr val="bg1"/>
              </a:solidFill>
              <a:latin typeface="Times New Roman" panose="02020603050405020304" pitchFamily="18" charset="0"/>
              <a:cs typeface="Times New Roman" panose="02020603050405020304" pitchFamily="18" charset="0"/>
            </a:endParaRPr>
          </a:p>
        </p:txBody>
      </p:sp>
      <p:sp>
        <p:nvSpPr>
          <p:cNvPr id="29" name="Slide Number Placeholder 0">
            <a:extLst>
              <a:ext uri="{FF2B5EF4-FFF2-40B4-BE49-F238E27FC236}">
                <a16:creationId xmlns:a16="http://schemas.microsoft.com/office/drawing/2014/main" id="{AD01EC70-16C0-F08C-CD78-0BF8E52F66D9}"/>
              </a:ext>
            </a:extLst>
          </p:cNvPr>
          <p:cNvSpPr txBox="1">
            <a:spLocks/>
          </p:cNvSpPr>
          <p:nvPr/>
        </p:nvSpPr>
        <p:spPr>
          <a:xfrm>
            <a:off x="10972800" y="6400800"/>
            <a:ext cx="640080" cy="27432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11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chemeClr val="bg1"/>
                </a:solidFill>
              </a:rPr>
              <a:t>21</a:t>
            </a:r>
          </a:p>
        </p:txBody>
      </p:sp>
    </p:spTree>
    <p:extLst>
      <p:ext uri="{BB962C8B-B14F-4D97-AF65-F5344CB8AC3E}">
        <p14:creationId xmlns:p14="http://schemas.microsoft.com/office/powerpoint/2010/main" val="2441421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1000"/>
                                        <p:tgtEl>
                                          <p:spTgt spid="24"/>
                                        </p:tgtEl>
                                      </p:cBhvr>
                                    </p:animEffect>
                                    <p:anim calcmode="lin" valueType="num">
                                      <p:cBhvr>
                                        <p:cTn id="20" dur="1000" fill="hold"/>
                                        <p:tgtEl>
                                          <p:spTgt spid="24"/>
                                        </p:tgtEl>
                                        <p:attrNameLst>
                                          <p:attrName>ppt_x</p:attrName>
                                        </p:attrNameLst>
                                      </p:cBhvr>
                                      <p:tavLst>
                                        <p:tav tm="0">
                                          <p:val>
                                            <p:strVal val="#ppt_x"/>
                                          </p:val>
                                        </p:tav>
                                        <p:tav tm="100000">
                                          <p:val>
                                            <p:strVal val="#ppt_x"/>
                                          </p:val>
                                        </p:tav>
                                      </p:tavLst>
                                    </p:anim>
                                    <p:anim calcmode="lin" valueType="num">
                                      <p:cBhvr>
                                        <p:cTn id="21" dur="1000" fill="hold"/>
                                        <p:tgtEl>
                                          <p:spTgt spid="24"/>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1000"/>
                                        <p:tgtEl>
                                          <p:spTgt spid="16"/>
                                        </p:tgtEl>
                                      </p:cBhvr>
                                    </p:animEffect>
                                    <p:anim calcmode="lin" valueType="num">
                                      <p:cBhvr>
                                        <p:cTn id="25" dur="1000" fill="hold"/>
                                        <p:tgtEl>
                                          <p:spTgt spid="16"/>
                                        </p:tgtEl>
                                        <p:attrNameLst>
                                          <p:attrName>ppt_x</p:attrName>
                                        </p:attrNameLst>
                                      </p:cBhvr>
                                      <p:tavLst>
                                        <p:tav tm="0">
                                          <p:val>
                                            <p:strVal val="#ppt_x"/>
                                          </p:val>
                                        </p:tav>
                                        <p:tav tm="100000">
                                          <p:val>
                                            <p:strVal val="#ppt_x"/>
                                          </p:val>
                                        </p:tav>
                                      </p:tavLst>
                                    </p:anim>
                                    <p:anim calcmode="lin" valueType="num">
                                      <p:cBhvr>
                                        <p:cTn id="2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1000"/>
                                        <p:tgtEl>
                                          <p:spTgt spid="28"/>
                                        </p:tgtEl>
                                      </p:cBhvr>
                                    </p:animEffect>
                                    <p:anim calcmode="lin" valueType="num">
                                      <p:cBhvr>
                                        <p:cTn id="32" dur="1000" fill="hold"/>
                                        <p:tgtEl>
                                          <p:spTgt spid="28"/>
                                        </p:tgtEl>
                                        <p:attrNameLst>
                                          <p:attrName>ppt_x</p:attrName>
                                        </p:attrNameLst>
                                      </p:cBhvr>
                                      <p:tavLst>
                                        <p:tav tm="0">
                                          <p:val>
                                            <p:strVal val="#ppt_x"/>
                                          </p:val>
                                        </p:tav>
                                        <p:tav tm="100000">
                                          <p:val>
                                            <p:strVal val="#ppt_x"/>
                                          </p:val>
                                        </p:tav>
                                      </p:tavLst>
                                    </p:anim>
                                    <p:anim calcmode="lin" valueType="num">
                                      <p:cBhvr>
                                        <p:cTn id="33" dur="1000" fill="hold"/>
                                        <p:tgtEl>
                                          <p:spTgt spid="28"/>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1000"/>
                                        <p:tgtEl>
                                          <p:spTgt spid="18"/>
                                        </p:tgtEl>
                                      </p:cBhvr>
                                    </p:animEffect>
                                    <p:anim calcmode="lin" valueType="num">
                                      <p:cBhvr>
                                        <p:cTn id="37" dur="1000" fill="hold"/>
                                        <p:tgtEl>
                                          <p:spTgt spid="18"/>
                                        </p:tgtEl>
                                        <p:attrNameLst>
                                          <p:attrName>ppt_x</p:attrName>
                                        </p:attrNameLst>
                                      </p:cBhvr>
                                      <p:tavLst>
                                        <p:tav tm="0">
                                          <p:val>
                                            <p:strVal val="#ppt_x"/>
                                          </p:val>
                                        </p:tav>
                                        <p:tav tm="100000">
                                          <p:val>
                                            <p:strVal val="#ppt_x"/>
                                          </p:val>
                                        </p:tav>
                                      </p:tavLst>
                                    </p:anim>
                                    <p:anim calcmode="lin" valueType="num">
                                      <p:cBhvr>
                                        <p:cTn id="38"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8" grpId="0"/>
      <p:bldP spid="20" grpId="0"/>
      <p:bldP spid="24" grpId="0"/>
      <p:bldP spid="2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19406-0F1F-07E1-0EDE-1189C211AC2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68163FD-553E-C7E7-A185-22C1E8D7C367}"/>
              </a:ext>
            </a:extLst>
          </p:cNvPr>
          <p:cNvSpPr>
            <a:spLocks noGrp="1"/>
          </p:cNvSpPr>
          <p:nvPr>
            <p:ph type="title" idx="100" hasCustomPrompt="1"/>
          </p:nvPr>
        </p:nvSpPr>
        <p:spPr>
          <a:xfrm>
            <a:off x="731520" y="2468880"/>
            <a:ext cx="10515600" cy="1097280"/>
          </a:xfrm>
          <a:prstGeom prst="rect">
            <a:avLst/>
          </a:prstGeom>
          <a:noFill/>
          <a:ln/>
        </p:spPr>
        <p:txBody>
          <a:bodyPr wrap="square" lIns="0" tIns="0" rIns="0" bIns="0" rtlCol="0" anchor="ctr"/>
          <a:lstStyle/>
          <a:p>
            <a:pPr marL="0" indent="0" algn="ctr">
              <a:buNone/>
            </a:pPr>
            <a:r>
              <a:rPr lang="en-US" sz="4400" b="1" dirty="0">
                <a:solidFill>
                  <a:schemeClr val="bg1"/>
                </a:solidFill>
              </a:rPr>
              <a:t>Merci de </a:t>
            </a:r>
            <a:r>
              <a:rPr lang="en-US" sz="4400" b="1" dirty="0" err="1">
                <a:solidFill>
                  <a:schemeClr val="bg1"/>
                </a:solidFill>
              </a:rPr>
              <a:t>votre</a:t>
            </a:r>
            <a:r>
              <a:rPr lang="en-US" sz="4400" b="1" dirty="0">
                <a:solidFill>
                  <a:schemeClr val="bg1"/>
                </a:solidFill>
              </a:rPr>
              <a:t> aimable attention</a:t>
            </a:r>
            <a:endParaRPr lang="en-US" sz="4400" dirty="0"/>
          </a:p>
        </p:txBody>
      </p:sp>
      <p:sp>
        <p:nvSpPr>
          <p:cNvPr id="3" name="Text 0">
            <a:extLst>
              <a:ext uri="{FF2B5EF4-FFF2-40B4-BE49-F238E27FC236}">
                <a16:creationId xmlns:a16="http://schemas.microsoft.com/office/drawing/2014/main" id="{CDF5F312-2BAF-0959-FF96-D6EA540F4618}"/>
              </a:ext>
            </a:extLst>
          </p:cNvPr>
          <p:cNvSpPr>
            <a:spLocks noGrp="1"/>
          </p:cNvSpPr>
          <p:nvPr>
            <p:ph type="body" idx="101" hasCustomPrompt="1"/>
          </p:nvPr>
        </p:nvSpPr>
        <p:spPr>
          <a:xfrm>
            <a:off x="731520" y="3657600"/>
            <a:ext cx="10515600" cy="914400"/>
          </a:xfrm>
          <a:prstGeom prst="rect">
            <a:avLst/>
          </a:prstGeom>
          <a:noFill/>
          <a:ln/>
        </p:spPr>
        <p:txBody>
          <a:bodyPr wrap="square" lIns="0" tIns="0" rIns="0" bIns="0" rtlCol="0" anchor="t"/>
          <a:lstStyle/>
          <a:p>
            <a:pPr marL="0" indent="0" algn="ctr">
              <a:buNone/>
            </a:pPr>
            <a:r>
              <a:rPr lang="en-US" sz="2200" dirty="0">
                <a:solidFill>
                  <a:schemeClr val="accent1"/>
                </a:solidFill>
              </a:rPr>
              <a:t>Questions ?</a:t>
            </a:r>
            <a:endParaRPr lang="en-US" sz="2200" dirty="0"/>
          </a:p>
        </p:txBody>
      </p:sp>
      <p:sp>
        <p:nvSpPr>
          <p:cNvPr id="4" name="Slide Number Placeholder 0">
            <a:extLst>
              <a:ext uri="{FF2B5EF4-FFF2-40B4-BE49-F238E27FC236}">
                <a16:creationId xmlns:a16="http://schemas.microsoft.com/office/drawing/2014/main" id="{3FEFDF2F-4C17-2D58-1AC9-8174EFA6B6F6}"/>
              </a:ext>
            </a:extLst>
          </p:cNvPr>
          <p:cNvSpPr txBox="1">
            <a:spLocks/>
          </p:cNvSpPr>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11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chemeClr val="bg1"/>
                </a:solidFill>
              </a:rPr>
              <a:t>22</a:t>
            </a:r>
          </a:p>
        </p:txBody>
      </p:sp>
    </p:spTree>
    <p:extLst>
      <p:ext uri="{BB962C8B-B14F-4D97-AF65-F5344CB8AC3E}">
        <p14:creationId xmlns:p14="http://schemas.microsoft.com/office/powerpoint/2010/main" val="27086417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theme/theme1.xml><?xml version="1.0" encoding="utf-8"?>
<a:theme xmlns:a="http://schemas.openxmlformats.org/drawingml/2006/main" name="AUXIASSUR">
  <a:themeElements>
    <a:clrScheme name="AUXIASSUR">
      <a:dk1>
        <a:srgbClr val="1B2A33"/>
      </a:dk1>
      <a:lt1>
        <a:srgbClr val="FFFFFF"/>
      </a:lt1>
      <a:dk2>
        <a:srgbClr val="0B3C5D"/>
      </a:dk2>
      <a:lt2>
        <a:srgbClr val="EAF1F5"/>
      </a:lt2>
      <a:accent1>
        <a:srgbClr val="F2A541"/>
      </a:accent1>
      <a:accent2>
        <a:srgbClr val="1C7293"/>
      </a:accent2>
      <a:accent3>
        <a:srgbClr val="328CC1"/>
      </a:accent3>
      <a:accent4>
        <a:srgbClr val="6B8E9B"/>
      </a:accent4>
      <a:accent5>
        <a:srgbClr val="2E8B6A"/>
      </a:accent5>
      <a:accent6>
        <a:srgbClr val="B85042"/>
      </a:accent6>
      <a:hlink>
        <a:srgbClr val="1C7293"/>
      </a:hlink>
      <a:folHlink>
        <a:srgbClr val="6B8E9B"/>
      </a:folHlink>
    </a:clrScheme>
    <a:fontScheme name="AUXIASSU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642</TotalTime>
  <Words>3408</Words>
  <Application>Microsoft Office PowerPoint</Application>
  <PresentationFormat>Grand écran</PresentationFormat>
  <Paragraphs>376</Paragraphs>
  <Slides>22</Slides>
  <Notes>22</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22</vt:i4>
      </vt:variant>
    </vt:vector>
  </HeadingPairs>
  <TitlesOfParts>
    <vt:vector size="27" baseType="lpstr">
      <vt:lpstr>Arial</vt:lpstr>
      <vt:lpstr>Calibri</vt:lpstr>
      <vt:lpstr>Cambria</vt:lpstr>
      <vt:lpstr>Times New Roman</vt:lpstr>
      <vt:lpstr>AUXIASSUR</vt:lpstr>
      <vt:lpstr>CONCEPTION ET DEVELOPPEMENT D’UNE APPLICATION DE GESTION D’ASSURANCE AUTOMOBILE cas : AUXIMAD</vt:lpstr>
      <vt:lpstr>Conception et développement d'une application de gestion d'assurance automobile</vt:lpstr>
      <vt:lpstr>Plan de la présentation</vt:lpstr>
      <vt:lpstr>Plan de la présentation</vt:lpstr>
      <vt:lpstr>AUXIMAD et son service AUXIASSUR</vt:lpstr>
      <vt:lpstr>Organigramme générale</vt:lpstr>
      <vt:lpstr>Présentation du Projet : AUXIDRIVE</vt:lpstr>
      <vt:lpstr>Etude de l’éxistant</vt:lpstr>
      <vt:lpstr>Limites du système actuel</vt:lpstr>
      <vt:lpstr>Comparaisons des solutions</vt:lpstr>
      <vt:lpstr>Solution retenue : une application web</vt:lpstr>
      <vt:lpstr>Planning du projet</vt:lpstr>
      <vt:lpstr>Diagramme de cas d'utilisation</vt:lpstr>
      <vt:lpstr>Diagramme de cas d'utilisation</vt:lpstr>
      <vt:lpstr>Diagrammes de sequence – Sinistre Phase 1</vt:lpstr>
      <vt:lpstr>Diagrammes de sequence – Sinistre Phase 2</vt:lpstr>
      <vt:lpstr>Diagrammes d'activité</vt:lpstr>
      <vt:lpstr>Diagramme de classes</vt:lpstr>
      <vt:lpstr>Démonstration…</vt:lpstr>
      <vt:lpstr>Conclusion</vt:lpstr>
      <vt:lpstr>Conclusion</vt:lpstr>
      <vt:lpstr>Merci de votre aimable attention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AUXIASSUR - Soutenance</dc:title>
  <dc:subject>PptxGenJS Presentation</dc:subject>
  <dc:creator>PptxGenJS</dc:creator>
  <cp:lastModifiedBy>Ny Harena Rafalimanana</cp:lastModifiedBy>
  <cp:revision>119</cp:revision>
  <dcterms:created xsi:type="dcterms:W3CDTF">2026-10-07T16:12:22Z</dcterms:created>
  <dcterms:modified xsi:type="dcterms:W3CDTF">2026-10-20T04:09:10Z</dcterms:modified>
</cp:coreProperties>
</file>