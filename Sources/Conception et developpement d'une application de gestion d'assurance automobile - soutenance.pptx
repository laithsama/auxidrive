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75" r:id="rId2"/>
    <p:sldId id="256" r:id="rId3"/>
    <p:sldId id="285" r:id="rId4"/>
    <p:sldId id="277" r:id="rId5"/>
    <p:sldId id="260" r:id="rId6"/>
    <p:sldId id="261" r:id="rId7"/>
    <p:sldId id="278" r:id="rId8"/>
    <p:sldId id="262" r:id="rId9"/>
    <p:sldId id="279" r:id="rId10"/>
    <p:sldId id="263" r:id="rId11"/>
    <p:sldId id="264" r:id="rId12"/>
    <p:sldId id="265" r:id="rId13"/>
    <p:sldId id="266" r:id="rId14"/>
    <p:sldId id="267" r:id="rId15"/>
    <p:sldId id="283" r:id="rId16"/>
    <p:sldId id="268" r:id="rId17"/>
    <p:sldId id="280" r:id="rId18"/>
    <p:sldId id="269" r:id="rId19"/>
    <p:sldId id="270" r:id="rId20"/>
    <p:sldId id="271" r:id="rId21"/>
    <p:sldId id="282" r:id="rId22"/>
    <p:sldId id="273" r:id="rId23"/>
    <p:sldId id="284" r:id="rId24"/>
    <p:sldId id="281"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54EAFBD-2AA4-0039-F513-24C658F86214}">
          <p14:sldIdLst>
            <p14:sldId id="275"/>
            <p14:sldId id="256"/>
            <p14:sldId id="285"/>
            <p14:sldId id="277"/>
          </p14:sldIdLst>
        </p14:section>
        <p14:section name="Partie 1" id="{CEB31817-3673-E779-CBF5-4A727AA8B7F7}">
          <p14:sldIdLst>
            <p14:sldId id="260"/>
            <p14:sldId id="261"/>
            <p14:sldId id="278"/>
            <p14:sldId id="262"/>
            <p14:sldId id="279"/>
            <p14:sldId id="263"/>
            <p14:sldId id="264"/>
            <p14:sldId id="265"/>
          </p14:sldIdLst>
        </p14:section>
        <p14:section name="Partie 2" id="{B1B7BF0A-BC74-CF3C-6884-14064C33E22B}">
          <p14:sldIdLst>
            <p14:sldId id="266"/>
            <p14:sldId id="267"/>
            <p14:sldId id="283"/>
            <p14:sldId id="268"/>
            <p14:sldId id="280"/>
            <p14:sldId id="269"/>
            <p14:sldId id="270"/>
          </p14:sldIdLst>
        </p14:section>
        <p14:section name="Partie 3" id="{A5264773-F993-BF2B-962E-720D8B2BFBFE}">
          <p14:sldIdLst>
            <p14:sldId id="271"/>
            <p14:sldId id="282"/>
            <p14:sldId id="273"/>
            <p14:sldId id="284"/>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Style léger 2 - Accentuation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2" autoAdjust="0"/>
    <p:restoredTop sz="41990" autoAdjust="0"/>
  </p:normalViewPr>
  <p:slideViewPr>
    <p:cSldViewPr snapToGrid="0" snapToObjects="1">
      <p:cViewPr varScale="1">
        <p:scale>
          <a:sx n="70" d="100"/>
          <a:sy n="70" d="100"/>
        </p:scale>
        <p:origin x="512" y="48"/>
      </p:cViewPr>
      <p:guideLst/>
    </p:cSldViewPr>
  </p:slideViewPr>
  <p:outlineViewPr>
    <p:cViewPr>
      <p:scale>
        <a:sx n="33" d="100"/>
        <a:sy n="33" d="100"/>
      </p:scale>
      <p:origin x="0" y="-1168"/>
    </p:cViewPr>
  </p:outlin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2_3">
  <dgm:title val=""/>
  <dgm:desc val=""/>
  <dgm:catLst>
    <dgm:cat type="accent2" pri="11300"/>
  </dgm:catLst>
  <dgm:styleLbl name="node0">
    <dgm:fillClrLst meth="repeat">
      <a:schemeClr val="accent2">
        <a:shade val="80000"/>
      </a:schemeClr>
    </dgm:fillClrLst>
    <dgm:linClrLst meth="repeat">
      <a:schemeClr val="lt1"/>
    </dgm:linClrLst>
    <dgm:effectClrLst/>
    <dgm:txLinClrLst/>
    <dgm:txFillClrLst/>
    <dgm:txEffectClrLst/>
  </dgm:styleLbl>
  <dgm:styleLbl name="node1">
    <dgm:fillClrLst>
      <a:schemeClr val="accent2">
        <a:shade val="80000"/>
      </a:schemeClr>
      <a:schemeClr val="accent2">
        <a:tint val="70000"/>
      </a:schemeClr>
    </dgm:fillClrLst>
    <dgm:linClrLst meth="repeat">
      <a:schemeClr val="lt1"/>
    </dgm:linClrLst>
    <dgm:effectClrLst/>
    <dgm:txLinClrLst/>
    <dgm:txFillClrLst/>
    <dgm:txEffectClrLst/>
  </dgm:styleLbl>
  <dgm:styleLbl name="alignNode1">
    <dgm:fillClrLst>
      <a:schemeClr val="accent2">
        <a:shade val="80000"/>
      </a:schemeClr>
      <a:schemeClr val="accent2">
        <a:tint val="70000"/>
      </a:schemeClr>
    </dgm:fillClrLst>
    <dgm:linClrLst>
      <a:schemeClr val="accent2">
        <a:shade val="80000"/>
      </a:schemeClr>
      <a:schemeClr val="accent2">
        <a:tint val="70000"/>
      </a:schemeClr>
    </dgm:linClrLst>
    <dgm:effectClrLst/>
    <dgm:txLinClrLst/>
    <dgm:txFillClrLst/>
    <dgm:txEffectClrLst/>
  </dgm:styleLbl>
  <dgm:styleLbl name="lnNode1">
    <dgm:fillClrLst>
      <a:schemeClr val="accent2">
        <a:shade val="80000"/>
      </a:schemeClr>
      <a:schemeClr val="accent2">
        <a:tint val="70000"/>
      </a:schemeClr>
    </dgm:fillClrLst>
    <dgm:linClrLst meth="repeat">
      <a:schemeClr val="lt1"/>
    </dgm:linClrLst>
    <dgm:effectClrLst/>
    <dgm:txLinClrLst/>
    <dgm:txFillClrLst/>
    <dgm:txEffectClrLst/>
  </dgm:styleLbl>
  <dgm:styleLbl name="vennNode1">
    <dgm:fillClrLst>
      <a:schemeClr val="accent2">
        <a:shade val="80000"/>
        <a:alpha val="50000"/>
      </a:schemeClr>
      <a:schemeClr val="accent2">
        <a:tint val="70000"/>
        <a:alpha val="50000"/>
      </a:schemeClr>
    </dgm:fillClrLst>
    <dgm:linClrLst meth="repeat">
      <a:schemeClr val="lt1"/>
    </dgm:linClrLst>
    <dgm:effectClrLst/>
    <dgm:txLinClrLst/>
    <dgm:txFillClrLst/>
    <dgm:txEffectClrLst/>
  </dgm:styleLbl>
  <dgm:styleLbl name="node2">
    <dgm:fillClrLst>
      <a:schemeClr val="accent2">
        <a:tint val="99000"/>
      </a:schemeClr>
    </dgm:fillClrLst>
    <dgm:linClrLst meth="repeat">
      <a:schemeClr val="lt1"/>
    </dgm:linClrLst>
    <dgm:effectClrLst/>
    <dgm:txLinClrLst/>
    <dgm:txFillClrLst/>
    <dgm:txEffectClrLst/>
  </dgm:styleLbl>
  <dgm:styleLbl name="node3">
    <dgm:fillClrLst>
      <a:schemeClr val="accent2">
        <a:tint val="80000"/>
      </a:schemeClr>
    </dgm:fillClrLst>
    <dgm:linClrLst meth="repeat">
      <a:schemeClr val="lt1"/>
    </dgm:linClrLst>
    <dgm:effectClrLst/>
    <dgm:txLinClrLst/>
    <dgm:txFillClrLst/>
    <dgm:txEffectClrLst/>
  </dgm:styleLbl>
  <dgm:styleLbl name="node4">
    <dgm:fillClrLst>
      <a:schemeClr val="accent2">
        <a:tint val="70000"/>
      </a:schemeClr>
    </dgm:fillClrLst>
    <dgm:linClrLst meth="repeat">
      <a:schemeClr val="lt1"/>
    </dgm:linClrLst>
    <dgm:effectClrLst/>
    <dgm:txLinClrLst/>
    <dgm:txFillClrLst/>
    <dgm:txEffectClrLst/>
  </dgm:styleLbl>
  <dgm:styleLbl name="fgImgPlace1">
    <dgm:fillClrLst>
      <a:schemeClr val="accent2">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hade val="90000"/>
      </a:schemeClr>
      <a:schemeClr val="accent2">
        <a:tint val="70000"/>
      </a:schemeClr>
    </dgm:fillClrLst>
    <dgm:linClrLst>
      <a:schemeClr val="accent2">
        <a:shade val="90000"/>
      </a:schemeClr>
      <a:schemeClr val="accent2">
        <a:tint val="70000"/>
      </a:schemeClr>
    </dgm:linClrLst>
    <dgm:effectClrLst/>
    <dgm:txLinClrLst/>
    <dgm:txFillClrLst/>
    <dgm:txEffectClrLst/>
  </dgm:styleLbl>
  <dgm:styleLbl name="fgSibTrans2D1">
    <dgm:fillClrLst>
      <a:schemeClr val="accent2">
        <a:shade val="90000"/>
      </a:schemeClr>
      <a:schemeClr val="accent2">
        <a:tint val="70000"/>
      </a:schemeClr>
    </dgm:fillClrLst>
    <dgm:linClrLst>
      <a:schemeClr val="accent2">
        <a:shade val="90000"/>
      </a:schemeClr>
      <a:schemeClr val="accent2">
        <a:tint val="70000"/>
      </a:schemeClr>
    </dgm:linClrLst>
    <dgm:effectClrLst/>
    <dgm:txLinClrLst/>
    <dgm:txFillClrLst meth="repeat">
      <a:schemeClr val="lt1"/>
    </dgm:txFillClrLst>
    <dgm:txEffectClrLst/>
  </dgm:styleLbl>
  <dgm:styleLbl name="bgSibTrans2D1">
    <dgm:fillClrLst>
      <a:schemeClr val="accent2">
        <a:shade val="90000"/>
      </a:schemeClr>
      <a:schemeClr val="accent2">
        <a:tint val="70000"/>
      </a:schemeClr>
    </dgm:fillClrLst>
    <dgm:linClrLst>
      <a:schemeClr val="accent2">
        <a:shade val="90000"/>
      </a:schemeClr>
      <a:schemeClr val="accent2">
        <a:tint val="70000"/>
      </a:schemeClr>
    </dgm:linClrLst>
    <dgm:effectClrLst/>
    <dgm:txLinClrLst/>
    <dgm:txFillClrLst meth="repeat">
      <a:schemeClr val="lt1"/>
    </dgm:txFillClrLst>
    <dgm:txEffectClrLst/>
  </dgm:styleLbl>
  <dgm:styleLbl name="sibTrans1D1">
    <dgm:fillClrLst>
      <a:schemeClr val="accent2">
        <a:shade val="90000"/>
      </a:schemeClr>
      <a:schemeClr val="accent2">
        <a:tint val="70000"/>
      </a:schemeClr>
    </dgm:fillClrLst>
    <dgm:linClrLst>
      <a:schemeClr val="accent2">
        <a:shade val="90000"/>
      </a:schemeClr>
      <a:schemeClr val="accent2">
        <a:tint val="70000"/>
      </a:schemeClr>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accent2">
        <a:shade val="80000"/>
      </a:schemeClr>
    </dgm:fillClrLst>
    <dgm:linClrLst meth="repeat">
      <a:schemeClr val="lt1"/>
    </dgm:linClrLst>
    <dgm:effectClrLst/>
    <dgm:txLinClrLst/>
    <dgm:txFillClrLst/>
    <dgm:txEffectClrLst/>
  </dgm:styleLbl>
  <dgm:styleLbl name="asst1">
    <dgm:fillClrLst meth="repeat">
      <a:schemeClr val="accent2">
        <a:shade val="80000"/>
      </a:schemeClr>
    </dgm:fillClrLst>
    <dgm:linClrLst meth="repeat">
      <a:schemeClr val="lt1"/>
    </dgm:linClrLst>
    <dgm:effectClrLst/>
    <dgm:txLinClrLst/>
    <dgm:txFillClrLst/>
    <dgm:txEffectClrLst/>
  </dgm:styleLbl>
  <dgm:styleLbl name="asst2">
    <dgm:fillClrLst>
      <a:schemeClr val="accent2">
        <a:tint val="99000"/>
      </a:schemeClr>
    </dgm:fillClrLst>
    <dgm:linClrLst meth="repeat">
      <a:schemeClr val="lt1"/>
    </dgm:linClrLst>
    <dgm:effectClrLst/>
    <dgm:txLinClrLst/>
    <dgm:txFillClrLst/>
    <dgm:txEffectClrLst/>
  </dgm:styleLbl>
  <dgm:styleLbl name="asst3">
    <dgm:fillClrLst>
      <a:schemeClr val="accent2">
        <a:tint val="80000"/>
      </a:schemeClr>
    </dgm:fillClrLst>
    <dgm:linClrLst meth="repeat">
      <a:schemeClr val="lt1"/>
    </dgm:linClrLst>
    <dgm:effectClrLst/>
    <dgm:txLinClrLst/>
    <dgm:txFillClrLst/>
    <dgm:txEffectClrLst/>
  </dgm:styleLbl>
  <dgm:styleLbl name="asst4">
    <dgm:fillClrLst>
      <a:schemeClr val="accent2">
        <a:tint val="70000"/>
      </a:schemeClr>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a:tint val="90000"/>
      </a:schemeClr>
    </dgm:fillClrLst>
    <dgm:linClrLst meth="repeat">
      <a:schemeClr val="accent2">
        <a:tint val="90000"/>
      </a:schemeClr>
    </dgm:linClrLst>
    <dgm:effectClrLst/>
    <dgm:txLinClrLst/>
    <dgm:txFillClrLst/>
    <dgm:txEffectClrLst/>
  </dgm:styleLbl>
  <dgm:styleLbl name="parChTrans2D3">
    <dgm:fillClrLst meth="repeat">
      <a:schemeClr val="accent2">
        <a:tint val="70000"/>
      </a:schemeClr>
    </dgm:fillClrLst>
    <dgm:linClrLst meth="repeat">
      <a:schemeClr val="accent2">
        <a:tint val="70000"/>
      </a:schemeClr>
    </dgm:linClrLst>
    <dgm:effectClrLst/>
    <dgm:txLinClrLst/>
    <dgm:txFillClrLst/>
    <dgm:txEffectClrLst/>
  </dgm:styleLbl>
  <dgm:styleLbl name="parChTrans2D4">
    <dgm:fillClrLst meth="repeat">
      <a:schemeClr val="accent2">
        <a:tint val="50000"/>
      </a:schemeClr>
    </dgm:fillClrLst>
    <dgm:linClrLst meth="repeat">
      <a:schemeClr val="accent2">
        <a:tint val="50000"/>
      </a:schemeClr>
    </dgm:linClrLst>
    <dgm:effectClrLst/>
    <dgm:txLinClrLst/>
    <dgm:txFillClrLst meth="repeat">
      <a:schemeClr val="lt1"/>
    </dgm:txFillClrLst>
    <dgm:txEffectClrLst/>
  </dgm:styleLbl>
  <dgm:styleLbl name="parChTrans1D1">
    <dgm:fillClrLst meth="repeat">
      <a:schemeClr val="accent2">
        <a:shade val="80000"/>
      </a:schemeClr>
    </dgm:fillClrLst>
    <dgm:linClrLst meth="repeat">
      <a:schemeClr val="accent2">
        <a:shade val="80000"/>
      </a:schemeClr>
    </dgm:linClrLst>
    <dgm:effectClrLst/>
    <dgm:txLinClrLst/>
    <dgm:txFillClrLst meth="repeat">
      <a:schemeClr val="tx1"/>
    </dgm:txFillClrLst>
    <dgm:txEffectClrLst/>
  </dgm:styleLbl>
  <dgm:styleLbl name="parChTrans1D2">
    <dgm:fillClrLst meth="repeat">
      <a:schemeClr val="accent2">
        <a:tint val="99000"/>
      </a:schemeClr>
    </dgm:fillClrLst>
    <dgm:linClrLst meth="repeat">
      <a:schemeClr val="accent2">
        <a:tint val="99000"/>
      </a:schemeClr>
    </dgm:linClrLst>
    <dgm:effectClrLst/>
    <dgm:txLinClrLst/>
    <dgm:txFillClrLst meth="repeat">
      <a:schemeClr val="tx1"/>
    </dgm:txFillClrLst>
    <dgm:txEffectClrLst/>
  </dgm:styleLbl>
  <dgm:styleLbl name="parChTrans1D3">
    <dgm:fillClrLst meth="repeat">
      <a:schemeClr val="accent2">
        <a:tint val="80000"/>
      </a:schemeClr>
    </dgm:fillClrLst>
    <dgm:linClrLst meth="repeat">
      <a:schemeClr val="accent2">
        <a:tint val="80000"/>
      </a:schemeClr>
    </dgm:linClrLst>
    <dgm:effectClrLst/>
    <dgm:txLinClrLst/>
    <dgm:txFillClrLst meth="repeat">
      <a:schemeClr val="tx1"/>
    </dgm:txFillClrLst>
    <dgm:txEffectClrLst/>
  </dgm:styleLbl>
  <dgm:styleLbl name="parChTrans1D4">
    <dgm:fillClrLst meth="repeat">
      <a:schemeClr val="accent2">
        <a:tint val="70000"/>
      </a:schemeClr>
    </dgm:fillClrLst>
    <dgm:linClrLst meth="repeat">
      <a:schemeClr val="accent2">
        <a:tint val="7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hade val="80000"/>
      </a:schemeClr>
      <a:schemeClr val="accent2">
        <a:tint val="7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hade val="80000"/>
      </a:schemeClr>
      <a:schemeClr val="accent2">
        <a:tint val="7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hade val="80000"/>
      </a:schemeClr>
      <a:schemeClr val="accent2">
        <a:tint val="70000"/>
      </a:schemeClr>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hade val="80000"/>
      </a:schemeClr>
      <a:schemeClr val="accent2">
        <a:tint val="70000"/>
      </a:schemeClr>
    </dgm:linClrLst>
    <dgm:effectClrLst/>
    <dgm:txLinClrLst/>
    <dgm:txFillClrLst meth="repeat">
      <a:schemeClr val="dk1"/>
    </dgm:txFillClrLst>
    <dgm:txEffectClrLst/>
  </dgm:styleLbl>
  <dgm:styleLbl name="solidFgAcc1">
    <dgm:fillClrLst meth="repeat">
      <a:schemeClr val="lt1"/>
    </dgm:fillClrLst>
    <dgm:linClrLst>
      <a:schemeClr val="accent2">
        <a:shade val="80000"/>
      </a:schemeClr>
      <a:schemeClr val="accent2">
        <a:tint val="7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a:tint val="99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a:tint val="8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a:tint val="70000"/>
      </a:schemeClr>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F5C6F14-B3DF-49F9-90FC-DB578FAB1857}" type="doc">
      <dgm:prSet loTypeId="urn:microsoft.com/office/officeart/2005/8/layout/hierarchy1" loCatId="hierarchy" qsTypeId="urn:microsoft.com/office/officeart/2005/8/quickstyle/simple5" qsCatId="simple" csTypeId="urn:microsoft.com/office/officeart/2005/8/colors/accent2_3" csCatId="accent2" phldr="1"/>
      <dgm:spPr/>
      <dgm:t>
        <a:bodyPr/>
        <a:lstStyle/>
        <a:p>
          <a:endParaRPr lang="LID4096"/>
        </a:p>
      </dgm:t>
    </dgm:pt>
    <dgm:pt modelId="{795702DE-9D64-46C7-8358-98BBC9C76AD8}">
      <dgm:prSet phldrT="[Texte]" phldr="0" custT="1"/>
      <dgm:spPr/>
      <dgm:t>
        <a:bodyPr/>
        <a:lstStyle/>
        <a:p>
          <a:r>
            <a:rPr lang="fr-FR" sz="1050" dirty="0">
              <a:latin typeface="Times New Roman" panose="02020603050405020304" pitchFamily="18" charset="0"/>
              <a:cs typeface="Times New Roman" panose="02020603050405020304" pitchFamily="18" charset="0"/>
            </a:rPr>
            <a:t>Directeur Générale</a:t>
          </a:r>
          <a:endParaRPr lang="LID4096" sz="1050" dirty="0">
            <a:latin typeface="Times New Roman" panose="02020603050405020304" pitchFamily="18" charset="0"/>
            <a:cs typeface="Times New Roman" panose="02020603050405020304" pitchFamily="18" charset="0"/>
          </a:endParaRPr>
        </a:p>
      </dgm:t>
    </dgm:pt>
    <dgm:pt modelId="{D6876B59-167A-4F73-8376-E214294C0434}" type="parTrans" cxnId="{C367D506-C0CF-4CC1-89EE-E1CB65950BA6}">
      <dgm:prSet/>
      <dgm:spPr/>
      <dgm:t>
        <a:bodyPr/>
        <a:lstStyle/>
        <a:p>
          <a:endParaRPr lang="LID4096"/>
        </a:p>
      </dgm:t>
    </dgm:pt>
    <dgm:pt modelId="{AF380086-5EF4-44BA-9FCE-750521E3950E}" type="sibTrans" cxnId="{C367D506-C0CF-4CC1-89EE-E1CB65950BA6}">
      <dgm:prSet/>
      <dgm:spPr/>
      <dgm:t>
        <a:bodyPr/>
        <a:lstStyle/>
        <a:p>
          <a:endParaRPr lang="LID4096"/>
        </a:p>
      </dgm:t>
    </dgm:pt>
    <dgm:pt modelId="{684246AB-C659-4FDF-B62E-BE8B40105EE7}" type="asst">
      <dgm:prSet phldrT="[Texte]" custT="1"/>
      <dgm:spPr/>
      <dgm:t>
        <a:bodyPr/>
        <a:lstStyle/>
        <a:p>
          <a:r>
            <a:rPr lang="fr-FR" sz="1050" dirty="0">
              <a:latin typeface="Times New Roman" panose="02020603050405020304" pitchFamily="18" charset="0"/>
              <a:cs typeface="Times New Roman" panose="02020603050405020304" pitchFamily="18" charset="0"/>
            </a:rPr>
            <a:t>SERVICE</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INFORMATIQUE ET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TECHNOLOGIQUE</a:t>
          </a:r>
          <a:endParaRPr lang="LID4096" sz="1050" dirty="0">
            <a:latin typeface="Times New Roman" panose="02020603050405020304" pitchFamily="18" charset="0"/>
            <a:cs typeface="Times New Roman" panose="02020603050405020304" pitchFamily="18" charset="0"/>
          </a:endParaRPr>
        </a:p>
      </dgm:t>
    </dgm:pt>
    <dgm:pt modelId="{4F3FAFFE-95DB-4C9C-B7E5-68ADD31BE5A3}" type="parTrans" cxnId="{AA6735B7-D7B1-4743-A2B6-6483F7348FCB}">
      <dgm:prSet/>
      <dgm:spPr/>
      <dgm:t>
        <a:bodyPr/>
        <a:lstStyle/>
        <a:p>
          <a:endParaRPr lang="LID4096" sz="1050">
            <a:latin typeface="Times New Roman" panose="02020603050405020304" pitchFamily="18" charset="0"/>
            <a:cs typeface="Times New Roman" panose="02020603050405020304" pitchFamily="18" charset="0"/>
          </a:endParaRPr>
        </a:p>
      </dgm:t>
    </dgm:pt>
    <dgm:pt modelId="{F41D190B-154E-42A5-A47B-4E0861ED8266}" type="sibTrans" cxnId="{AA6735B7-D7B1-4743-A2B6-6483F7348FCB}">
      <dgm:prSet/>
      <dgm:spPr/>
      <dgm:t>
        <a:bodyPr/>
        <a:lstStyle/>
        <a:p>
          <a:endParaRPr lang="LID4096"/>
        </a:p>
      </dgm:t>
    </dgm:pt>
    <dgm:pt modelId="{0F5B4068-22C2-4DE6-BC66-53FF2E98A016}">
      <dgm:prSet phldrT="[Texte]" custT="1"/>
      <dgm:spPr/>
      <dgm:t>
        <a:bodyPr/>
        <a:lstStyle/>
        <a:p>
          <a:r>
            <a:rPr lang="fr-FR" sz="1050" dirty="0">
              <a:latin typeface="Times New Roman" panose="02020603050405020304" pitchFamily="18" charset="0"/>
              <a:cs typeface="Times New Roman" panose="02020603050405020304" pitchFamily="18" charset="0"/>
            </a:rPr>
            <a:t>Directeur Financier</a:t>
          </a:r>
          <a:endParaRPr lang="LID4096" sz="1050" dirty="0">
            <a:latin typeface="Times New Roman" panose="02020603050405020304" pitchFamily="18" charset="0"/>
            <a:cs typeface="Times New Roman" panose="02020603050405020304" pitchFamily="18" charset="0"/>
          </a:endParaRPr>
        </a:p>
      </dgm:t>
    </dgm:pt>
    <dgm:pt modelId="{CA5BB5A9-4B78-49D7-883B-FE574F12B944}" type="parTrans" cxnId="{2848A5D3-5AFD-41B2-BCEB-85D5E691EA15}">
      <dgm:prSet/>
      <dgm:spPr/>
      <dgm:t>
        <a:bodyPr/>
        <a:lstStyle/>
        <a:p>
          <a:endParaRPr lang="LID4096" sz="1050">
            <a:latin typeface="Times New Roman" panose="02020603050405020304" pitchFamily="18" charset="0"/>
            <a:cs typeface="Times New Roman" panose="02020603050405020304" pitchFamily="18" charset="0"/>
          </a:endParaRPr>
        </a:p>
      </dgm:t>
    </dgm:pt>
    <dgm:pt modelId="{307A404F-F040-4F77-93F6-2277D6A71465}" type="sibTrans" cxnId="{2848A5D3-5AFD-41B2-BCEB-85D5E691EA15}">
      <dgm:prSet/>
      <dgm:spPr/>
      <dgm:t>
        <a:bodyPr/>
        <a:lstStyle/>
        <a:p>
          <a:endParaRPr lang="LID4096"/>
        </a:p>
      </dgm:t>
    </dgm:pt>
    <dgm:pt modelId="{14028463-B37F-4CAB-B02C-759BD00378FB}">
      <dgm:prSet phldrT="[Texte]" custT="1"/>
      <dgm:spPr/>
      <dgm:t>
        <a:bodyPr/>
        <a:lstStyle/>
        <a:p>
          <a:r>
            <a:rPr lang="fr-FR" sz="1050" dirty="0">
              <a:latin typeface="Times New Roman" panose="02020603050405020304" pitchFamily="18" charset="0"/>
              <a:cs typeface="Times New Roman" panose="02020603050405020304" pitchFamily="18" charset="0"/>
            </a:rPr>
            <a:t>AGENCES AUXIMAD</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a:t>
          </a:r>
          <a:endParaRPr lang="LID4096" sz="1050" dirty="0">
            <a:latin typeface="Times New Roman" panose="02020603050405020304" pitchFamily="18" charset="0"/>
            <a:cs typeface="Times New Roman" panose="02020603050405020304" pitchFamily="18" charset="0"/>
          </a:endParaRPr>
        </a:p>
      </dgm:t>
    </dgm:pt>
    <dgm:pt modelId="{FC5587F7-A65B-419C-ABF8-06FEDDE5B73D}" type="parTrans" cxnId="{B159A159-70A9-4F8A-91C6-F13BEFBB0B1E}">
      <dgm:prSet/>
      <dgm:spPr/>
      <dgm:t>
        <a:bodyPr/>
        <a:lstStyle/>
        <a:p>
          <a:endParaRPr lang="LID4096" sz="1050">
            <a:latin typeface="Times New Roman" panose="02020603050405020304" pitchFamily="18" charset="0"/>
            <a:cs typeface="Times New Roman" panose="02020603050405020304" pitchFamily="18" charset="0"/>
          </a:endParaRPr>
        </a:p>
      </dgm:t>
    </dgm:pt>
    <dgm:pt modelId="{41B32885-A86C-4744-A54B-4BE7835647D8}" type="sibTrans" cxnId="{B159A159-70A9-4F8A-91C6-F13BEFBB0B1E}">
      <dgm:prSet/>
      <dgm:spPr/>
      <dgm:t>
        <a:bodyPr/>
        <a:lstStyle/>
        <a:p>
          <a:endParaRPr lang="LID4096"/>
        </a:p>
      </dgm:t>
    </dgm:pt>
    <dgm:pt modelId="{26D16FF6-AD51-4D70-9087-FC1758DFA4BA}" type="asst">
      <dgm:prSet phldrT="[Texte]" custT="1"/>
      <dgm:spPr/>
      <dgm:t>
        <a:bodyPr/>
        <a:lstStyle/>
        <a:p>
          <a:r>
            <a:rPr lang="fr-FR" sz="1050" dirty="0">
              <a:latin typeface="Times New Roman" panose="02020603050405020304" pitchFamily="18" charset="0"/>
              <a:cs typeface="Times New Roman" panose="02020603050405020304" pitchFamily="18" charset="0"/>
            </a:rPr>
            <a:t>SERVICE</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RESSOURCES</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HUMAINES</a:t>
          </a:r>
          <a:endParaRPr lang="LID4096" sz="1050" dirty="0">
            <a:latin typeface="Times New Roman" panose="02020603050405020304" pitchFamily="18" charset="0"/>
            <a:cs typeface="Times New Roman" panose="02020603050405020304" pitchFamily="18" charset="0"/>
          </a:endParaRPr>
        </a:p>
      </dgm:t>
    </dgm:pt>
    <dgm:pt modelId="{D01F807D-DD0A-4E41-A8AE-1E567EC039E8}" type="parTrans" cxnId="{61548C81-2F0D-4413-B568-20D5E9EC7C05}">
      <dgm:prSet/>
      <dgm:spPr/>
      <dgm:t>
        <a:bodyPr/>
        <a:lstStyle/>
        <a:p>
          <a:endParaRPr lang="LID4096" sz="1050">
            <a:latin typeface="Times New Roman" panose="02020603050405020304" pitchFamily="18" charset="0"/>
            <a:cs typeface="Times New Roman" panose="02020603050405020304" pitchFamily="18" charset="0"/>
          </a:endParaRPr>
        </a:p>
      </dgm:t>
    </dgm:pt>
    <dgm:pt modelId="{7A711289-DA81-4BEC-BDB7-30599A3AC9BE}" type="sibTrans" cxnId="{61548C81-2F0D-4413-B568-20D5E9EC7C05}">
      <dgm:prSet/>
      <dgm:spPr/>
      <dgm:t>
        <a:bodyPr/>
        <a:lstStyle/>
        <a:p>
          <a:endParaRPr lang="LID4096"/>
        </a:p>
      </dgm:t>
    </dgm:pt>
    <dgm:pt modelId="{EB8DC32E-865D-435F-9289-E39DC51FCC72}" type="asst">
      <dgm:prSet phldrT="[Texte]" custT="1"/>
      <dgm:spPr/>
      <dgm:t>
        <a:bodyPr/>
        <a:lstStyle/>
        <a:p>
          <a:r>
            <a:rPr lang="fr-FR" sz="1050" dirty="0">
              <a:latin typeface="Times New Roman" panose="02020603050405020304" pitchFamily="18" charset="0"/>
              <a:cs typeface="Times New Roman" panose="02020603050405020304" pitchFamily="18" charset="0"/>
            </a:rPr>
            <a:t>SERVICE AUDIT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INTERNE</a:t>
          </a:r>
          <a:endParaRPr lang="LID4096" sz="1050" dirty="0">
            <a:latin typeface="Times New Roman" panose="02020603050405020304" pitchFamily="18" charset="0"/>
            <a:cs typeface="Times New Roman" panose="02020603050405020304" pitchFamily="18" charset="0"/>
          </a:endParaRPr>
        </a:p>
      </dgm:t>
    </dgm:pt>
    <dgm:pt modelId="{D2A57403-BB26-48D5-B737-5740465F02A7}" type="parTrans" cxnId="{A13A24B0-C6B8-4DF0-9334-738B2A3C126B}">
      <dgm:prSet/>
      <dgm:spPr/>
      <dgm:t>
        <a:bodyPr/>
        <a:lstStyle/>
        <a:p>
          <a:endParaRPr lang="LID4096" sz="1050">
            <a:latin typeface="Times New Roman" panose="02020603050405020304" pitchFamily="18" charset="0"/>
            <a:cs typeface="Times New Roman" panose="02020603050405020304" pitchFamily="18" charset="0"/>
          </a:endParaRPr>
        </a:p>
      </dgm:t>
    </dgm:pt>
    <dgm:pt modelId="{2BD46014-6E25-45EC-905C-450EDF6515B9}" type="sibTrans" cxnId="{A13A24B0-C6B8-4DF0-9334-738B2A3C126B}">
      <dgm:prSet/>
      <dgm:spPr/>
      <dgm:t>
        <a:bodyPr/>
        <a:lstStyle/>
        <a:p>
          <a:endParaRPr lang="LID4096"/>
        </a:p>
      </dgm:t>
    </dgm:pt>
    <dgm:pt modelId="{CFA26ED2-16C4-409E-A009-BDE8B139564A}" type="asst">
      <dgm:prSet phldrT="[Texte]" custT="1"/>
      <dgm:spPr/>
      <dgm:t>
        <a:bodyPr/>
        <a:lstStyle/>
        <a:p>
          <a:r>
            <a:rPr lang="fr-FR" sz="1050" dirty="0">
              <a:latin typeface="Times New Roman" panose="02020603050405020304" pitchFamily="18" charset="0"/>
              <a:cs typeface="Times New Roman" panose="02020603050405020304" pitchFamily="18" charset="0"/>
            </a:rPr>
            <a:t>CONSULTANT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PROJETS</a:t>
          </a:r>
          <a:endParaRPr lang="LID4096" sz="1050" dirty="0">
            <a:latin typeface="Times New Roman" panose="02020603050405020304" pitchFamily="18" charset="0"/>
            <a:cs typeface="Times New Roman" panose="02020603050405020304" pitchFamily="18" charset="0"/>
          </a:endParaRPr>
        </a:p>
      </dgm:t>
    </dgm:pt>
    <dgm:pt modelId="{B5C6CDC6-FE07-493F-BDC6-B76E62F1DC54}" type="parTrans" cxnId="{9F7C0DA0-8E33-48F5-9899-5F1135C8B107}">
      <dgm:prSet/>
      <dgm:spPr/>
      <dgm:t>
        <a:bodyPr/>
        <a:lstStyle/>
        <a:p>
          <a:endParaRPr lang="LID4096" sz="1050">
            <a:latin typeface="Times New Roman" panose="02020603050405020304" pitchFamily="18" charset="0"/>
            <a:cs typeface="Times New Roman" panose="02020603050405020304" pitchFamily="18" charset="0"/>
          </a:endParaRPr>
        </a:p>
      </dgm:t>
    </dgm:pt>
    <dgm:pt modelId="{E06D875A-E109-446D-98D1-B2310B3D25DA}" type="sibTrans" cxnId="{9F7C0DA0-8E33-48F5-9899-5F1135C8B107}">
      <dgm:prSet/>
      <dgm:spPr/>
      <dgm:t>
        <a:bodyPr/>
        <a:lstStyle/>
        <a:p>
          <a:endParaRPr lang="LID4096"/>
        </a:p>
      </dgm:t>
    </dgm:pt>
    <dgm:pt modelId="{0F870087-D752-4ED1-AF30-59E7DD289905}" type="asst">
      <dgm:prSet phldrT="[Texte]" custT="1"/>
      <dgm:spPr/>
      <dgm:t>
        <a:bodyPr/>
        <a:lstStyle/>
        <a:p>
          <a:r>
            <a:rPr lang="fr-FR" sz="1050" dirty="0">
              <a:latin typeface="Times New Roman" panose="02020603050405020304" pitchFamily="18" charset="0"/>
              <a:cs typeface="Times New Roman" panose="02020603050405020304" pitchFamily="18" charset="0"/>
            </a:rPr>
            <a:t>SERVICE AFFAIRES</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GENERALES</a:t>
          </a:r>
          <a:endParaRPr lang="LID4096" sz="1050" dirty="0">
            <a:latin typeface="Times New Roman" panose="02020603050405020304" pitchFamily="18" charset="0"/>
            <a:cs typeface="Times New Roman" panose="02020603050405020304" pitchFamily="18" charset="0"/>
          </a:endParaRPr>
        </a:p>
      </dgm:t>
    </dgm:pt>
    <dgm:pt modelId="{0CDDD31F-8DE8-45B6-8F35-F30177C3FA08}" type="parTrans" cxnId="{CF4371B4-D894-4FA4-9FFE-E68D63FBF814}">
      <dgm:prSet/>
      <dgm:spPr/>
      <dgm:t>
        <a:bodyPr/>
        <a:lstStyle/>
        <a:p>
          <a:endParaRPr lang="LID4096" sz="1050">
            <a:latin typeface="Times New Roman" panose="02020603050405020304" pitchFamily="18" charset="0"/>
            <a:cs typeface="Times New Roman" panose="02020603050405020304" pitchFamily="18" charset="0"/>
          </a:endParaRPr>
        </a:p>
      </dgm:t>
    </dgm:pt>
    <dgm:pt modelId="{DCDE8476-3550-40B0-BE6A-3C4E642610E8}" type="sibTrans" cxnId="{CF4371B4-D894-4FA4-9FFE-E68D63FBF814}">
      <dgm:prSet/>
      <dgm:spPr/>
      <dgm:t>
        <a:bodyPr/>
        <a:lstStyle/>
        <a:p>
          <a:endParaRPr lang="LID4096"/>
        </a:p>
      </dgm:t>
    </dgm:pt>
    <dgm:pt modelId="{451510BF-7200-48F2-917E-C2B38D33A913}">
      <dgm:prSet phldrT="[Texte]" custT="1"/>
      <dgm:spPr/>
      <dgm:t>
        <a:bodyPr/>
        <a:lstStyle/>
        <a:p>
          <a:r>
            <a:rPr lang="fr-FR" sz="1050" dirty="0">
              <a:latin typeface="Times New Roman" panose="02020603050405020304" pitchFamily="18" charset="0"/>
              <a:cs typeface="Times New Roman" panose="02020603050405020304" pitchFamily="18" charset="0"/>
            </a:rPr>
            <a:t>Directeur Business</a:t>
          </a:r>
          <a:endParaRPr lang="LID4096" sz="1050" dirty="0">
            <a:latin typeface="Times New Roman" panose="02020603050405020304" pitchFamily="18" charset="0"/>
            <a:cs typeface="Times New Roman" panose="02020603050405020304" pitchFamily="18" charset="0"/>
          </a:endParaRPr>
        </a:p>
        <a:p>
          <a:r>
            <a:rPr lang="fr-FR" sz="1050" dirty="0" err="1">
              <a:latin typeface="Times New Roman" panose="02020603050405020304" pitchFamily="18" charset="0"/>
              <a:cs typeface="Times New Roman" panose="02020603050405020304" pitchFamily="18" charset="0"/>
            </a:rPr>
            <a:t>Developpment</a:t>
          </a:r>
          <a:endParaRPr lang="LID4096" sz="1050" dirty="0">
            <a:latin typeface="Times New Roman" panose="02020603050405020304" pitchFamily="18" charset="0"/>
            <a:cs typeface="Times New Roman" panose="02020603050405020304" pitchFamily="18" charset="0"/>
          </a:endParaRPr>
        </a:p>
      </dgm:t>
    </dgm:pt>
    <dgm:pt modelId="{98741F32-2EA9-4EF5-A66D-6BAAE9BD874C}" type="parTrans" cxnId="{35CFD727-0B3E-4677-B370-4DA17C57A314}">
      <dgm:prSet/>
      <dgm:spPr/>
      <dgm:t>
        <a:bodyPr/>
        <a:lstStyle/>
        <a:p>
          <a:endParaRPr lang="LID4096" sz="1050">
            <a:latin typeface="Times New Roman" panose="02020603050405020304" pitchFamily="18" charset="0"/>
            <a:cs typeface="Times New Roman" panose="02020603050405020304" pitchFamily="18" charset="0"/>
          </a:endParaRPr>
        </a:p>
      </dgm:t>
    </dgm:pt>
    <dgm:pt modelId="{797A5AE6-8261-4BC5-A9B5-9CEA4511A3C1}" type="sibTrans" cxnId="{35CFD727-0B3E-4677-B370-4DA17C57A314}">
      <dgm:prSet/>
      <dgm:spPr/>
      <dgm:t>
        <a:bodyPr/>
        <a:lstStyle/>
        <a:p>
          <a:endParaRPr lang="LID4096"/>
        </a:p>
      </dgm:t>
    </dgm:pt>
    <dgm:pt modelId="{6CB5C1BE-A616-4089-9D4D-4C52558B8ECF}" type="asst">
      <dgm:prSet phldrT="[Texte]" custT="1"/>
      <dgm:spPr/>
      <dgm:t>
        <a:bodyPr/>
        <a:lstStyle/>
        <a:p>
          <a:r>
            <a:rPr lang="fr-FR" sz="1050" dirty="0">
              <a:latin typeface="Times New Roman" panose="02020603050405020304" pitchFamily="18" charset="0"/>
              <a:cs typeface="Times New Roman" panose="02020603050405020304" pitchFamily="18" charset="0"/>
            </a:rPr>
            <a:t>SERVICE CONTROLE</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DE GESTION</a:t>
          </a:r>
          <a:endParaRPr lang="LID4096" sz="1050" dirty="0">
            <a:latin typeface="Times New Roman" panose="02020603050405020304" pitchFamily="18" charset="0"/>
            <a:cs typeface="Times New Roman" panose="02020603050405020304" pitchFamily="18" charset="0"/>
          </a:endParaRPr>
        </a:p>
      </dgm:t>
    </dgm:pt>
    <dgm:pt modelId="{AE358185-B88F-4DF3-A58B-3B98EFE04A85}" type="parTrans" cxnId="{C01D3B3C-0CFC-4D5D-B43C-1841F844C65A}">
      <dgm:prSet/>
      <dgm:spPr/>
      <dgm:t>
        <a:bodyPr/>
        <a:lstStyle/>
        <a:p>
          <a:endParaRPr lang="LID4096" sz="1050">
            <a:latin typeface="Times New Roman" panose="02020603050405020304" pitchFamily="18" charset="0"/>
            <a:cs typeface="Times New Roman" panose="02020603050405020304" pitchFamily="18" charset="0"/>
          </a:endParaRPr>
        </a:p>
      </dgm:t>
    </dgm:pt>
    <dgm:pt modelId="{1061F500-9863-4855-9292-A6FE1FD0CA81}" type="sibTrans" cxnId="{C01D3B3C-0CFC-4D5D-B43C-1841F844C65A}">
      <dgm:prSet/>
      <dgm:spPr/>
      <dgm:t>
        <a:bodyPr/>
        <a:lstStyle/>
        <a:p>
          <a:endParaRPr lang="LID4096"/>
        </a:p>
      </dgm:t>
    </dgm:pt>
    <dgm:pt modelId="{C419E2C1-596F-42F2-A6CE-31173570559D}">
      <dgm:prSet phldrT="[Texte]" custT="1"/>
      <dgm:spPr/>
      <dgm:t>
        <a:bodyPr/>
        <a:lstStyle/>
        <a:p>
          <a:r>
            <a:rPr lang="fr-FR" sz="1050" dirty="0">
              <a:latin typeface="Times New Roman" panose="02020603050405020304" pitchFamily="18" charset="0"/>
              <a:cs typeface="Times New Roman" panose="02020603050405020304" pitchFamily="18" charset="0"/>
            </a:rPr>
            <a:t>CHEF DE</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DEPARTEMENT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FINANCIER</a:t>
          </a:r>
          <a:endParaRPr lang="LID4096" sz="1050" dirty="0">
            <a:latin typeface="Times New Roman" panose="02020603050405020304" pitchFamily="18" charset="0"/>
            <a:cs typeface="Times New Roman" panose="02020603050405020304" pitchFamily="18" charset="0"/>
          </a:endParaRPr>
        </a:p>
      </dgm:t>
    </dgm:pt>
    <dgm:pt modelId="{3C879797-A8B0-46A9-95A8-55F88CA52200}" type="parTrans" cxnId="{A01EF826-A70D-4772-A989-8717A04ABCCB}">
      <dgm:prSet/>
      <dgm:spPr/>
      <dgm:t>
        <a:bodyPr/>
        <a:lstStyle/>
        <a:p>
          <a:endParaRPr lang="LID4096" sz="1050">
            <a:latin typeface="Times New Roman" panose="02020603050405020304" pitchFamily="18" charset="0"/>
            <a:cs typeface="Times New Roman" panose="02020603050405020304" pitchFamily="18" charset="0"/>
          </a:endParaRPr>
        </a:p>
      </dgm:t>
    </dgm:pt>
    <dgm:pt modelId="{E95399A6-C5F9-49E4-B6DB-A2BC8E7E8FF7}" type="sibTrans" cxnId="{A01EF826-A70D-4772-A989-8717A04ABCCB}">
      <dgm:prSet/>
      <dgm:spPr/>
      <dgm:t>
        <a:bodyPr/>
        <a:lstStyle/>
        <a:p>
          <a:endParaRPr lang="LID4096"/>
        </a:p>
      </dgm:t>
    </dgm:pt>
    <dgm:pt modelId="{55636FCF-C3FD-4053-9A11-5D242F7931AE}" type="asst">
      <dgm:prSet phldrT="[Texte]" custT="1"/>
      <dgm:spPr/>
      <dgm:t>
        <a:bodyPr/>
        <a:lstStyle/>
        <a:p>
          <a:r>
            <a:rPr lang="fr-FR" sz="1050" dirty="0">
              <a:latin typeface="Times New Roman" panose="02020603050405020304" pitchFamily="18" charset="0"/>
              <a:cs typeface="Times New Roman" panose="02020603050405020304" pitchFamily="18" charset="0"/>
            </a:rPr>
            <a:t>COMPTABILITE</a:t>
          </a:r>
          <a:endParaRPr lang="LID4096" sz="1050" dirty="0">
            <a:latin typeface="Times New Roman" panose="02020603050405020304" pitchFamily="18" charset="0"/>
            <a:cs typeface="Times New Roman" panose="02020603050405020304" pitchFamily="18" charset="0"/>
          </a:endParaRPr>
        </a:p>
      </dgm:t>
    </dgm:pt>
    <dgm:pt modelId="{9D13ADC7-DA48-4B5D-BF10-F5C482100852}" type="parTrans" cxnId="{C828BBFD-E5F3-4034-9A93-AFB2C69C3232}">
      <dgm:prSet/>
      <dgm:spPr/>
      <dgm:t>
        <a:bodyPr/>
        <a:lstStyle/>
        <a:p>
          <a:endParaRPr lang="LID4096" sz="1050">
            <a:latin typeface="Times New Roman" panose="02020603050405020304" pitchFamily="18" charset="0"/>
            <a:cs typeface="Times New Roman" panose="02020603050405020304" pitchFamily="18" charset="0"/>
          </a:endParaRPr>
        </a:p>
      </dgm:t>
    </dgm:pt>
    <dgm:pt modelId="{C4243631-0A4D-47AA-A3C7-F77641199E86}" type="sibTrans" cxnId="{C828BBFD-E5F3-4034-9A93-AFB2C69C3232}">
      <dgm:prSet/>
      <dgm:spPr/>
      <dgm:t>
        <a:bodyPr/>
        <a:lstStyle/>
        <a:p>
          <a:endParaRPr lang="LID4096"/>
        </a:p>
      </dgm:t>
    </dgm:pt>
    <dgm:pt modelId="{F52F3AAD-2444-4E02-ACB6-2F2DDA9830C1}" type="asst">
      <dgm:prSet phldrT="[Texte]" custT="1"/>
      <dgm:spPr/>
      <dgm:t>
        <a:bodyPr/>
        <a:lstStyle/>
        <a:p>
          <a:r>
            <a:rPr lang="fr-FR" sz="1050" dirty="0">
              <a:latin typeface="Times New Roman" panose="02020603050405020304" pitchFamily="18" charset="0"/>
              <a:cs typeface="Times New Roman" panose="02020603050405020304" pitchFamily="18" charset="0"/>
            </a:rPr>
            <a:t>FINANCE</a:t>
          </a:r>
          <a:endParaRPr lang="LID4096" sz="1050" dirty="0">
            <a:latin typeface="Times New Roman" panose="02020603050405020304" pitchFamily="18" charset="0"/>
            <a:cs typeface="Times New Roman" panose="02020603050405020304" pitchFamily="18" charset="0"/>
          </a:endParaRPr>
        </a:p>
      </dgm:t>
    </dgm:pt>
    <dgm:pt modelId="{D5C81C23-7313-4A59-8D70-6594EF370CC5}" type="parTrans" cxnId="{22D5C84D-5E5F-4676-A536-56B7BC933A54}">
      <dgm:prSet/>
      <dgm:spPr/>
      <dgm:t>
        <a:bodyPr/>
        <a:lstStyle/>
        <a:p>
          <a:endParaRPr lang="LID4096" sz="1050">
            <a:latin typeface="Times New Roman" panose="02020603050405020304" pitchFamily="18" charset="0"/>
            <a:cs typeface="Times New Roman" panose="02020603050405020304" pitchFamily="18" charset="0"/>
          </a:endParaRPr>
        </a:p>
      </dgm:t>
    </dgm:pt>
    <dgm:pt modelId="{42DB9A73-BF7D-4439-AB1A-84303A62F3D1}" type="sibTrans" cxnId="{22D5C84D-5E5F-4676-A536-56B7BC933A54}">
      <dgm:prSet/>
      <dgm:spPr/>
      <dgm:t>
        <a:bodyPr/>
        <a:lstStyle/>
        <a:p>
          <a:endParaRPr lang="LID4096"/>
        </a:p>
      </dgm:t>
    </dgm:pt>
    <dgm:pt modelId="{26C52AC1-D75A-41D9-BC2A-8B8239133549}" type="asst">
      <dgm:prSet phldrT="[Texte]" custT="1"/>
      <dgm:spPr/>
      <dgm:t>
        <a:bodyPr/>
        <a:lstStyle/>
        <a:p>
          <a:r>
            <a:rPr lang="fr-FR" sz="1050" dirty="0">
              <a:latin typeface="Times New Roman" panose="02020603050405020304" pitchFamily="18" charset="0"/>
              <a:cs typeface="Times New Roman" panose="02020603050405020304" pitchFamily="18" charset="0"/>
            </a:rPr>
            <a:t>DEPARTEMENT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JURIDIQUE ET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CONTENTIEUX</a:t>
          </a:r>
          <a:endParaRPr lang="LID4096" sz="1050" dirty="0">
            <a:latin typeface="Times New Roman" panose="02020603050405020304" pitchFamily="18" charset="0"/>
            <a:cs typeface="Times New Roman" panose="02020603050405020304" pitchFamily="18" charset="0"/>
          </a:endParaRPr>
        </a:p>
      </dgm:t>
    </dgm:pt>
    <dgm:pt modelId="{E592B01F-B69D-4940-84E6-E84EF2A31184}" type="parTrans" cxnId="{629C783B-9DF6-47E3-83D0-1843E0318BB2}">
      <dgm:prSet/>
      <dgm:spPr/>
      <dgm:t>
        <a:bodyPr/>
        <a:lstStyle/>
        <a:p>
          <a:endParaRPr lang="LID4096" sz="1050">
            <a:latin typeface="Times New Roman" panose="02020603050405020304" pitchFamily="18" charset="0"/>
            <a:cs typeface="Times New Roman" panose="02020603050405020304" pitchFamily="18" charset="0"/>
          </a:endParaRPr>
        </a:p>
      </dgm:t>
    </dgm:pt>
    <dgm:pt modelId="{2D0EDA1E-3BC1-4441-A0CE-5A57E986FF1E}" type="sibTrans" cxnId="{629C783B-9DF6-47E3-83D0-1843E0318BB2}">
      <dgm:prSet/>
      <dgm:spPr/>
      <dgm:t>
        <a:bodyPr/>
        <a:lstStyle/>
        <a:p>
          <a:endParaRPr lang="LID4096"/>
        </a:p>
      </dgm:t>
    </dgm:pt>
    <dgm:pt modelId="{2932FAF7-CD8F-40A1-A543-26FACDFBF554}" type="asst">
      <dgm:prSet phldrT="[Texte]" custT="1"/>
      <dgm:spPr/>
      <dgm:t>
        <a:bodyPr/>
        <a:lstStyle/>
        <a:p>
          <a:r>
            <a:rPr lang="fr-FR" sz="1050" dirty="0">
              <a:latin typeface="Times New Roman" panose="02020603050405020304" pitchFamily="18" charset="0"/>
              <a:cs typeface="Times New Roman" panose="02020603050405020304" pitchFamily="18" charset="0"/>
            </a:rPr>
            <a:t>DEPARTEMENT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CONSIGNATION</a:t>
          </a:r>
          <a:endParaRPr lang="LID4096" sz="1050" dirty="0">
            <a:latin typeface="Times New Roman" panose="02020603050405020304" pitchFamily="18" charset="0"/>
            <a:cs typeface="Times New Roman" panose="02020603050405020304" pitchFamily="18" charset="0"/>
          </a:endParaRPr>
        </a:p>
      </dgm:t>
    </dgm:pt>
    <dgm:pt modelId="{FD0AF88F-220B-4F67-8F85-66A335F88FAF}" type="parTrans" cxnId="{8A414180-F597-446B-9CA0-B15B0BB22FE3}">
      <dgm:prSet/>
      <dgm:spPr/>
      <dgm:t>
        <a:bodyPr/>
        <a:lstStyle/>
        <a:p>
          <a:endParaRPr lang="LID4096" sz="1050">
            <a:latin typeface="Times New Roman" panose="02020603050405020304" pitchFamily="18" charset="0"/>
            <a:cs typeface="Times New Roman" panose="02020603050405020304" pitchFamily="18" charset="0"/>
          </a:endParaRPr>
        </a:p>
      </dgm:t>
    </dgm:pt>
    <dgm:pt modelId="{4CB9EBB3-D896-468E-A644-A50EE00EAB0A}" type="sibTrans" cxnId="{8A414180-F597-446B-9CA0-B15B0BB22FE3}">
      <dgm:prSet/>
      <dgm:spPr/>
      <dgm:t>
        <a:bodyPr/>
        <a:lstStyle/>
        <a:p>
          <a:endParaRPr lang="LID4096"/>
        </a:p>
      </dgm:t>
    </dgm:pt>
    <dgm:pt modelId="{DED94CEC-E0AC-4240-B43F-10D64D49D6BC}" type="pres">
      <dgm:prSet presAssocID="{FF5C6F14-B3DF-49F9-90FC-DB578FAB1857}" presName="hierChild1" presStyleCnt="0">
        <dgm:presLayoutVars>
          <dgm:chPref val="1"/>
          <dgm:dir/>
          <dgm:animOne val="branch"/>
          <dgm:animLvl val="lvl"/>
          <dgm:resizeHandles/>
        </dgm:presLayoutVars>
      </dgm:prSet>
      <dgm:spPr/>
    </dgm:pt>
    <dgm:pt modelId="{4227E78E-B76A-4623-9FAA-FAB94F876CC9}" type="pres">
      <dgm:prSet presAssocID="{795702DE-9D64-46C7-8358-98BBC9C76AD8}" presName="hierRoot1" presStyleCnt="0"/>
      <dgm:spPr/>
    </dgm:pt>
    <dgm:pt modelId="{ECBC18FE-DE7F-4872-A406-42161D30C647}" type="pres">
      <dgm:prSet presAssocID="{795702DE-9D64-46C7-8358-98BBC9C76AD8}" presName="composite" presStyleCnt="0"/>
      <dgm:spPr/>
    </dgm:pt>
    <dgm:pt modelId="{CA01D409-AC4C-43E1-8C9E-63DD32F174CD}" type="pres">
      <dgm:prSet presAssocID="{795702DE-9D64-46C7-8358-98BBC9C76AD8}" presName="background" presStyleLbl="node0" presStyleIdx="0" presStyleCnt="1"/>
      <dgm:spPr/>
    </dgm:pt>
    <dgm:pt modelId="{A73F2595-302E-40C7-8893-D7624C032BD8}" type="pres">
      <dgm:prSet presAssocID="{795702DE-9D64-46C7-8358-98BBC9C76AD8}" presName="text" presStyleLbl="fgAcc0" presStyleIdx="0" presStyleCnt="1">
        <dgm:presLayoutVars>
          <dgm:chPref val="3"/>
        </dgm:presLayoutVars>
      </dgm:prSet>
      <dgm:spPr/>
    </dgm:pt>
    <dgm:pt modelId="{B79DAD70-EDEE-41A1-A577-060167491149}" type="pres">
      <dgm:prSet presAssocID="{795702DE-9D64-46C7-8358-98BBC9C76AD8}" presName="hierChild2" presStyleCnt="0"/>
      <dgm:spPr/>
    </dgm:pt>
    <dgm:pt modelId="{8F612D6B-DD5A-41D9-A0F5-CB79B23F7CE2}" type="pres">
      <dgm:prSet presAssocID="{4F3FAFFE-95DB-4C9C-B7E5-68ADD31BE5A3}" presName="Name10" presStyleLbl="parChTrans1D2" presStyleIdx="0" presStyleCnt="9"/>
      <dgm:spPr/>
    </dgm:pt>
    <dgm:pt modelId="{9AC6949C-91C0-44C7-8EA7-F3A1B2047F6E}" type="pres">
      <dgm:prSet presAssocID="{684246AB-C659-4FDF-B62E-BE8B40105EE7}" presName="hierRoot2" presStyleCnt="0"/>
      <dgm:spPr/>
    </dgm:pt>
    <dgm:pt modelId="{CB457F60-F723-4933-A726-B63E59E31AA4}" type="pres">
      <dgm:prSet presAssocID="{684246AB-C659-4FDF-B62E-BE8B40105EE7}" presName="composite2" presStyleCnt="0"/>
      <dgm:spPr/>
    </dgm:pt>
    <dgm:pt modelId="{1207FDCD-61EF-4957-90F0-DB6CBC759EFD}" type="pres">
      <dgm:prSet presAssocID="{684246AB-C659-4FDF-B62E-BE8B40105EE7}" presName="background2" presStyleLbl="asst1" presStyleIdx="0" presStyleCnt="6"/>
      <dgm:spPr/>
    </dgm:pt>
    <dgm:pt modelId="{399BF63B-BBCF-43C8-99D4-BB184C26481E}" type="pres">
      <dgm:prSet presAssocID="{684246AB-C659-4FDF-B62E-BE8B40105EE7}" presName="text2" presStyleLbl="fgAcc2" presStyleIdx="0" presStyleCnt="9" custScaleY="136990">
        <dgm:presLayoutVars>
          <dgm:chPref val="3"/>
        </dgm:presLayoutVars>
      </dgm:prSet>
      <dgm:spPr/>
    </dgm:pt>
    <dgm:pt modelId="{255BF691-C5CA-4601-BBEC-F0916849A72D}" type="pres">
      <dgm:prSet presAssocID="{684246AB-C659-4FDF-B62E-BE8B40105EE7}" presName="hierChild3" presStyleCnt="0"/>
      <dgm:spPr/>
    </dgm:pt>
    <dgm:pt modelId="{DFBF5EF1-D5B8-47B4-AB4F-563085E2FD97}" type="pres">
      <dgm:prSet presAssocID="{CA5BB5A9-4B78-49D7-883B-FE574F12B944}" presName="Name10" presStyleLbl="parChTrans1D2" presStyleIdx="1" presStyleCnt="9"/>
      <dgm:spPr/>
    </dgm:pt>
    <dgm:pt modelId="{06B38C7D-FBC0-4C23-83F0-60D99CD5B17D}" type="pres">
      <dgm:prSet presAssocID="{0F5B4068-22C2-4DE6-BC66-53FF2E98A016}" presName="hierRoot2" presStyleCnt="0"/>
      <dgm:spPr/>
    </dgm:pt>
    <dgm:pt modelId="{A4475942-24F0-41E4-8B42-F544AF938174}" type="pres">
      <dgm:prSet presAssocID="{0F5B4068-22C2-4DE6-BC66-53FF2E98A016}" presName="composite2" presStyleCnt="0"/>
      <dgm:spPr/>
    </dgm:pt>
    <dgm:pt modelId="{72F37EAF-D787-4A5E-8CAD-5562F6735C9E}" type="pres">
      <dgm:prSet presAssocID="{0F5B4068-22C2-4DE6-BC66-53FF2E98A016}" presName="background2" presStyleLbl="node2" presStyleIdx="0" presStyleCnt="3"/>
      <dgm:spPr/>
    </dgm:pt>
    <dgm:pt modelId="{420DB59B-8D07-424D-BD69-AC739F852C93}" type="pres">
      <dgm:prSet presAssocID="{0F5B4068-22C2-4DE6-BC66-53FF2E98A016}" presName="text2" presStyleLbl="fgAcc2" presStyleIdx="1" presStyleCnt="9">
        <dgm:presLayoutVars>
          <dgm:chPref val="3"/>
        </dgm:presLayoutVars>
      </dgm:prSet>
      <dgm:spPr/>
    </dgm:pt>
    <dgm:pt modelId="{39935EE6-E588-48F0-94FD-6693AA523F56}" type="pres">
      <dgm:prSet presAssocID="{0F5B4068-22C2-4DE6-BC66-53FF2E98A016}" presName="hierChild3" presStyleCnt="0"/>
      <dgm:spPr/>
    </dgm:pt>
    <dgm:pt modelId="{14E1E6A4-C360-46FC-A463-CDDFA2BC3C23}" type="pres">
      <dgm:prSet presAssocID="{3C879797-A8B0-46A9-95A8-55F88CA52200}" presName="Name17" presStyleLbl="parChTrans1D3" presStyleIdx="0" presStyleCnt="3"/>
      <dgm:spPr/>
    </dgm:pt>
    <dgm:pt modelId="{6DA6CC51-BB44-4608-A0EE-6304F49C45AA}" type="pres">
      <dgm:prSet presAssocID="{C419E2C1-596F-42F2-A6CE-31173570559D}" presName="hierRoot3" presStyleCnt="0"/>
      <dgm:spPr/>
    </dgm:pt>
    <dgm:pt modelId="{CDDAB671-4733-48AA-9606-6D577776EAED}" type="pres">
      <dgm:prSet presAssocID="{C419E2C1-596F-42F2-A6CE-31173570559D}" presName="composite3" presStyleCnt="0"/>
      <dgm:spPr/>
    </dgm:pt>
    <dgm:pt modelId="{C52F8122-6066-47C8-A1C7-2B38F650B16C}" type="pres">
      <dgm:prSet presAssocID="{C419E2C1-596F-42F2-A6CE-31173570559D}" presName="background3" presStyleLbl="node3" presStyleIdx="0" presStyleCnt="1"/>
      <dgm:spPr/>
    </dgm:pt>
    <dgm:pt modelId="{DBE40AC5-B8B5-4E5D-9232-55B303DC1B4E}" type="pres">
      <dgm:prSet presAssocID="{C419E2C1-596F-42F2-A6CE-31173570559D}" presName="text3" presStyleLbl="fgAcc3" presStyleIdx="0" presStyleCnt="3">
        <dgm:presLayoutVars>
          <dgm:chPref val="3"/>
        </dgm:presLayoutVars>
      </dgm:prSet>
      <dgm:spPr/>
    </dgm:pt>
    <dgm:pt modelId="{00234C15-9F8E-410A-A499-DB6CFF790C4F}" type="pres">
      <dgm:prSet presAssocID="{C419E2C1-596F-42F2-A6CE-31173570559D}" presName="hierChild4" presStyleCnt="0"/>
      <dgm:spPr/>
    </dgm:pt>
    <dgm:pt modelId="{70660A89-B287-4401-99D6-75CD58965B79}" type="pres">
      <dgm:prSet presAssocID="{9D13ADC7-DA48-4B5D-BF10-F5C482100852}" presName="Name23" presStyleLbl="parChTrans1D4" presStyleIdx="0" presStyleCnt="2"/>
      <dgm:spPr/>
    </dgm:pt>
    <dgm:pt modelId="{F3225F69-EB3E-40A9-BF83-BD0DE5051EE9}" type="pres">
      <dgm:prSet presAssocID="{55636FCF-C3FD-4053-9A11-5D242F7931AE}" presName="hierRoot4" presStyleCnt="0"/>
      <dgm:spPr/>
    </dgm:pt>
    <dgm:pt modelId="{A60AEB5B-29DC-4A72-B945-D1F181A3522F}" type="pres">
      <dgm:prSet presAssocID="{55636FCF-C3FD-4053-9A11-5D242F7931AE}" presName="composite4" presStyleCnt="0"/>
      <dgm:spPr/>
    </dgm:pt>
    <dgm:pt modelId="{6A2858C5-597B-4B88-9CD1-358A64809900}" type="pres">
      <dgm:prSet presAssocID="{55636FCF-C3FD-4053-9A11-5D242F7931AE}" presName="background4" presStyleLbl="asst3" presStyleIdx="0" presStyleCnt="2"/>
      <dgm:spPr/>
    </dgm:pt>
    <dgm:pt modelId="{29F89EE7-F488-473A-BF73-3D5DBCE26EBF}" type="pres">
      <dgm:prSet presAssocID="{55636FCF-C3FD-4053-9A11-5D242F7931AE}" presName="text4" presStyleLbl="fgAcc4" presStyleIdx="0" presStyleCnt="2">
        <dgm:presLayoutVars>
          <dgm:chPref val="3"/>
        </dgm:presLayoutVars>
      </dgm:prSet>
      <dgm:spPr/>
    </dgm:pt>
    <dgm:pt modelId="{FCC28183-6513-40C6-B5EA-B70CF9715054}" type="pres">
      <dgm:prSet presAssocID="{55636FCF-C3FD-4053-9A11-5D242F7931AE}" presName="hierChild5" presStyleCnt="0"/>
      <dgm:spPr/>
    </dgm:pt>
    <dgm:pt modelId="{344145C7-EBB8-4981-88FF-CD4B42F2A449}" type="pres">
      <dgm:prSet presAssocID="{D5C81C23-7313-4A59-8D70-6594EF370CC5}" presName="Name23" presStyleLbl="parChTrans1D4" presStyleIdx="1" presStyleCnt="2"/>
      <dgm:spPr/>
    </dgm:pt>
    <dgm:pt modelId="{73DDF5C6-F234-4A2D-9410-2956A9122D65}" type="pres">
      <dgm:prSet presAssocID="{F52F3AAD-2444-4E02-ACB6-2F2DDA9830C1}" presName="hierRoot4" presStyleCnt="0"/>
      <dgm:spPr/>
    </dgm:pt>
    <dgm:pt modelId="{93125396-82B0-4EC4-A42B-70631AFA6816}" type="pres">
      <dgm:prSet presAssocID="{F52F3AAD-2444-4E02-ACB6-2F2DDA9830C1}" presName="composite4" presStyleCnt="0"/>
      <dgm:spPr/>
    </dgm:pt>
    <dgm:pt modelId="{08FD2382-D758-4BCF-9364-CD8487FAA4B1}" type="pres">
      <dgm:prSet presAssocID="{F52F3AAD-2444-4E02-ACB6-2F2DDA9830C1}" presName="background4" presStyleLbl="asst3" presStyleIdx="1" presStyleCnt="2"/>
      <dgm:spPr/>
    </dgm:pt>
    <dgm:pt modelId="{265E95FA-F418-4295-80C0-04ABE4A81F1A}" type="pres">
      <dgm:prSet presAssocID="{F52F3AAD-2444-4E02-ACB6-2F2DDA9830C1}" presName="text4" presStyleLbl="fgAcc4" presStyleIdx="1" presStyleCnt="2">
        <dgm:presLayoutVars>
          <dgm:chPref val="3"/>
        </dgm:presLayoutVars>
      </dgm:prSet>
      <dgm:spPr/>
    </dgm:pt>
    <dgm:pt modelId="{1A7D5665-B203-4292-97CC-587AFCDC313E}" type="pres">
      <dgm:prSet presAssocID="{F52F3AAD-2444-4E02-ACB6-2F2DDA9830C1}" presName="hierChild5" presStyleCnt="0"/>
      <dgm:spPr/>
    </dgm:pt>
    <dgm:pt modelId="{8C0341A1-41FD-4D14-9053-2D78FA5F4125}" type="pres">
      <dgm:prSet presAssocID="{FC5587F7-A65B-419C-ABF8-06FEDDE5B73D}" presName="Name10" presStyleLbl="parChTrans1D2" presStyleIdx="2" presStyleCnt="9"/>
      <dgm:spPr/>
    </dgm:pt>
    <dgm:pt modelId="{3BEC8BB6-5785-4569-8E55-F3BEEA804597}" type="pres">
      <dgm:prSet presAssocID="{14028463-B37F-4CAB-B02C-759BD00378FB}" presName="hierRoot2" presStyleCnt="0"/>
      <dgm:spPr/>
    </dgm:pt>
    <dgm:pt modelId="{E8612C70-3A31-4976-ADAC-FD9C515E6310}" type="pres">
      <dgm:prSet presAssocID="{14028463-B37F-4CAB-B02C-759BD00378FB}" presName="composite2" presStyleCnt="0"/>
      <dgm:spPr/>
    </dgm:pt>
    <dgm:pt modelId="{FB74A1EF-973B-4BC5-A633-D1D1D2C2F2B0}" type="pres">
      <dgm:prSet presAssocID="{14028463-B37F-4CAB-B02C-759BD00378FB}" presName="background2" presStyleLbl="node2" presStyleIdx="1" presStyleCnt="3"/>
      <dgm:spPr/>
    </dgm:pt>
    <dgm:pt modelId="{86B8F050-6D27-4A18-95B8-50BD09646B39}" type="pres">
      <dgm:prSet presAssocID="{14028463-B37F-4CAB-B02C-759BD00378FB}" presName="text2" presStyleLbl="fgAcc2" presStyleIdx="2" presStyleCnt="9">
        <dgm:presLayoutVars>
          <dgm:chPref val="3"/>
        </dgm:presLayoutVars>
      </dgm:prSet>
      <dgm:spPr/>
    </dgm:pt>
    <dgm:pt modelId="{567E3071-416A-4DDD-81B6-C973419A9EEF}" type="pres">
      <dgm:prSet presAssocID="{14028463-B37F-4CAB-B02C-759BD00378FB}" presName="hierChild3" presStyleCnt="0"/>
      <dgm:spPr/>
    </dgm:pt>
    <dgm:pt modelId="{35963E7F-C55C-42EE-BD86-42AD2E3E82D2}" type="pres">
      <dgm:prSet presAssocID="{D01F807D-DD0A-4E41-A8AE-1E567EC039E8}" presName="Name10" presStyleLbl="parChTrans1D2" presStyleIdx="3" presStyleCnt="9"/>
      <dgm:spPr/>
    </dgm:pt>
    <dgm:pt modelId="{B63E5A33-3D5B-4ECA-8F36-AA50EB4B6B75}" type="pres">
      <dgm:prSet presAssocID="{26D16FF6-AD51-4D70-9087-FC1758DFA4BA}" presName="hierRoot2" presStyleCnt="0"/>
      <dgm:spPr/>
    </dgm:pt>
    <dgm:pt modelId="{AFB18DDD-B453-4448-AE65-971E5F681754}" type="pres">
      <dgm:prSet presAssocID="{26D16FF6-AD51-4D70-9087-FC1758DFA4BA}" presName="composite2" presStyleCnt="0"/>
      <dgm:spPr/>
    </dgm:pt>
    <dgm:pt modelId="{B5048A5B-E3D0-4527-91A8-4D5A329A9A0D}" type="pres">
      <dgm:prSet presAssocID="{26D16FF6-AD51-4D70-9087-FC1758DFA4BA}" presName="background2" presStyleLbl="asst1" presStyleIdx="1" presStyleCnt="6"/>
      <dgm:spPr/>
    </dgm:pt>
    <dgm:pt modelId="{8235A6D7-3DD9-43F2-B086-6E655FE4BAF6}" type="pres">
      <dgm:prSet presAssocID="{26D16FF6-AD51-4D70-9087-FC1758DFA4BA}" presName="text2" presStyleLbl="fgAcc2" presStyleIdx="3" presStyleCnt="9">
        <dgm:presLayoutVars>
          <dgm:chPref val="3"/>
        </dgm:presLayoutVars>
      </dgm:prSet>
      <dgm:spPr/>
    </dgm:pt>
    <dgm:pt modelId="{0647929C-F55F-4D8F-981E-C383D7EE3FEA}" type="pres">
      <dgm:prSet presAssocID="{26D16FF6-AD51-4D70-9087-FC1758DFA4BA}" presName="hierChild3" presStyleCnt="0"/>
      <dgm:spPr/>
    </dgm:pt>
    <dgm:pt modelId="{FA791201-791C-44F4-B38C-9907918DDA98}" type="pres">
      <dgm:prSet presAssocID="{D2A57403-BB26-48D5-B737-5740465F02A7}" presName="Name10" presStyleLbl="parChTrans1D2" presStyleIdx="4" presStyleCnt="9"/>
      <dgm:spPr/>
    </dgm:pt>
    <dgm:pt modelId="{E61F856F-0E4A-4DA4-8FD1-E0D2DBD40681}" type="pres">
      <dgm:prSet presAssocID="{EB8DC32E-865D-435F-9289-E39DC51FCC72}" presName="hierRoot2" presStyleCnt="0"/>
      <dgm:spPr/>
    </dgm:pt>
    <dgm:pt modelId="{D8FF02DE-BB22-4B0D-BB5D-52474B38E37C}" type="pres">
      <dgm:prSet presAssocID="{EB8DC32E-865D-435F-9289-E39DC51FCC72}" presName="composite2" presStyleCnt="0"/>
      <dgm:spPr/>
    </dgm:pt>
    <dgm:pt modelId="{C9DA4F5C-768B-482E-8A89-0AE3B93978B5}" type="pres">
      <dgm:prSet presAssocID="{EB8DC32E-865D-435F-9289-E39DC51FCC72}" presName="background2" presStyleLbl="asst1" presStyleIdx="2" presStyleCnt="6"/>
      <dgm:spPr/>
    </dgm:pt>
    <dgm:pt modelId="{248C6A93-1652-4F8D-BC43-24B95DA51196}" type="pres">
      <dgm:prSet presAssocID="{EB8DC32E-865D-435F-9289-E39DC51FCC72}" presName="text2" presStyleLbl="fgAcc2" presStyleIdx="4" presStyleCnt="9">
        <dgm:presLayoutVars>
          <dgm:chPref val="3"/>
        </dgm:presLayoutVars>
      </dgm:prSet>
      <dgm:spPr/>
    </dgm:pt>
    <dgm:pt modelId="{C4928908-4845-4556-80D3-441F2508A9F3}" type="pres">
      <dgm:prSet presAssocID="{EB8DC32E-865D-435F-9289-E39DC51FCC72}" presName="hierChild3" presStyleCnt="0"/>
      <dgm:spPr/>
    </dgm:pt>
    <dgm:pt modelId="{47E7EE0A-E2FB-4441-840F-5246A44C06DA}" type="pres">
      <dgm:prSet presAssocID="{B5C6CDC6-FE07-493F-BDC6-B76E62F1DC54}" presName="Name10" presStyleLbl="parChTrans1D2" presStyleIdx="5" presStyleCnt="9"/>
      <dgm:spPr/>
    </dgm:pt>
    <dgm:pt modelId="{7A29AF19-452B-4F09-A5F3-CA93BE49E0F6}" type="pres">
      <dgm:prSet presAssocID="{CFA26ED2-16C4-409E-A009-BDE8B139564A}" presName="hierRoot2" presStyleCnt="0"/>
      <dgm:spPr/>
    </dgm:pt>
    <dgm:pt modelId="{0F963122-EA2E-46D5-B8FE-95797684E33F}" type="pres">
      <dgm:prSet presAssocID="{CFA26ED2-16C4-409E-A009-BDE8B139564A}" presName="composite2" presStyleCnt="0"/>
      <dgm:spPr/>
    </dgm:pt>
    <dgm:pt modelId="{A020EA89-6ACF-47F6-A198-DE1D442D5C47}" type="pres">
      <dgm:prSet presAssocID="{CFA26ED2-16C4-409E-A009-BDE8B139564A}" presName="background2" presStyleLbl="asst1" presStyleIdx="3" presStyleCnt="6"/>
      <dgm:spPr/>
    </dgm:pt>
    <dgm:pt modelId="{6E984A00-F904-4B27-B35B-E04205A6915D}" type="pres">
      <dgm:prSet presAssocID="{CFA26ED2-16C4-409E-A009-BDE8B139564A}" presName="text2" presStyleLbl="fgAcc2" presStyleIdx="5" presStyleCnt="9">
        <dgm:presLayoutVars>
          <dgm:chPref val="3"/>
        </dgm:presLayoutVars>
      </dgm:prSet>
      <dgm:spPr/>
    </dgm:pt>
    <dgm:pt modelId="{9C46E09B-0E54-4919-A5EB-FE3AD745F88E}" type="pres">
      <dgm:prSet presAssocID="{CFA26ED2-16C4-409E-A009-BDE8B139564A}" presName="hierChild3" presStyleCnt="0"/>
      <dgm:spPr/>
    </dgm:pt>
    <dgm:pt modelId="{E81E2FA0-CB1F-4860-8074-EE61766627A0}" type="pres">
      <dgm:prSet presAssocID="{0CDDD31F-8DE8-45B6-8F35-F30177C3FA08}" presName="Name10" presStyleLbl="parChTrans1D2" presStyleIdx="6" presStyleCnt="9"/>
      <dgm:spPr/>
    </dgm:pt>
    <dgm:pt modelId="{44637541-436F-481D-9D43-1E1B249488ED}" type="pres">
      <dgm:prSet presAssocID="{0F870087-D752-4ED1-AF30-59E7DD289905}" presName="hierRoot2" presStyleCnt="0"/>
      <dgm:spPr/>
    </dgm:pt>
    <dgm:pt modelId="{9BB0E346-12D4-4350-BDB6-D6D07188A026}" type="pres">
      <dgm:prSet presAssocID="{0F870087-D752-4ED1-AF30-59E7DD289905}" presName="composite2" presStyleCnt="0"/>
      <dgm:spPr/>
    </dgm:pt>
    <dgm:pt modelId="{D911D37D-5AA3-4E39-B07D-2A50026F1BBE}" type="pres">
      <dgm:prSet presAssocID="{0F870087-D752-4ED1-AF30-59E7DD289905}" presName="background2" presStyleLbl="asst1" presStyleIdx="4" presStyleCnt="6"/>
      <dgm:spPr/>
    </dgm:pt>
    <dgm:pt modelId="{78F05DA2-2BD4-4569-BBD5-0A2224390A8C}" type="pres">
      <dgm:prSet presAssocID="{0F870087-D752-4ED1-AF30-59E7DD289905}" presName="text2" presStyleLbl="fgAcc2" presStyleIdx="6" presStyleCnt="9">
        <dgm:presLayoutVars>
          <dgm:chPref val="3"/>
        </dgm:presLayoutVars>
      </dgm:prSet>
      <dgm:spPr/>
    </dgm:pt>
    <dgm:pt modelId="{8F95F27A-E77F-4702-B2AB-A6B489CFB65F}" type="pres">
      <dgm:prSet presAssocID="{0F870087-D752-4ED1-AF30-59E7DD289905}" presName="hierChild3" presStyleCnt="0"/>
      <dgm:spPr/>
    </dgm:pt>
    <dgm:pt modelId="{787226F5-C587-4C7A-AB14-2DC859E4FF5A}" type="pres">
      <dgm:prSet presAssocID="{98741F32-2EA9-4EF5-A66D-6BAAE9BD874C}" presName="Name10" presStyleLbl="parChTrans1D2" presStyleIdx="7" presStyleCnt="9"/>
      <dgm:spPr/>
    </dgm:pt>
    <dgm:pt modelId="{793A5CEE-A6F1-4F7B-9E5D-F470ED95D426}" type="pres">
      <dgm:prSet presAssocID="{451510BF-7200-48F2-917E-C2B38D33A913}" presName="hierRoot2" presStyleCnt="0"/>
      <dgm:spPr/>
    </dgm:pt>
    <dgm:pt modelId="{951CF33D-AA1D-49BB-A105-48CF1FEED25A}" type="pres">
      <dgm:prSet presAssocID="{451510BF-7200-48F2-917E-C2B38D33A913}" presName="composite2" presStyleCnt="0"/>
      <dgm:spPr/>
    </dgm:pt>
    <dgm:pt modelId="{C4A251BD-BF79-479E-885F-E975B5D421A1}" type="pres">
      <dgm:prSet presAssocID="{451510BF-7200-48F2-917E-C2B38D33A913}" presName="background2" presStyleLbl="node2" presStyleIdx="2" presStyleCnt="3"/>
      <dgm:spPr/>
    </dgm:pt>
    <dgm:pt modelId="{B1A8802C-11BB-4D79-8A51-1D352F8A4FBA}" type="pres">
      <dgm:prSet presAssocID="{451510BF-7200-48F2-917E-C2B38D33A913}" presName="text2" presStyleLbl="fgAcc2" presStyleIdx="7" presStyleCnt="9">
        <dgm:presLayoutVars>
          <dgm:chPref val="3"/>
        </dgm:presLayoutVars>
      </dgm:prSet>
      <dgm:spPr/>
    </dgm:pt>
    <dgm:pt modelId="{0362CFD3-7677-4DAB-8526-B0EC980EBA57}" type="pres">
      <dgm:prSet presAssocID="{451510BF-7200-48F2-917E-C2B38D33A913}" presName="hierChild3" presStyleCnt="0"/>
      <dgm:spPr/>
    </dgm:pt>
    <dgm:pt modelId="{E4066573-3358-4FAF-82B5-0F16C17FE8B3}" type="pres">
      <dgm:prSet presAssocID="{E592B01F-B69D-4940-84E6-E84EF2A31184}" presName="Name17" presStyleLbl="parChTrans1D3" presStyleIdx="1" presStyleCnt="3"/>
      <dgm:spPr/>
    </dgm:pt>
    <dgm:pt modelId="{0EE4D053-9621-4668-8AD0-C12861DB9063}" type="pres">
      <dgm:prSet presAssocID="{26C52AC1-D75A-41D9-BC2A-8B8239133549}" presName="hierRoot3" presStyleCnt="0"/>
      <dgm:spPr/>
    </dgm:pt>
    <dgm:pt modelId="{BCB5469E-B155-4C62-88E0-E830E8ED67A0}" type="pres">
      <dgm:prSet presAssocID="{26C52AC1-D75A-41D9-BC2A-8B8239133549}" presName="composite3" presStyleCnt="0"/>
      <dgm:spPr/>
    </dgm:pt>
    <dgm:pt modelId="{54C9D34A-8E47-4319-BDE9-E66F890CC1F1}" type="pres">
      <dgm:prSet presAssocID="{26C52AC1-D75A-41D9-BC2A-8B8239133549}" presName="background3" presStyleLbl="asst2" presStyleIdx="0" presStyleCnt="2"/>
      <dgm:spPr/>
    </dgm:pt>
    <dgm:pt modelId="{318EEC1A-C180-4CEB-A276-864CFE54098D}" type="pres">
      <dgm:prSet presAssocID="{26C52AC1-D75A-41D9-BC2A-8B8239133549}" presName="text3" presStyleLbl="fgAcc3" presStyleIdx="1" presStyleCnt="3" custScaleX="126564" custScaleY="194242">
        <dgm:presLayoutVars>
          <dgm:chPref val="3"/>
        </dgm:presLayoutVars>
      </dgm:prSet>
      <dgm:spPr/>
    </dgm:pt>
    <dgm:pt modelId="{E28FD1AD-615C-4A0F-8A3F-5BB4E1D67B74}" type="pres">
      <dgm:prSet presAssocID="{26C52AC1-D75A-41D9-BC2A-8B8239133549}" presName="hierChild4" presStyleCnt="0"/>
      <dgm:spPr/>
    </dgm:pt>
    <dgm:pt modelId="{C704C260-4CA9-4BDF-868A-1E86BAD97417}" type="pres">
      <dgm:prSet presAssocID="{FD0AF88F-220B-4F67-8F85-66A335F88FAF}" presName="Name17" presStyleLbl="parChTrans1D3" presStyleIdx="2" presStyleCnt="3"/>
      <dgm:spPr/>
    </dgm:pt>
    <dgm:pt modelId="{0C11D9F6-1FC7-4743-AB78-0C9FE77BDB1A}" type="pres">
      <dgm:prSet presAssocID="{2932FAF7-CD8F-40A1-A543-26FACDFBF554}" presName="hierRoot3" presStyleCnt="0"/>
      <dgm:spPr/>
    </dgm:pt>
    <dgm:pt modelId="{A0159D55-6275-4722-A8AA-C498FD99BFDC}" type="pres">
      <dgm:prSet presAssocID="{2932FAF7-CD8F-40A1-A543-26FACDFBF554}" presName="composite3" presStyleCnt="0"/>
      <dgm:spPr/>
    </dgm:pt>
    <dgm:pt modelId="{F40902C4-852A-4016-91CD-7135C202960B}" type="pres">
      <dgm:prSet presAssocID="{2932FAF7-CD8F-40A1-A543-26FACDFBF554}" presName="background3" presStyleLbl="asst2" presStyleIdx="1" presStyleCnt="2"/>
      <dgm:spPr/>
    </dgm:pt>
    <dgm:pt modelId="{C0960823-2A21-4461-824B-A9B1A691765D}" type="pres">
      <dgm:prSet presAssocID="{2932FAF7-CD8F-40A1-A543-26FACDFBF554}" presName="text3" presStyleLbl="fgAcc3" presStyleIdx="2" presStyleCnt="3" custScaleY="134490">
        <dgm:presLayoutVars>
          <dgm:chPref val="3"/>
        </dgm:presLayoutVars>
      </dgm:prSet>
      <dgm:spPr/>
    </dgm:pt>
    <dgm:pt modelId="{0604A948-E21D-4017-9C11-8EF994DE9E93}" type="pres">
      <dgm:prSet presAssocID="{2932FAF7-CD8F-40A1-A543-26FACDFBF554}" presName="hierChild4" presStyleCnt="0"/>
      <dgm:spPr/>
    </dgm:pt>
    <dgm:pt modelId="{0A4DE49A-BE55-4425-AC43-401341A4BD08}" type="pres">
      <dgm:prSet presAssocID="{AE358185-B88F-4DF3-A58B-3B98EFE04A85}" presName="Name10" presStyleLbl="parChTrans1D2" presStyleIdx="8" presStyleCnt="9"/>
      <dgm:spPr/>
    </dgm:pt>
    <dgm:pt modelId="{83FB225C-31D1-4B63-A95A-FEBD5DD60AE6}" type="pres">
      <dgm:prSet presAssocID="{6CB5C1BE-A616-4089-9D4D-4C52558B8ECF}" presName="hierRoot2" presStyleCnt="0"/>
      <dgm:spPr/>
    </dgm:pt>
    <dgm:pt modelId="{D60BADFB-97FA-4D3B-8873-05FAF4F2FCC3}" type="pres">
      <dgm:prSet presAssocID="{6CB5C1BE-A616-4089-9D4D-4C52558B8ECF}" presName="composite2" presStyleCnt="0"/>
      <dgm:spPr/>
    </dgm:pt>
    <dgm:pt modelId="{61CFD1F1-E1DD-4D22-91E9-EAEEE481E778}" type="pres">
      <dgm:prSet presAssocID="{6CB5C1BE-A616-4089-9D4D-4C52558B8ECF}" presName="background2" presStyleLbl="asst1" presStyleIdx="5" presStyleCnt="6"/>
      <dgm:spPr/>
    </dgm:pt>
    <dgm:pt modelId="{5D2114CA-924C-4632-AF77-8AC9102A35F8}" type="pres">
      <dgm:prSet presAssocID="{6CB5C1BE-A616-4089-9D4D-4C52558B8ECF}" presName="text2" presStyleLbl="fgAcc2" presStyleIdx="8" presStyleCnt="9">
        <dgm:presLayoutVars>
          <dgm:chPref val="3"/>
        </dgm:presLayoutVars>
      </dgm:prSet>
      <dgm:spPr/>
    </dgm:pt>
    <dgm:pt modelId="{51055A77-E351-4202-8A4B-30036FB3C2AF}" type="pres">
      <dgm:prSet presAssocID="{6CB5C1BE-A616-4089-9D4D-4C52558B8ECF}" presName="hierChild3" presStyleCnt="0"/>
      <dgm:spPr/>
    </dgm:pt>
  </dgm:ptLst>
  <dgm:cxnLst>
    <dgm:cxn modelId="{284BA500-12C3-42E8-A97A-46B5FF15F1FE}" type="presOf" srcId="{4F3FAFFE-95DB-4C9C-B7E5-68ADD31BE5A3}" destId="{8F612D6B-DD5A-41D9-A0F5-CB79B23F7CE2}" srcOrd="0" destOrd="0" presId="urn:microsoft.com/office/officeart/2005/8/layout/hierarchy1"/>
    <dgm:cxn modelId="{1F848D04-E118-47FC-9DE0-AB134B7EB9E1}" type="presOf" srcId="{EB8DC32E-865D-435F-9289-E39DC51FCC72}" destId="{248C6A93-1652-4F8D-BC43-24B95DA51196}" srcOrd="0" destOrd="0" presId="urn:microsoft.com/office/officeart/2005/8/layout/hierarchy1"/>
    <dgm:cxn modelId="{C367D506-C0CF-4CC1-89EE-E1CB65950BA6}" srcId="{FF5C6F14-B3DF-49F9-90FC-DB578FAB1857}" destId="{795702DE-9D64-46C7-8358-98BBC9C76AD8}" srcOrd="0" destOrd="0" parTransId="{D6876B59-167A-4F73-8376-E214294C0434}" sibTransId="{AF380086-5EF4-44BA-9FCE-750521E3950E}"/>
    <dgm:cxn modelId="{FE21180B-E12B-4FCE-B303-140A9EA06BBA}" type="presOf" srcId="{26D16FF6-AD51-4D70-9087-FC1758DFA4BA}" destId="{8235A6D7-3DD9-43F2-B086-6E655FE4BAF6}" srcOrd="0" destOrd="0" presId="urn:microsoft.com/office/officeart/2005/8/layout/hierarchy1"/>
    <dgm:cxn modelId="{66D0A116-C280-4745-880A-3143F714B7E4}" type="presOf" srcId="{3C879797-A8B0-46A9-95A8-55F88CA52200}" destId="{14E1E6A4-C360-46FC-A463-CDDFA2BC3C23}" srcOrd="0" destOrd="0" presId="urn:microsoft.com/office/officeart/2005/8/layout/hierarchy1"/>
    <dgm:cxn modelId="{237B511C-DD97-451D-9442-BCDECEADD75D}" type="presOf" srcId="{FC5587F7-A65B-419C-ABF8-06FEDDE5B73D}" destId="{8C0341A1-41FD-4D14-9053-2D78FA5F4125}" srcOrd="0" destOrd="0" presId="urn:microsoft.com/office/officeart/2005/8/layout/hierarchy1"/>
    <dgm:cxn modelId="{F996121D-8838-4419-89DA-1B786EB2E701}" type="presOf" srcId="{55636FCF-C3FD-4053-9A11-5D242F7931AE}" destId="{29F89EE7-F488-473A-BF73-3D5DBCE26EBF}" srcOrd="0" destOrd="0" presId="urn:microsoft.com/office/officeart/2005/8/layout/hierarchy1"/>
    <dgm:cxn modelId="{A01EF826-A70D-4772-A989-8717A04ABCCB}" srcId="{0F5B4068-22C2-4DE6-BC66-53FF2E98A016}" destId="{C419E2C1-596F-42F2-A6CE-31173570559D}" srcOrd="0" destOrd="0" parTransId="{3C879797-A8B0-46A9-95A8-55F88CA52200}" sibTransId="{E95399A6-C5F9-49E4-B6DB-A2BC8E7E8FF7}"/>
    <dgm:cxn modelId="{35CFD727-0B3E-4677-B370-4DA17C57A314}" srcId="{795702DE-9D64-46C7-8358-98BBC9C76AD8}" destId="{451510BF-7200-48F2-917E-C2B38D33A913}" srcOrd="7" destOrd="0" parTransId="{98741F32-2EA9-4EF5-A66D-6BAAE9BD874C}" sibTransId="{797A5AE6-8261-4BC5-A9B5-9CEA4511A3C1}"/>
    <dgm:cxn modelId="{D1D0423A-000C-449C-B828-58CA2BAF3B1E}" type="presOf" srcId="{0F870087-D752-4ED1-AF30-59E7DD289905}" destId="{78F05DA2-2BD4-4569-BBD5-0A2224390A8C}" srcOrd="0" destOrd="0" presId="urn:microsoft.com/office/officeart/2005/8/layout/hierarchy1"/>
    <dgm:cxn modelId="{629C783B-9DF6-47E3-83D0-1843E0318BB2}" srcId="{451510BF-7200-48F2-917E-C2B38D33A913}" destId="{26C52AC1-D75A-41D9-BC2A-8B8239133549}" srcOrd="0" destOrd="0" parTransId="{E592B01F-B69D-4940-84E6-E84EF2A31184}" sibTransId="{2D0EDA1E-3BC1-4441-A0CE-5A57E986FF1E}"/>
    <dgm:cxn modelId="{C01D3B3C-0CFC-4D5D-B43C-1841F844C65A}" srcId="{795702DE-9D64-46C7-8358-98BBC9C76AD8}" destId="{6CB5C1BE-A616-4089-9D4D-4C52558B8ECF}" srcOrd="8" destOrd="0" parTransId="{AE358185-B88F-4DF3-A58B-3B98EFE04A85}" sibTransId="{1061F500-9863-4855-9292-A6FE1FD0CA81}"/>
    <dgm:cxn modelId="{22393542-03E9-4D6F-B0EC-A44A39B51EB3}" type="presOf" srcId="{14028463-B37F-4CAB-B02C-759BD00378FB}" destId="{86B8F050-6D27-4A18-95B8-50BD09646B39}" srcOrd="0" destOrd="0" presId="urn:microsoft.com/office/officeart/2005/8/layout/hierarchy1"/>
    <dgm:cxn modelId="{8315E643-343E-48D5-AEBE-A0C1AB0A530E}" type="presOf" srcId="{C419E2C1-596F-42F2-A6CE-31173570559D}" destId="{DBE40AC5-B8B5-4E5D-9232-55B303DC1B4E}" srcOrd="0" destOrd="0" presId="urn:microsoft.com/office/officeart/2005/8/layout/hierarchy1"/>
    <dgm:cxn modelId="{22D5C84D-5E5F-4676-A536-56B7BC933A54}" srcId="{C419E2C1-596F-42F2-A6CE-31173570559D}" destId="{F52F3AAD-2444-4E02-ACB6-2F2DDA9830C1}" srcOrd="1" destOrd="0" parTransId="{D5C81C23-7313-4A59-8D70-6594EF370CC5}" sibTransId="{42DB9A73-BF7D-4439-AB1A-84303A62F3D1}"/>
    <dgm:cxn modelId="{DB414250-74CC-4DA4-8E8F-F4D600385D9F}" type="presOf" srcId="{26C52AC1-D75A-41D9-BC2A-8B8239133549}" destId="{318EEC1A-C180-4CEB-A276-864CFE54098D}" srcOrd="0" destOrd="0" presId="urn:microsoft.com/office/officeart/2005/8/layout/hierarchy1"/>
    <dgm:cxn modelId="{219C3773-3D1A-479D-A7A6-2D9D9DF8837F}" type="presOf" srcId="{2932FAF7-CD8F-40A1-A543-26FACDFBF554}" destId="{C0960823-2A21-4461-824B-A9B1A691765D}" srcOrd="0" destOrd="0" presId="urn:microsoft.com/office/officeart/2005/8/layout/hierarchy1"/>
    <dgm:cxn modelId="{7DAB1354-7045-40EC-941A-E3D283BA41F3}" type="presOf" srcId="{98741F32-2EA9-4EF5-A66D-6BAAE9BD874C}" destId="{787226F5-C587-4C7A-AB14-2DC859E4FF5A}" srcOrd="0" destOrd="0" presId="urn:microsoft.com/office/officeart/2005/8/layout/hierarchy1"/>
    <dgm:cxn modelId="{0DFEFC75-ACEE-465E-84EA-B5D75D07CE5F}" type="presOf" srcId="{B5C6CDC6-FE07-493F-BDC6-B76E62F1DC54}" destId="{47E7EE0A-E2FB-4441-840F-5246A44C06DA}" srcOrd="0" destOrd="0" presId="urn:microsoft.com/office/officeart/2005/8/layout/hierarchy1"/>
    <dgm:cxn modelId="{42A38157-7BC0-43FC-9D09-2C3747E7DFDA}" type="presOf" srcId="{FF5C6F14-B3DF-49F9-90FC-DB578FAB1857}" destId="{DED94CEC-E0AC-4240-B43F-10D64D49D6BC}" srcOrd="0" destOrd="0" presId="urn:microsoft.com/office/officeart/2005/8/layout/hierarchy1"/>
    <dgm:cxn modelId="{B0C29879-A509-43D2-9807-759126F27D59}" type="presOf" srcId="{9D13ADC7-DA48-4B5D-BF10-F5C482100852}" destId="{70660A89-B287-4401-99D6-75CD58965B79}" srcOrd="0" destOrd="0" presId="urn:microsoft.com/office/officeart/2005/8/layout/hierarchy1"/>
    <dgm:cxn modelId="{B159A159-70A9-4F8A-91C6-F13BEFBB0B1E}" srcId="{795702DE-9D64-46C7-8358-98BBC9C76AD8}" destId="{14028463-B37F-4CAB-B02C-759BD00378FB}" srcOrd="2" destOrd="0" parTransId="{FC5587F7-A65B-419C-ABF8-06FEDDE5B73D}" sibTransId="{41B32885-A86C-4744-A54B-4BE7835647D8}"/>
    <dgm:cxn modelId="{12EFB77D-E4CB-4A9E-A24F-5C39B35FA688}" type="presOf" srcId="{AE358185-B88F-4DF3-A58B-3B98EFE04A85}" destId="{0A4DE49A-BE55-4425-AC43-401341A4BD08}" srcOrd="0" destOrd="0" presId="urn:microsoft.com/office/officeart/2005/8/layout/hierarchy1"/>
    <dgm:cxn modelId="{8A414180-F597-446B-9CA0-B15B0BB22FE3}" srcId="{451510BF-7200-48F2-917E-C2B38D33A913}" destId="{2932FAF7-CD8F-40A1-A543-26FACDFBF554}" srcOrd="1" destOrd="0" parTransId="{FD0AF88F-220B-4F67-8F85-66A335F88FAF}" sibTransId="{4CB9EBB3-D896-468E-A644-A50EE00EAB0A}"/>
    <dgm:cxn modelId="{61548C81-2F0D-4413-B568-20D5E9EC7C05}" srcId="{795702DE-9D64-46C7-8358-98BBC9C76AD8}" destId="{26D16FF6-AD51-4D70-9087-FC1758DFA4BA}" srcOrd="3" destOrd="0" parTransId="{D01F807D-DD0A-4E41-A8AE-1E567EC039E8}" sibTransId="{7A711289-DA81-4BEC-BDB7-30599A3AC9BE}"/>
    <dgm:cxn modelId="{9F7C0DA0-8E33-48F5-9899-5F1135C8B107}" srcId="{795702DE-9D64-46C7-8358-98BBC9C76AD8}" destId="{CFA26ED2-16C4-409E-A009-BDE8B139564A}" srcOrd="5" destOrd="0" parTransId="{B5C6CDC6-FE07-493F-BDC6-B76E62F1DC54}" sibTransId="{E06D875A-E109-446D-98D1-B2310B3D25DA}"/>
    <dgm:cxn modelId="{AB6079A7-E6D2-4259-8A29-D6572250DB55}" type="presOf" srcId="{0CDDD31F-8DE8-45B6-8F35-F30177C3FA08}" destId="{E81E2FA0-CB1F-4860-8074-EE61766627A0}" srcOrd="0" destOrd="0" presId="urn:microsoft.com/office/officeart/2005/8/layout/hierarchy1"/>
    <dgm:cxn modelId="{CF40BEA7-60F4-4829-920F-BCFA36028DDD}" type="presOf" srcId="{684246AB-C659-4FDF-B62E-BE8B40105EE7}" destId="{399BF63B-BBCF-43C8-99D4-BB184C26481E}" srcOrd="0" destOrd="0" presId="urn:microsoft.com/office/officeart/2005/8/layout/hierarchy1"/>
    <dgm:cxn modelId="{A13A24B0-C6B8-4DF0-9334-738B2A3C126B}" srcId="{795702DE-9D64-46C7-8358-98BBC9C76AD8}" destId="{EB8DC32E-865D-435F-9289-E39DC51FCC72}" srcOrd="4" destOrd="0" parTransId="{D2A57403-BB26-48D5-B737-5740465F02A7}" sibTransId="{2BD46014-6E25-45EC-905C-450EDF6515B9}"/>
    <dgm:cxn modelId="{CF4371B4-D894-4FA4-9FFE-E68D63FBF814}" srcId="{795702DE-9D64-46C7-8358-98BBC9C76AD8}" destId="{0F870087-D752-4ED1-AF30-59E7DD289905}" srcOrd="6" destOrd="0" parTransId="{0CDDD31F-8DE8-45B6-8F35-F30177C3FA08}" sibTransId="{DCDE8476-3550-40B0-BE6A-3C4E642610E8}"/>
    <dgm:cxn modelId="{AA6735B7-D7B1-4743-A2B6-6483F7348FCB}" srcId="{795702DE-9D64-46C7-8358-98BBC9C76AD8}" destId="{684246AB-C659-4FDF-B62E-BE8B40105EE7}" srcOrd="0" destOrd="0" parTransId="{4F3FAFFE-95DB-4C9C-B7E5-68ADD31BE5A3}" sibTransId="{F41D190B-154E-42A5-A47B-4E0861ED8266}"/>
    <dgm:cxn modelId="{263322B9-A57E-4338-9988-111B1C1FB879}" type="presOf" srcId="{F52F3AAD-2444-4E02-ACB6-2F2DDA9830C1}" destId="{265E95FA-F418-4295-80C0-04ABE4A81F1A}" srcOrd="0" destOrd="0" presId="urn:microsoft.com/office/officeart/2005/8/layout/hierarchy1"/>
    <dgm:cxn modelId="{BBD074BD-42BA-4E0B-A8C5-AED3FE9D1BCB}" type="presOf" srcId="{D5C81C23-7313-4A59-8D70-6594EF370CC5}" destId="{344145C7-EBB8-4981-88FF-CD4B42F2A449}" srcOrd="0" destOrd="0" presId="urn:microsoft.com/office/officeart/2005/8/layout/hierarchy1"/>
    <dgm:cxn modelId="{8FF760C4-4704-40A7-9ECB-C1054586CB3D}" type="presOf" srcId="{6CB5C1BE-A616-4089-9D4D-4C52558B8ECF}" destId="{5D2114CA-924C-4632-AF77-8AC9102A35F8}" srcOrd="0" destOrd="0" presId="urn:microsoft.com/office/officeart/2005/8/layout/hierarchy1"/>
    <dgm:cxn modelId="{BFFEADCE-8783-4F1F-B5AE-038DFDC564F5}" type="presOf" srcId="{E592B01F-B69D-4940-84E6-E84EF2A31184}" destId="{E4066573-3358-4FAF-82B5-0F16C17FE8B3}" srcOrd="0" destOrd="0" presId="urn:microsoft.com/office/officeart/2005/8/layout/hierarchy1"/>
    <dgm:cxn modelId="{2848A5D3-5AFD-41B2-BCEB-85D5E691EA15}" srcId="{795702DE-9D64-46C7-8358-98BBC9C76AD8}" destId="{0F5B4068-22C2-4DE6-BC66-53FF2E98A016}" srcOrd="1" destOrd="0" parTransId="{CA5BB5A9-4B78-49D7-883B-FE574F12B944}" sibTransId="{307A404F-F040-4F77-93F6-2277D6A71465}"/>
    <dgm:cxn modelId="{EF7E7ED5-1C0F-44D8-891F-D683F7322429}" type="presOf" srcId="{CFA26ED2-16C4-409E-A009-BDE8B139564A}" destId="{6E984A00-F904-4B27-B35B-E04205A6915D}" srcOrd="0" destOrd="0" presId="urn:microsoft.com/office/officeart/2005/8/layout/hierarchy1"/>
    <dgm:cxn modelId="{227FFCDE-9221-40C2-9C56-6468FB9FC267}" type="presOf" srcId="{0F5B4068-22C2-4DE6-BC66-53FF2E98A016}" destId="{420DB59B-8D07-424D-BD69-AC739F852C93}" srcOrd="0" destOrd="0" presId="urn:microsoft.com/office/officeart/2005/8/layout/hierarchy1"/>
    <dgm:cxn modelId="{B4AEA9E0-F57E-4C26-BCA0-CA4ED469BE69}" type="presOf" srcId="{D01F807D-DD0A-4E41-A8AE-1E567EC039E8}" destId="{35963E7F-C55C-42EE-BD86-42AD2E3E82D2}" srcOrd="0" destOrd="0" presId="urn:microsoft.com/office/officeart/2005/8/layout/hierarchy1"/>
    <dgm:cxn modelId="{DF375CE7-24EF-44AA-B1BF-3A1E9568F132}" type="presOf" srcId="{795702DE-9D64-46C7-8358-98BBC9C76AD8}" destId="{A73F2595-302E-40C7-8893-D7624C032BD8}" srcOrd="0" destOrd="0" presId="urn:microsoft.com/office/officeart/2005/8/layout/hierarchy1"/>
    <dgm:cxn modelId="{2A2E20F0-333F-4F9B-AC62-83EBE76588C2}" type="presOf" srcId="{FD0AF88F-220B-4F67-8F85-66A335F88FAF}" destId="{C704C260-4CA9-4BDF-868A-1E86BAD97417}" srcOrd="0" destOrd="0" presId="urn:microsoft.com/office/officeart/2005/8/layout/hierarchy1"/>
    <dgm:cxn modelId="{E6F7BBF3-5F22-4814-8A9E-42FA757EE823}" type="presOf" srcId="{451510BF-7200-48F2-917E-C2B38D33A913}" destId="{B1A8802C-11BB-4D79-8A51-1D352F8A4FBA}" srcOrd="0" destOrd="0" presId="urn:microsoft.com/office/officeart/2005/8/layout/hierarchy1"/>
    <dgm:cxn modelId="{0024F4F4-CCB6-49CF-B0F7-B4AB72FE5E0E}" type="presOf" srcId="{D2A57403-BB26-48D5-B737-5740465F02A7}" destId="{FA791201-791C-44F4-B38C-9907918DDA98}" srcOrd="0" destOrd="0" presId="urn:microsoft.com/office/officeart/2005/8/layout/hierarchy1"/>
    <dgm:cxn modelId="{FC1CA8F5-A18F-42AF-A850-B081C99AACB7}" type="presOf" srcId="{CA5BB5A9-4B78-49D7-883B-FE574F12B944}" destId="{DFBF5EF1-D5B8-47B4-AB4F-563085E2FD97}" srcOrd="0" destOrd="0" presId="urn:microsoft.com/office/officeart/2005/8/layout/hierarchy1"/>
    <dgm:cxn modelId="{C828BBFD-E5F3-4034-9A93-AFB2C69C3232}" srcId="{C419E2C1-596F-42F2-A6CE-31173570559D}" destId="{55636FCF-C3FD-4053-9A11-5D242F7931AE}" srcOrd="0" destOrd="0" parTransId="{9D13ADC7-DA48-4B5D-BF10-F5C482100852}" sibTransId="{C4243631-0A4D-47AA-A3C7-F77641199E86}"/>
    <dgm:cxn modelId="{312FB5C5-6664-4116-98A4-410C1FA64039}" type="presParOf" srcId="{DED94CEC-E0AC-4240-B43F-10D64D49D6BC}" destId="{4227E78E-B76A-4623-9FAA-FAB94F876CC9}" srcOrd="0" destOrd="0" presId="urn:microsoft.com/office/officeart/2005/8/layout/hierarchy1"/>
    <dgm:cxn modelId="{5B3A5467-637D-4D8A-95EE-E548D9A2F01A}" type="presParOf" srcId="{4227E78E-B76A-4623-9FAA-FAB94F876CC9}" destId="{ECBC18FE-DE7F-4872-A406-42161D30C647}" srcOrd="0" destOrd="0" presId="urn:microsoft.com/office/officeart/2005/8/layout/hierarchy1"/>
    <dgm:cxn modelId="{AF15430C-84F8-4FD3-A7DC-DC5DC010356A}" type="presParOf" srcId="{ECBC18FE-DE7F-4872-A406-42161D30C647}" destId="{CA01D409-AC4C-43E1-8C9E-63DD32F174CD}" srcOrd="0" destOrd="0" presId="urn:microsoft.com/office/officeart/2005/8/layout/hierarchy1"/>
    <dgm:cxn modelId="{8D9CFEA3-9059-4BA0-ACEE-0CDBEC8D7429}" type="presParOf" srcId="{ECBC18FE-DE7F-4872-A406-42161D30C647}" destId="{A73F2595-302E-40C7-8893-D7624C032BD8}" srcOrd="1" destOrd="0" presId="urn:microsoft.com/office/officeart/2005/8/layout/hierarchy1"/>
    <dgm:cxn modelId="{A1C5AF1E-FA5A-4456-BEC2-F1BE8F871826}" type="presParOf" srcId="{4227E78E-B76A-4623-9FAA-FAB94F876CC9}" destId="{B79DAD70-EDEE-41A1-A577-060167491149}" srcOrd="1" destOrd="0" presId="urn:microsoft.com/office/officeart/2005/8/layout/hierarchy1"/>
    <dgm:cxn modelId="{AFB9D8CC-A946-48B5-BE95-5659D2D1F585}" type="presParOf" srcId="{B79DAD70-EDEE-41A1-A577-060167491149}" destId="{8F612D6B-DD5A-41D9-A0F5-CB79B23F7CE2}" srcOrd="0" destOrd="0" presId="urn:microsoft.com/office/officeart/2005/8/layout/hierarchy1"/>
    <dgm:cxn modelId="{3755FF00-BB49-436C-B5F8-09F3F379C1F1}" type="presParOf" srcId="{B79DAD70-EDEE-41A1-A577-060167491149}" destId="{9AC6949C-91C0-44C7-8EA7-F3A1B2047F6E}" srcOrd="1" destOrd="0" presId="urn:microsoft.com/office/officeart/2005/8/layout/hierarchy1"/>
    <dgm:cxn modelId="{A527D103-D1C2-4F67-B72C-5762BDDBB952}" type="presParOf" srcId="{9AC6949C-91C0-44C7-8EA7-F3A1B2047F6E}" destId="{CB457F60-F723-4933-A726-B63E59E31AA4}" srcOrd="0" destOrd="0" presId="urn:microsoft.com/office/officeart/2005/8/layout/hierarchy1"/>
    <dgm:cxn modelId="{ECEB315C-4927-48BD-A29E-946727AA3244}" type="presParOf" srcId="{CB457F60-F723-4933-A726-B63E59E31AA4}" destId="{1207FDCD-61EF-4957-90F0-DB6CBC759EFD}" srcOrd="0" destOrd="0" presId="urn:microsoft.com/office/officeart/2005/8/layout/hierarchy1"/>
    <dgm:cxn modelId="{9C2E7163-5A92-4BC9-8412-668E27D7DFA1}" type="presParOf" srcId="{CB457F60-F723-4933-A726-B63E59E31AA4}" destId="{399BF63B-BBCF-43C8-99D4-BB184C26481E}" srcOrd="1" destOrd="0" presId="urn:microsoft.com/office/officeart/2005/8/layout/hierarchy1"/>
    <dgm:cxn modelId="{90176025-57E3-4B70-91B4-3047E1975AB9}" type="presParOf" srcId="{9AC6949C-91C0-44C7-8EA7-F3A1B2047F6E}" destId="{255BF691-C5CA-4601-BBEC-F0916849A72D}" srcOrd="1" destOrd="0" presId="urn:microsoft.com/office/officeart/2005/8/layout/hierarchy1"/>
    <dgm:cxn modelId="{19427F15-385D-406E-AEB9-CA9D89424863}" type="presParOf" srcId="{B79DAD70-EDEE-41A1-A577-060167491149}" destId="{DFBF5EF1-D5B8-47B4-AB4F-563085E2FD97}" srcOrd="2" destOrd="0" presId="urn:microsoft.com/office/officeart/2005/8/layout/hierarchy1"/>
    <dgm:cxn modelId="{9180FB77-98A4-4C23-A9C5-A327D250379F}" type="presParOf" srcId="{B79DAD70-EDEE-41A1-A577-060167491149}" destId="{06B38C7D-FBC0-4C23-83F0-60D99CD5B17D}" srcOrd="3" destOrd="0" presId="urn:microsoft.com/office/officeart/2005/8/layout/hierarchy1"/>
    <dgm:cxn modelId="{0ECBE13F-013B-4544-9D04-38CC8D4FEC50}" type="presParOf" srcId="{06B38C7D-FBC0-4C23-83F0-60D99CD5B17D}" destId="{A4475942-24F0-41E4-8B42-F544AF938174}" srcOrd="0" destOrd="0" presId="urn:microsoft.com/office/officeart/2005/8/layout/hierarchy1"/>
    <dgm:cxn modelId="{05587208-B95D-4DD0-B1F6-F97B217FB5F0}" type="presParOf" srcId="{A4475942-24F0-41E4-8B42-F544AF938174}" destId="{72F37EAF-D787-4A5E-8CAD-5562F6735C9E}" srcOrd="0" destOrd="0" presId="urn:microsoft.com/office/officeart/2005/8/layout/hierarchy1"/>
    <dgm:cxn modelId="{D5714872-D6AC-4650-A915-AAEEFA78E405}" type="presParOf" srcId="{A4475942-24F0-41E4-8B42-F544AF938174}" destId="{420DB59B-8D07-424D-BD69-AC739F852C93}" srcOrd="1" destOrd="0" presId="urn:microsoft.com/office/officeart/2005/8/layout/hierarchy1"/>
    <dgm:cxn modelId="{E54E9BF2-0213-4592-A787-F3CCC8AC4F7C}" type="presParOf" srcId="{06B38C7D-FBC0-4C23-83F0-60D99CD5B17D}" destId="{39935EE6-E588-48F0-94FD-6693AA523F56}" srcOrd="1" destOrd="0" presId="urn:microsoft.com/office/officeart/2005/8/layout/hierarchy1"/>
    <dgm:cxn modelId="{C916D4AA-49A3-435C-B13F-AF94C814E85C}" type="presParOf" srcId="{39935EE6-E588-48F0-94FD-6693AA523F56}" destId="{14E1E6A4-C360-46FC-A463-CDDFA2BC3C23}" srcOrd="0" destOrd="0" presId="urn:microsoft.com/office/officeart/2005/8/layout/hierarchy1"/>
    <dgm:cxn modelId="{5B2EDEFE-DB16-4E74-81AD-D2128A69C895}" type="presParOf" srcId="{39935EE6-E588-48F0-94FD-6693AA523F56}" destId="{6DA6CC51-BB44-4608-A0EE-6304F49C45AA}" srcOrd="1" destOrd="0" presId="urn:microsoft.com/office/officeart/2005/8/layout/hierarchy1"/>
    <dgm:cxn modelId="{8AC2AE47-B605-46D4-B89E-53F48ED05204}" type="presParOf" srcId="{6DA6CC51-BB44-4608-A0EE-6304F49C45AA}" destId="{CDDAB671-4733-48AA-9606-6D577776EAED}" srcOrd="0" destOrd="0" presId="urn:microsoft.com/office/officeart/2005/8/layout/hierarchy1"/>
    <dgm:cxn modelId="{952D3C4C-25A8-4827-91EA-DE448C3A3339}" type="presParOf" srcId="{CDDAB671-4733-48AA-9606-6D577776EAED}" destId="{C52F8122-6066-47C8-A1C7-2B38F650B16C}" srcOrd="0" destOrd="0" presId="urn:microsoft.com/office/officeart/2005/8/layout/hierarchy1"/>
    <dgm:cxn modelId="{5C634292-B4A6-4F50-BB1D-CEC21A473916}" type="presParOf" srcId="{CDDAB671-4733-48AA-9606-6D577776EAED}" destId="{DBE40AC5-B8B5-4E5D-9232-55B303DC1B4E}" srcOrd="1" destOrd="0" presId="urn:microsoft.com/office/officeart/2005/8/layout/hierarchy1"/>
    <dgm:cxn modelId="{8FDC3E6A-FE37-4142-A6A4-EF05EBF9451F}" type="presParOf" srcId="{6DA6CC51-BB44-4608-A0EE-6304F49C45AA}" destId="{00234C15-9F8E-410A-A499-DB6CFF790C4F}" srcOrd="1" destOrd="0" presId="urn:microsoft.com/office/officeart/2005/8/layout/hierarchy1"/>
    <dgm:cxn modelId="{300413D8-56C4-4824-9951-FD1D8C1274A6}" type="presParOf" srcId="{00234C15-9F8E-410A-A499-DB6CFF790C4F}" destId="{70660A89-B287-4401-99D6-75CD58965B79}" srcOrd="0" destOrd="0" presId="urn:microsoft.com/office/officeart/2005/8/layout/hierarchy1"/>
    <dgm:cxn modelId="{1CC2515B-9F56-465E-AB28-CCC24105CC99}" type="presParOf" srcId="{00234C15-9F8E-410A-A499-DB6CFF790C4F}" destId="{F3225F69-EB3E-40A9-BF83-BD0DE5051EE9}" srcOrd="1" destOrd="0" presId="urn:microsoft.com/office/officeart/2005/8/layout/hierarchy1"/>
    <dgm:cxn modelId="{5389BD5E-F2B4-4DCB-B598-F0AB8DA25D2E}" type="presParOf" srcId="{F3225F69-EB3E-40A9-BF83-BD0DE5051EE9}" destId="{A60AEB5B-29DC-4A72-B945-D1F181A3522F}" srcOrd="0" destOrd="0" presId="urn:microsoft.com/office/officeart/2005/8/layout/hierarchy1"/>
    <dgm:cxn modelId="{F8C780FB-EF43-4A1A-A0D3-32DB3C651EEA}" type="presParOf" srcId="{A60AEB5B-29DC-4A72-B945-D1F181A3522F}" destId="{6A2858C5-597B-4B88-9CD1-358A64809900}" srcOrd="0" destOrd="0" presId="urn:microsoft.com/office/officeart/2005/8/layout/hierarchy1"/>
    <dgm:cxn modelId="{7503E597-CFFB-4EF1-9DA2-1533A69E18CB}" type="presParOf" srcId="{A60AEB5B-29DC-4A72-B945-D1F181A3522F}" destId="{29F89EE7-F488-473A-BF73-3D5DBCE26EBF}" srcOrd="1" destOrd="0" presId="urn:microsoft.com/office/officeart/2005/8/layout/hierarchy1"/>
    <dgm:cxn modelId="{E1A3E20D-5509-41B5-9DA1-12552A2A77E6}" type="presParOf" srcId="{F3225F69-EB3E-40A9-BF83-BD0DE5051EE9}" destId="{FCC28183-6513-40C6-B5EA-B70CF9715054}" srcOrd="1" destOrd="0" presId="urn:microsoft.com/office/officeart/2005/8/layout/hierarchy1"/>
    <dgm:cxn modelId="{F2B15E24-42D9-41A3-962A-E3A3170FF81B}" type="presParOf" srcId="{00234C15-9F8E-410A-A499-DB6CFF790C4F}" destId="{344145C7-EBB8-4981-88FF-CD4B42F2A449}" srcOrd="2" destOrd="0" presId="urn:microsoft.com/office/officeart/2005/8/layout/hierarchy1"/>
    <dgm:cxn modelId="{CA9E9EA6-C3CE-484B-BCCC-BD871AE8011F}" type="presParOf" srcId="{00234C15-9F8E-410A-A499-DB6CFF790C4F}" destId="{73DDF5C6-F234-4A2D-9410-2956A9122D65}" srcOrd="3" destOrd="0" presId="urn:microsoft.com/office/officeart/2005/8/layout/hierarchy1"/>
    <dgm:cxn modelId="{CEC358DC-4C92-48D2-8F91-9AB8B4F86CF3}" type="presParOf" srcId="{73DDF5C6-F234-4A2D-9410-2956A9122D65}" destId="{93125396-82B0-4EC4-A42B-70631AFA6816}" srcOrd="0" destOrd="0" presId="urn:microsoft.com/office/officeart/2005/8/layout/hierarchy1"/>
    <dgm:cxn modelId="{7DB45DBB-9194-4FBB-9B09-9DDB58907797}" type="presParOf" srcId="{93125396-82B0-4EC4-A42B-70631AFA6816}" destId="{08FD2382-D758-4BCF-9364-CD8487FAA4B1}" srcOrd="0" destOrd="0" presId="urn:microsoft.com/office/officeart/2005/8/layout/hierarchy1"/>
    <dgm:cxn modelId="{1317000E-EB08-4A7C-B219-AC4561342AE5}" type="presParOf" srcId="{93125396-82B0-4EC4-A42B-70631AFA6816}" destId="{265E95FA-F418-4295-80C0-04ABE4A81F1A}" srcOrd="1" destOrd="0" presId="urn:microsoft.com/office/officeart/2005/8/layout/hierarchy1"/>
    <dgm:cxn modelId="{677C26D7-D426-48DB-AF5C-320060DE87C0}" type="presParOf" srcId="{73DDF5C6-F234-4A2D-9410-2956A9122D65}" destId="{1A7D5665-B203-4292-97CC-587AFCDC313E}" srcOrd="1" destOrd="0" presId="urn:microsoft.com/office/officeart/2005/8/layout/hierarchy1"/>
    <dgm:cxn modelId="{B24B459C-BCA5-4F96-B6EA-7DD2529DE4DC}" type="presParOf" srcId="{B79DAD70-EDEE-41A1-A577-060167491149}" destId="{8C0341A1-41FD-4D14-9053-2D78FA5F4125}" srcOrd="4" destOrd="0" presId="urn:microsoft.com/office/officeart/2005/8/layout/hierarchy1"/>
    <dgm:cxn modelId="{B4F2E8FC-D377-471B-A5CF-7F241F28B776}" type="presParOf" srcId="{B79DAD70-EDEE-41A1-A577-060167491149}" destId="{3BEC8BB6-5785-4569-8E55-F3BEEA804597}" srcOrd="5" destOrd="0" presId="urn:microsoft.com/office/officeart/2005/8/layout/hierarchy1"/>
    <dgm:cxn modelId="{769466D8-5784-45F5-BA59-D25D0F8BB599}" type="presParOf" srcId="{3BEC8BB6-5785-4569-8E55-F3BEEA804597}" destId="{E8612C70-3A31-4976-ADAC-FD9C515E6310}" srcOrd="0" destOrd="0" presId="urn:microsoft.com/office/officeart/2005/8/layout/hierarchy1"/>
    <dgm:cxn modelId="{3828A02C-39C4-453E-89E1-30BBA04DBD77}" type="presParOf" srcId="{E8612C70-3A31-4976-ADAC-FD9C515E6310}" destId="{FB74A1EF-973B-4BC5-A633-D1D1D2C2F2B0}" srcOrd="0" destOrd="0" presId="urn:microsoft.com/office/officeart/2005/8/layout/hierarchy1"/>
    <dgm:cxn modelId="{71EB70C5-BEE3-4D0C-A662-A2188A6808FA}" type="presParOf" srcId="{E8612C70-3A31-4976-ADAC-FD9C515E6310}" destId="{86B8F050-6D27-4A18-95B8-50BD09646B39}" srcOrd="1" destOrd="0" presId="urn:microsoft.com/office/officeart/2005/8/layout/hierarchy1"/>
    <dgm:cxn modelId="{B9A28C49-7717-4845-9C48-371C865DA9D5}" type="presParOf" srcId="{3BEC8BB6-5785-4569-8E55-F3BEEA804597}" destId="{567E3071-416A-4DDD-81B6-C973419A9EEF}" srcOrd="1" destOrd="0" presId="urn:microsoft.com/office/officeart/2005/8/layout/hierarchy1"/>
    <dgm:cxn modelId="{A86419BF-4A68-422E-AAE2-8765FAE4427A}" type="presParOf" srcId="{B79DAD70-EDEE-41A1-A577-060167491149}" destId="{35963E7F-C55C-42EE-BD86-42AD2E3E82D2}" srcOrd="6" destOrd="0" presId="urn:microsoft.com/office/officeart/2005/8/layout/hierarchy1"/>
    <dgm:cxn modelId="{9037F834-0052-4AF8-BDF4-FC19BE5DB104}" type="presParOf" srcId="{B79DAD70-EDEE-41A1-A577-060167491149}" destId="{B63E5A33-3D5B-4ECA-8F36-AA50EB4B6B75}" srcOrd="7" destOrd="0" presId="urn:microsoft.com/office/officeart/2005/8/layout/hierarchy1"/>
    <dgm:cxn modelId="{FCDF6F1B-07CB-4CA3-900A-49D7988B91FE}" type="presParOf" srcId="{B63E5A33-3D5B-4ECA-8F36-AA50EB4B6B75}" destId="{AFB18DDD-B453-4448-AE65-971E5F681754}" srcOrd="0" destOrd="0" presId="urn:microsoft.com/office/officeart/2005/8/layout/hierarchy1"/>
    <dgm:cxn modelId="{DABEDA29-2A7F-4BC1-A751-4EA9EC4FAEAF}" type="presParOf" srcId="{AFB18DDD-B453-4448-AE65-971E5F681754}" destId="{B5048A5B-E3D0-4527-91A8-4D5A329A9A0D}" srcOrd="0" destOrd="0" presId="urn:microsoft.com/office/officeart/2005/8/layout/hierarchy1"/>
    <dgm:cxn modelId="{8F15FC47-E953-4E27-BFD9-9D3C9140FDA3}" type="presParOf" srcId="{AFB18DDD-B453-4448-AE65-971E5F681754}" destId="{8235A6D7-3DD9-43F2-B086-6E655FE4BAF6}" srcOrd="1" destOrd="0" presId="urn:microsoft.com/office/officeart/2005/8/layout/hierarchy1"/>
    <dgm:cxn modelId="{D6CB3C50-3090-4E41-B2F3-7A55B5FF15C5}" type="presParOf" srcId="{B63E5A33-3D5B-4ECA-8F36-AA50EB4B6B75}" destId="{0647929C-F55F-4D8F-981E-C383D7EE3FEA}" srcOrd="1" destOrd="0" presId="urn:microsoft.com/office/officeart/2005/8/layout/hierarchy1"/>
    <dgm:cxn modelId="{490F9E0F-41B5-4B9B-9C5A-B6C9DA79EC1C}" type="presParOf" srcId="{B79DAD70-EDEE-41A1-A577-060167491149}" destId="{FA791201-791C-44F4-B38C-9907918DDA98}" srcOrd="8" destOrd="0" presId="urn:microsoft.com/office/officeart/2005/8/layout/hierarchy1"/>
    <dgm:cxn modelId="{11140AF2-F783-4524-99EF-EF7A83A2EAAA}" type="presParOf" srcId="{B79DAD70-EDEE-41A1-A577-060167491149}" destId="{E61F856F-0E4A-4DA4-8FD1-E0D2DBD40681}" srcOrd="9" destOrd="0" presId="urn:microsoft.com/office/officeart/2005/8/layout/hierarchy1"/>
    <dgm:cxn modelId="{326A4579-5A69-4992-BBF0-B773407D194C}" type="presParOf" srcId="{E61F856F-0E4A-4DA4-8FD1-E0D2DBD40681}" destId="{D8FF02DE-BB22-4B0D-BB5D-52474B38E37C}" srcOrd="0" destOrd="0" presId="urn:microsoft.com/office/officeart/2005/8/layout/hierarchy1"/>
    <dgm:cxn modelId="{02650D11-DF22-48C6-886F-59C0B2303871}" type="presParOf" srcId="{D8FF02DE-BB22-4B0D-BB5D-52474B38E37C}" destId="{C9DA4F5C-768B-482E-8A89-0AE3B93978B5}" srcOrd="0" destOrd="0" presId="urn:microsoft.com/office/officeart/2005/8/layout/hierarchy1"/>
    <dgm:cxn modelId="{C43420B5-05AA-4F8C-893A-9887F756AD84}" type="presParOf" srcId="{D8FF02DE-BB22-4B0D-BB5D-52474B38E37C}" destId="{248C6A93-1652-4F8D-BC43-24B95DA51196}" srcOrd="1" destOrd="0" presId="urn:microsoft.com/office/officeart/2005/8/layout/hierarchy1"/>
    <dgm:cxn modelId="{1FB1A466-B143-4E0C-A084-0C53E6FA9E1C}" type="presParOf" srcId="{E61F856F-0E4A-4DA4-8FD1-E0D2DBD40681}" destId="{C4928908-4845-4556-80D3-441F2508A9F3}" srcOrd="1" destOrd="0" presId="urn:microsoft.com/office/officeart/2005/8/layout/hierarchy1"/>
    <dgm:cxn modelId="{0554C096-316C-4F68-8C87-1B8E7C7DA246}" type="presParOf" srcId="{B79DAD70-EDEE-41A1-A577-060167491149}" destId="{47E7EE0A-E2FB-4441-840F-5246A44C06DA}" srcOrd="10" destOrd="0" presId="urn:microsoft.com/office/officeart/2005/8/layout/hierarchy1"/>
    <dgm:cxn modelId="{8F10CC21-1D8E-4C48-BE34-3660C52A22F9}" type="presParOf" srcId="{B79DAD70-EDEE-41A1-A577-060167491149}" destId="{7A29AF19-452B-4F09-A5F3-CA93BE49E0F6}" srcOrd="11" destOrd="0" presId="urn:microsoft.com/office/officeart/2005/8/layout/hierarchy1"/>
    <dgm:cxn modelId="{74C1F4E8-4D3A-401D-B070-1EFB6E61A6DC}" type="presParOf" srcId="{7A29AF19-452B-4F09-A5F3-CA93BE49E0F6}" destId="{0F963122-EA2E-46D5-B8FE-95797684E33F}" srcOrd="0" destOrd="0" presId="urn:microsoft.com/office/officeart/2005/8/layout/hierarchy1"/>
    <dgm:cxn modelId="{E0E42D60-E397-452C-81E1-7BABA494E905}" type="presParOf" srcId="{0F963122-EA2E-46D5-B8FE-95797684E33F}" destId="{A020EA89-6ACF-47F6-A198-DE1D442D5C47}" srcOrd="0" destOrd="0" presId="urn:microsoft.com/office/officeart/2005/8/layout/hierarchy1"/>
    <dgm:cxn modelId="{848EEEF2-95D0-408B-BF6A-880A97B66C9C}" type="presParOf" srcId="{0F963122-EA2E-46D5-B8FE-95797684E33F}" destId="{6E984A00-F904-4B27-B35B-E04205A6915D}" srcOrd="1" destOrd="0" presId="urn:microsoft.com/office/officeart/2005/8/layout/hierarchy1"/>
    <dgm:cxn modelId="{E119A7A9-0673-4146-960D-A92D6CD6E6F9}" type="presParOf" srcId="{7A29AF19-452B-4F09-A5F3-CA93BE49E0F6}" destId="{9C46E09B-0E54-4919-A5EB-FE3AD745F88E}" srcOrd="1" destOrd="0" presId="urn:microsoft.com/office/officeart/2005/8/layout/hierarchy1"/>
    <dgm:cxn modelId="{314575BF-127B-49C9-84D5-39C3CE0287B3}" type="presParOf" srcId="{B79DAD70-EDEE-41A1-A577-060167491149}" destId="{E81E2FA0-CB1F-4860-8074-EE61766627A0}" srcOrd="12" destOrd="0" presId="urn:microsoft.com/office/officeart/2005/8/layout/hierarchy1"/>
    <dgm:cxn modelId="{E42130D2-0718-47CA-8A6F-832406C6A4B5}" type="presParOf" srcId="{B79DAD70-EDEE-41A1-A577-060167491149}" destId="{44637541-436F-481D-9D43-1E1B249488ED}" srcOrd="13" destOrd="0" presId="urn:microsoft.com/office/officeart/2005/8/layout/hierarchy1"/>
    <dgm:cxn modelId="{EB4E649C-0392-4577-84FC-C556DD2D7F45}" type="presParOf" srcId="{44637541-436F-481D-9D43-1E1B249488ED}" destId="{9BB0E346-12D4-4350-BDB6-D6D07188A026}" srcOrd="0" destOrd="0" presId="urn:microsoft.com/office/officeart/2005/8/layout/hierarchy1"/>
    <dgm:cxn modelId="{9384C8DC-01F9-4E6F-9CD8-5BDEDA8AAB69}" type="presParOf" srcId="{9BB0E346-12D4-4350-BDB6-D6D07188A026}" destId="{D911D37D-5AA3-4E39-B07D-2A50026F1BBE}" srcOrd="0" destOrd="0" presId="urn:microsoft.com/office/officeart/2005/8/layout/hierarchy1"/>
    <dgm:cxn modelId="{9FED3DDD-7F97-447D-9127-4A30FAA155AE}" type="presParOf" srcId="{9BB0E346-12D4-4350-BDB6-D6D07188A026}" destId="{78F05DA2-2BD4-4569-BBD5-0A2224390A8C}" srcOrd="1" destOrd="0" presId="urn:microsoft.com/office/officeart/2005/8/layout/hierarchy1"/>
    <dgm:cxn modelId="{BED64B13-D881-48AA-977B-2F0CAB24BC50}" type="presParOf" srcId="{44637541-436F-481D-9D43-1E1B249488ED}" destId="{8F95F27A-E77F-4702-B2AB-A6B489CFB65F}" srcOrd="1" destOrd="0" presId="urn:microsoft.com/office/officeart/2005/8/layout/hierarchy1"/>
    <dgm:cxn modelId="{326D43D6-2F26-447D-A598-C59FEC481DE0}" type="presParOf" srcId="{B79DAD70-EDEE-41A1-A577-060167491149}" destId="{787226F5-C587-4C7A-AB14-2DC859E4FF5A}" srcOrd="14" destOrd="0" presId="urn:microsoft.com/office/officeart/2005/8/layout/hierarchy1"/>
    <dgm:cxn modelId="{A13AED97-2C57-40B2-B8A2-02868269CAB6}" type="presParOf" srcId="{B79DAD70-EDEE-41A1-A577-060167491149}" destId="{793A5CEE-A6F1-4F7B-9E5D-F470ED95D426}" srcOrd="15" destOrd="0" presId="urn:microsoft.com/office/officeart/2005/8/layout/hierarchy1"/>
    <dgm:cxn modelId="{BA54CC9E-EA40-4545-A5D8-EA7A424883D3}" type="presParOf" srcId="{793A5CEE-A6F1-4F7B-9E5D-F470ED95D426}" destId="{951CF33D-AA1D-49BB-A105-48CF1FEED25A}" srcOrd="0" destOrd="0" presId="urn:microsoft.com/office/officeart/2005/8/layout/hierarchy1"/>
    <dgm:cxn modelId="{6662D9DE-F227-401B-BF52-C26E2C57A17A}" type="presParOf" srcId="{951CF33D-AA1D-49BB-A105-48CF1FEED25A}" destId="{C4A251BD-BF79-479E-885F-E975B5D421A1}" srcOrd="0" destOrd="0" presId="urn:microsoft.com/office/officeart/2005/8/layout/hierarchy1"/>
    <dgm:cxn modelId="{261511D2-07E1-486C-A462-EB2F5FC8BC03}" type="presParOf" srcId="{951CF33D-AA1D-49BB-A105-48CF1FEED25A}" destId="{B1A8802C-11BB-4D79-8A51-1D352F8A4FBA}" srcOrd="1" destOrd="0" presId="urn:microsoft.com/office/officeart/2005/8/layout/hierarchy1"/>
    <dgm:cxn modelId="{30F54590-CEEB-4542-9EFE-6F231363EC80}" type="presParOf" srcId="{793A5CEE-A6F1-4F7B-9E5D-F470ED95D426}" destId="{0362CFD3-7677-4DAB-8526-B0EC980EBA57}" srcOrd="1" destOrd="0" presId="urn:microsoft.com/office/officeart/2005/8/layout/hierarchy1"/>
    <dgm:cxn modelId="{876B71B2-E012-45F4-908F-1FE426334928}" type="presParOf" srcId="{0362CFD3-7677-4DAB-8526-B0EC980EBA57}" destId="{E4066573-3358-4FAF-82B5-0F16C17FE8B3}" srcOrd="0" destOrd="0" presId="urn:microsoft.com/office/officeart/2005/8/layout/hierarchy1"/>
    <dgm:cxn modelId="{63887479-B052-461E-9F28-067218D75867}" type="presParOf" srcId="{0362CFD3-7677-4DAB-8526-B0EC980EBA57}" destId="{0EE4D053-9621-4668-8AD0-C12861DB9063}" srcOrd="1" destOrd="0" presId="urn:microsoft.com/office/officeart/2005/8/layout/hierarchy1"/>
    <dgm:cxn modelId="{D7F44D69-36CF-4942-B91A-C7806FD523FE}" type="presParOf" srcId="{0EE4D053-9621-4668-8AD0-C12861DB9063}" destId="{BCB5469E-B155-4C62-88E0-E830E8ED67A0}" srcOrd="0" destOrd="0" presId="urn:microsoft.com/office/officeart/2005/8/layout/hierarchy1"/>
    <dgm:cxn modelId="{ACEB9CD8-E278-4F55-83DA-6E937EEC8788}" type="presParOf" srcId="{BCB5469E-B155-4C62-88E0-E830E8ED67A0}" destId="{54C9D34A-8E47-4319-BDE9-E66F890CC1F1}" srcOrd="0" destOrd="0" presId="urn:microsoft.com/office/officeart/2005/8/layout/hierarchy1"/>
    <dgm:cxn modelId="{B1F1FF0F-093B-49B3-B7FD-3529B0D00BE0}" type="presParOf" srcId="{BCB5469E-B155-4C62-88E0-E830E8ED67A0}" destId="{318EEC1A-C180-4CEB-A276-864CFE54098D}" srcOrd="1" destOrd="0" presId="urn:microsoft.com/office/officeart/2005/8/layout/hierarchy1"/>
    <dgm:cxn modelId="{B763F329-AFAE-4272-9C06-C938A2E064A6}" type="presParOf" srcId="{0EE4D053-9621-4668-8AD0-C12861DB9063}" destId="{E28FD1AD-615C-4A0F-8A3F-5BB4E1D67B74}" srcOrd="1" destOrd="0" presId="urn:microsoft.com/office/officeart/2005/8/layout/hierarchy1"/>
    <dgm:cxn modelId="{26C1FF49-5514-4BF7-9A37-A4FE53E577FE}" type="presParOf" srcId="{0362CFD3-7677-4DAB-8526-B0EC980EBA57}" destId="{C704C260-4CA9-4BDF-868A-1E86BAD97417}" srcOrd="2" destOrd="0" presId="urn:microsoft.com/office/officeart/2005/8/layout/hierarchy1"/>
    <dgm:cxn modelId="{650C9F40-BE2C-49A0-8906-BD3328E8D8A6}" type="presParOf" srcId="{0362CFD3-7677-4DAB-8526-B0EC980EBA57}" destId="{0C11D9F6-1FC7-4743-AB78-0C9FE77BDB1A}" srcOrd="3" destOrd="0" presId="urn:microsoft.com/office/officeart/2005/8/layout/hierarchy1"/>
    <dgm:cxn modelId="{82E5D60C-43BD-4615-9E37-489EF8F1E9F5}" type="presParOf" srcId="{0C11D9F6-1FC7-4743-AB78-0C9FE77BDB1A}" destId="{A0159D55-6275-4722-A8AA-C498FD99BFDC}" srcOrd="0" destOrd="0" presId="urn:microsoft.com/office/officeart/2005/8/layout/hierarchy1"/>
    <dgm:cxn modelId="{849F02AF-3A09-4FDB-AA89-B8E732F327F8}" type="presParOf" srcId="{A0159D55-6275-4722-A8AA-C498FD99BFDC}" destId="{F40902C4-852A-4016-91CD-7135C202960B}" srcOrd="0" destOrd="0" presId="urn:microsoft.com/office/officeart/2005/8/layout/hierarchy1"/>
    <dgm:cxn modelId="{DA552BE6-3715-4DC2-ADFE-B2714E71D8C1}" type="presParOf" srcId="{A0159D55-6275-4722-A8AA-C498FD99BFDC}" destId="{C0960823-2A21-4461-824B-A9B1A691765D}" srcOrd="1" destOrd="0" presId="urn:microsoft.com/office/officeart/2005/8/layout/hierarchy1"/>
    <dgm:cxn modelId="{41E69DB1-DA4A-430C-91F2-580E1F314F3C}" type="presParOf" srcId="{0C11D9F6-1FC7-4743-AB78-0C9FE77BDB1A}" destId="{0604A948-E21D-4017-9C11-8EF994DE9E93}" srcOrd="1" destOrd="0" presId="urn:microsoft.com/office/officeart/2005/8/layout/hierarchy1"/>
    <dgm:cxn modelId="{16F38DD4-742B-4015-884C-86E85D59A452}" type="presParOf" srcId="{B79DAD70-EDEE-41A1-A577-060167491149}" destId="{0A4DE49A-BE55-4425-AC43-401341A4BD08}" srcOrd="16" destOrd="0" presId="urn:microsoft.com/office/officeart/2005/8/layout/hierarchy1"/>
    <dgm:cxn modelId="{DDA2C426-A024-4057-ACE4-2EEA8B507387}" type="presParOf" srcId="{B79DAD70-EDEE-41A1-A577-060167491149}" destId="{83FB225C-31D1-4B63-A95A-FEBD5DD60AE6}" srcOrd="17" destOrd="0" presId="urn:microsoft.com/office/officeart/2005/8/layout/hierarchy1"/>
    <dgm:cxn modelId="{9A7AB33D-00A9-45C4-AC33-A811FED92A6D}" type="presParOf" srcId="{83FB225C-31D1-4B63-A95A-FEBD5DD60AE6}" destId="{D60BADFB-97FA-4D3B-8873-05FAF4F2FCC3}" srcOrd="0" destOrd="0" presId="urn:microsoft.com/office/officeart/2005/8/layout/hierarchy1"/>
    <dgm:cxn modelId="{44835AA4-F051-4253-9D81-DDCF2EBF018C}" type="presParOf" srcId="{D60BADFB-97FA-4D3B-8873-05FAF4F2FCC3}" destId="{61CFD1F1-E1DD-4D22-91E9-EAEEE481E778}" srcOrd="0" destOrd="0" presId="urn:microsoft.com/office/officeart/2005/8/layout/hierarchy1"/>
    <dgm:cxn modelId="{F6D85412-BE56-4E06-8C49-C409E9F73AE1}" type="presParOf" srcId="{D60BADFB-97FA-4D3B-8873-05FAF4F2FCC3}" destId="{5D2114CA-924C-4632-AF77-8AC9102A35F8}" srcOrd="1" destOrd="0" presId="urn:microsoft.com/office/officeart/2005/8/layout/hierarchy1"/>
    <dgm:cxn modelId="{14250C89-AC52-4CCD-A793-2E9F45D48A75}" type="presParOf" srcId="{83FB225C-31D1-4B63-A95A-FEBD5DD60AE6}" destId="{51055A77-E351-4202-8A4B-30036FB3C2AF}"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A4DE49A-BE55-4425-AC43-401341A4BD08}">
      <dsp:nvSpPr>
        <dsp:cNvPr id="0" name=""/>
        <dsp:cNvSpPr/>
      </dsp:nvSpPr>
      <dsp:spPr>
        <a:xfrm>
          <a:off x="5460647" y="1291355"/>
          <a:ext cx="4948490" cy="294378"/>
        </a:xfrm>
        <a:custGeom>
          <a:avLst/>
          <a:gdLst/>
          <a:ahLst/>
          <a:cxnLst/>
          <a:rect l="0" t="0" r="0" b="0"/>
          <a:pathLst>
            <a:path>
              <a:moveTo>
                <a:pt x="0" y="0"/>
              </a:moveTo>
              <a:lnTo>
                <a:pt x="0" y="200610"/>
              </a:lnTo>
              <a:lnTo>
                <a:pt x="4948490" y="200610"/>
              </a:lnTo>
              <a:lnTo>
                <a:pt x="4948490"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704C260-4CA9-4BDF-868A-1E86BAD97417}">
      <dsp:nvSpPr>
        <dsp:cNvPr id="0" name=""/>
        <dsp:cNvSpPr/>
      </dsp:nvSpPr>
      <dsp:spPr>
        <a:xfrm>
          <a:off x="9172015" y="2228475"/>
          <a:ext cx="753000" cy="294378"/>
        </a:xfrm>
        <a:custGeom>
          <a:avLst/>
          <a:gdLst/>
          <a:ahLst/>
          <a:cxnLst/>
          <a:rect l="0" t="0" r="0" b="0"/>
          <a:pathLst>
            <a:path>
              <a:moveTo>
                <a:pt x="0" y="0"/>
              </a:moveTo>
              <a:lnTo>
                <a:pt x="0" y="200610"/>
              </a:lnTo>
              <a:lnTo>
                <a:pt x="753000" y="200610"/>
              </a:lnTo>
              <a:lnTo>
                <a:pt x="753000" y="294378"/>
              </a:lnTo>
            </a:path>
          </a:pathLst>
        </a:custGeom>
        <a:noFill/>
        <a:ln w="12700" cap="flat" cmpd="sng" algn="ctr">
          <a:solidFill>
            <a:schemeClr val="accent2">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4066573-3358-4FAF-82B5-0F16C17FE8B3}">
      <dsp:nvSpPr>
        <dsp:cNvPr id="0" name=""/>
        <dsp:cNvSpPr/>
      </dsp:nvSpPr>
      <dsp:spPr>
        <a:xfrm>
          <a:off x="8553453" y="2228475"/>
          <a:ext cx="618561" cy="294378"/>
        </a:xfrm>
        <a:custGeom>
          <a:avLst/>
          <a:gdLst/>
          <a:ahLst/>
          <a:cxnLst/>
          <a:rect l="0" t="0" r="0" b="0"/>
          <a:pathLst>
            <a:path>
              <a:moveTo>
                <a:pt x="618561" y="0"/>
              </a:moveTo>
              <a:lnTo>
                <a:pt x="618561" y="200610"/>
              </a:lnTo>
              <a:lnTo>
                <a:pt x="0" y="200610"/>
              </a:lnTo>
              <a:lnTo>
                <a:pt x="0" y="294378"/>
              </a:lnTo>
            </a:path>
          </a:pathLst>
        </a:custGeom>
        <a:noFill/>
        <a:ln w="12700" cap="flat" cmpd="sng" algn="ctr">
          <a:solidFill>
            <a:schemeClr val="accent2">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87226F5-C587-4C7A-AB14-2DC859E4FF5A}">
      <dsp:nvSpPr>
        <dsp:cNvPr id="0" name=""/>
        <dsp:cNvSpPr/>
      </dsp:nvSpPr>
      <dsp:spPr>
        <a:xfrm>
          <a:off x="5460647" y="1291355"/>
          <a:ext cx="3711367" cy="294378"/>
        </a:xfrm>
        <a:custGeom>
          <a:avLst/>
          <a:gdLst/>
          <a:ahLst/>
          <a:cxnLst/>
          <a:rect l="0" t="0" r="0" b="0"/>
          <a:pathLst>
            <a:path>
              <a:moveTo>
                <a:pt x="0" y="0"/>
              </a:moveTo>
              <a:lnTo>
                <a:pt x="0" y="200610"/>
              </a:lnTo>
              <a:lnTo>
                <a:pt x="3711367" y="200610"/>
              </a:lnTo>
              <a:lnTo>
                <a:pt x="3711367"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81E2FA0-CB1F-4860-8074-EE61766627A0}">
      <dsp:nvSpPr>
        <dsp:cNvPr id="0" name=""/>
        <dsp:cNvSpPr/>
      </dsp:nvSpPr>
      <dsp:spPr>
        <a:xfrm>
          <a:off x="5460647" y="1291355"/>
          <a:ext cx="2474245" cy="294378"/>
        </a:xfrm>
        <a:custGeom>
          <a:avLst/>
          <a:gdLst/>
          <a:ahLst/>
          <a:cxnLst/>
          <a:rect l="0" t="0" r="0" b="0"/>
          <a:pathLst>
            <a:path>
              <a:moveTo>
                <a:pt x="0" y="0"/>
              </a:moveTo>
              <a:lnTo>
                <a:pt x="0" y="200610"/>
              </a:lnTo>
              <a:lnTo>
                <a:pt x="2474245" y="200610"/>
              </a:lnTo>
              <a:lnTo>
                <a:pt x="2474245"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7E7EE0A-E2FB-4441-840F-5246A44C06DA}">
      <dsp:nvSpPr>
        <dsp:cNvPr id="0" name=""/>
        <dsp:cNvSpPr/>
      </dsp:nvSpPr>
      <dsp:spPr>
        <a:xfrm>
          <a:off x="5460647" y="1291355"/>
          <a:ext cx="1237122" cy="294378"/>
        </a:xfrm>
        <a:custGeom>
          <a:avLst/>
          <a:gdLst/>
          <a:ahLst/>
          <a:cxnLst/>
          <a:rect l="0" t="0" r="0" b="0"/>
          <a:pathLst>
            <a:path>
              <a:moveTo>
                <a:pt x="0" y="0"/>
              </a:moveTo>
              <a:lnTo>
                <a:pt x="0" y="200610"/>
              </a:lnTo>
              <a:lnTo>
                <a:pt x="1237122" y="200610"/>
              </a:lnTo>
              <a:lnTo>
                <a:pt x="1237122"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A791201-791C-44F4-B38C-9907918DDA98}">
      <dsp:nvSpPr>
        <dsp:cNvPr id="0" name=""/>
        <dsp:cNvSpPr/>
      </dsp:nvSpPr>
      <dsp:spPr>
        <a:xfrm>
          <a:off x="5414927" y="1291355"/>
          <a:ext cx="91440" cy="294378"/>
        </a:xfrm>
        <a:custGeom>
          <a:avLst/>
          <a:gdLst/>
          <a:ahLst/>
          <a:cxnLst/>
          <a:rect l="0" t="0" r="0" b="0"/>
          <a:pathLst>
            <a:path>
              <a:moveTo>
                <a:pt x="45720" y="0"/>
              </a:moveTo>
              <a:lnTo>
                <a:pt x="45720"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5963E7F-C55C-42EE-BD86-42AD2E3E82D2}">
      <dsp:nvSpPr>
        <dsp:cNvPr id="0" name=""/>
        <dsp:cNvSpPr/>
      </dsp:nvSpPr>
      <dsp:spPr>
        <a:xfrm>
          <a:off x="4223524" y="1291355"/>
          <a:ext cx="1237122" cy="294378"/>
        </a:xfrm>
        <a:custGeom>
          <a:avLst/>
          <a:gdLst/>
          <a:ahLst/>
          <a:cxnLst/>
          <a:rect l="0" t="0" r="0" b="0"/>
          <a:pathLst>
            <a:path>
              <a:moveTo>
                <a:pt x="1237122" y="0"/>
              </a:moveTo>
              <a:lnTo>
                <a:pt x="1237122" y="200610"/>
              </a:lnTo>
              <a:lnTo>
                <a:pt x="0" y="200610"/>
              </a:lnTo>
              <a:lnTo>
                <a:pt x="0"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C0341A1-41FD-4D14-9053-2D78FA5F4125}">
      <dsp:nvSpPr>
        <dsp:cNvPr id="0" name=""/>
        <dsp:cNvSpPr/>
      </dsp:nvSpPr>
      <dsp:spPr>
        <a:xfrm>
          <a:off x="2986401" y="1291355"/>
          <a:ext cx="2474245" cy="294378"/>
        </a:xfrm>
        <a:custGeom>
          <a:avLst/>
          <a:gdLst/>
          <a:ahLst/>
          <a:cxnLst/>
          <a:rect l="0" t="0" r="0" b="0"/>
          <a:pathLst>
            <a:path>
              <a:moveTo>
                <a:pt x="2474245" y="0"/>
              </a:moveTo>
              <a:lnTo>
                <a:pt x="2474245" y="200610"/>
              </a:lnTo>
              <a:lnTo>
                <a:pt x="0" y="200610"/>
              </a:lnTo>
              <a:lnTo>
                <a:pt x="0"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44145C7-EBB8-4981-88FF-CD4B42F2A449}">
      <dsp:nvSpPr>
        <dsp:cNvPr id="0" name=""/>
        <dsp:cNvSpPr/>
      </dsp:nvSpPr>
      <dsp:spPr>
        <a:xfrm>
          <a:off x="1749279" y="3165596"/>
          <a:ext cx="618561" cy="294378"/>
        </a:xfrm>
        <a:custGeom>
          <a:avLst/>
          <a:gdLst/>
          <a:ahLst/>
          <a:cxnLst/>
          <a:rect l="0" t="0" r="0" b="0"/>
          <a:pathLst>
            <a:path>
              <a:moveTo>
                <a:pt x="0" y="0"/>
              </a:moveTo>
              <a:lnTo>
                <a:pt x="0" y="200610"/>
              </a:lnTo>
              <a:lnTo>
                <a:pt x="618561" y="200610"/>
              </a:lnTo>
              <a:lnTo>
                <a:pt x="618561" y="294378"/>
              </a:lnTo>
            </a:path>
          </a:pathLst>
        </a:custGeom>
        <a:noFill/>
        <a:ln w="12700" cap="flat" cmpd="sng" algn="ctr">
          <a:solidFill>
            <a:schemeClr val="accent2">
              <a:tint val="7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0660A89-B287-4401-99D6-75CD58965B79}">
      <dsp:nvSpPr>
        <dsp:cNvPr id="0" name=""/>
        <dsp:cNvSpPr/>
      </dsp:nvSpPr>
      <dsp:spPr>
        <a:xfrm>
          <a:off x="1130717" y="3165596"/>
          <a:ext cx="618561" cy="294378"/>
        </a:xfrm>
        <a:custGeom>
          <a:avLst/>
          <a:gdLst/>
          <a:ahLst/>
          <a:cxnLst/>
          <a:rect l="0" t="0" r="0" b="0"/>
          <a:pathLst>
            <a:path>
              <a:moveTo>
                <a:pt x="618561" y="0"/>
              </a:moveTo>
              <a:lnTo>
                <a:pt x="618561" y="200610"/>
              </a:lnTo>
              <a:lnTo>
                <a:pt x="0" y="200610"/>
              </a:lnTo>
              <a:lnTo>
                <a:pt x="0" y="294378"/>
              </a:lnTo>
            </a:path>
          </a:pathLst>
        </a:custGeom>
        <a:noFill/>
        <a:ln w="12700" cap="flat" cmpd="sng" algn="ctr">
          <a:solidFill>
            <a:schemeClr val="accent2">
              <a:tint val="7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4E1E6A4-C360-46FC-A463-CDDFA2BC3C23}">
      <dsp:nvSpPr>
        <dsp:cNvPr id="0" name=""/>
        <dsp:cNvSpPr/>
      </dsp:nvSpPr>
      <dsp:spPr>
        <a:xfrm>
          <a:off x="1703559" y="2228475"/>
          <a:ext cx="91440" cy="294378"/>
        </a:xfrm>
        <a:custGeom>
          <a:avLst/>
          <a:gdLst/>
          <a:ahLst/>
          <a:cxnLst/>
          <a:rect l="0" t="0" r="0" b="0"/>
          <a:pathLst>
            <a:path>
              <a:moveTo>
                <a:pt x="45720" y="0"/>
              </a:moveTo>
              <a:lnTo>
                <a:pt x="45720" y="294378"/>
              </a:lnTo>
            </a:path>
          </a:pathLst>
        </a:custGeom>
        <a:noFill/>
        <a:ln w="12700" cap="flat" cmpd="sng" algn="ctr">
          <a:solidFill>
            <a:schemeClr val="accent2">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FBF5EF1-D5B8-47B4-AB4F-563085E2FD97}">
      <dsp:nvSpPr>
        <dsp:cNvPr id="0" name=""/>
        <dsp:cNvSpPr/>
      </dsp:nvSpPr>
      <dsp:spPr>
        <a:xfrm>
          <a:off x="1749279" y="1291355"/>
          <a:ext cx="3711367" cy="294378"/>
        </a:xfrm>
        <a:custGeom>
          <a:avLst/>
          <a:gdLst/>
          <a:ahLst/>
          <a:cxnLst/>
          <a:rect l="0" t="0" r="0" b="0"/>
          <a:pathLst>
            <a:path>
              <a:moveTo>
                <a:pt x="3711367" y="0"/>
              </a:moveTo>
              <a:lnTo>
                <a:pt x="3711367" y="200610"/>
              </a:lnTo>
              <a:lnTo>
                <a:pt x="0" y="200610"/>
              </a:lnTo>
              <a:lnTo>
                <a:pt x="0"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F612D6B-DD5A-41D9-A0F5-CB79B23F7CE2}">
      <dsp:nvSpPr>
        <dsp:cNvPr id="0" name=""/>
        <dsp:cNvSpPr/>
      </dsp:nvSpPr>
      <dsp:spPr>
        <a:xfrm>
          <a:off x="512156" y="1291355"/>
          <a:ext cx="4948490" cy="294378"/>
        </a:xfrm>
        <a:custGeom>
          <a:avLst/>
          <a:gdLst/>
          <a:ahLst/>
          <a:cxnLst/>
          <a:rect l="0" t="0" r="0" b="0"/>
          <a:pathLst>
            <a:path>
              <a:moveTo>
                <a:pt x="4948490" y="0"/>
              </a:moveTo>
              <a:lnTo>
                <a:pt x="4948490" y="200610"/>
              </a:lnTo>
              <a:lnTo>
                <a:pt x="0" y="200610"/>
              </a:lnTo>
              <a:lnTo>
                <a:pt x="0"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A01D409-AC4C-43E1-8C9E-63DD32F174CD}">
      <dsp:nvSpPr>
        <dsp:cNvPr id="0" name=""/>
        <dsp:cNvSpPr/>
      </dsp:nvSpPr>
      <dsp:spPr>
        <a:xfrm>
          <a:off x="4954551" y="648613"/>
          <a:ext cx="1012191" cy="642741"/>
        </a:xfrm>
        <a:prstGeom prst="roundRect">
          <a:avLst>
            <a:gd name="adj" fmla="val 10000"/>
          </a:avLst>
        </a:prstGeom>
        <a:gradFill rotWithShape="0">
          <a:gsLst>
            <a:gs pos="0">
              <a:schemeClr val="accent2">
                <a:shade val="80000"/>
                <a:hueOff val="0"/>
                <a:satOff val="0"/>
                <a:lumOff val="0"/>
                <a:alphaOff val="0"/>
                <a:satMod val="103000"/>
                <a:lumMod val="102000"/>
                <a:tint val="94000"/>
              </a:schemeClr>
            </a:gs>
            <a:gs pos="50000">
              <a:schemeClr val="accent2">
                <a:shade val="80000"/>
                <a:hueOff val="0"/>
                <a:satOff val="0"/>
                <a:lumOff val="0"/>
                <a:alphaOff val="0"/>
                <a:satMod val="110000"/>
                <a:lumMod val="100000"/>
                <a:shade val="100000"/>
              </a:schemeClr>
            </a:gs>
            <a:gs pos="100000">
              <a:schemeClr val="accent2">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A73F2595-302E-40C7-8893-D7624C032BD8}">
      <dsp:nvSpPr>
        <dsp:cNvPr id="0" name=""/>
        <dsp:cNvSpPr/>
      </dsp:nvSpPr>
      <dsp:spPr>
        <a:xfrm>
          <a:off x="5067017" y="75545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shade val="8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Directeur Générale</a:t>
          </a:r>
          <a:endParaRPr lang="LID4096" sz="1050" kern="1200" dirty="0">
            <a:latin typeface="Times New Roman" panose="02020603050405020304" pitchFamily="18" charset="0"/>
            <a:cs typeface="Times New Roman" panose="02020603050405020304" pitchFamily="18" charset="0"/>
          </a:endParaRPr>
        </a:p>
      </dsp:txBody>
      <dsp:txXfrm>
        <a:off x="5085842" y="774281"/>
        <a:ext cx="974541" cy="605091"/>
      </dsp:txXfrm>
    </dsp:sp>
    <dsp:sp modelId="{1207FDCD-61EF-4957-90F0-DB6CBC759EFD}">
      <dsp:nvSpPr>
        <dsp:cNvPr id="0" name=""/>
        <dsp:cNvSpPr/>
      </dsp:nvSpPr>
      <dsp:spPr>
        <a:xfrm>
          <a:off x="6061" y="1585734"/>
          <a:ext cx="1012191" cy="880491"/>
        </a:xfrm>
        <a:prstGeom prst="roundRect">
          <a:avLst>
            <a:gd name="adj" fmla="val 10000"/>
          </a:avLst>
        </a:prstGeom>
        <a:gradFill rotWithShape="0">
          <a:gsLst>
            <a:gs pos="0">
              <a:schemeClr val="accent2">
                <a:shade val="80000"/>
                <a:hueOff val="0"/>
                <a:satOff val="0"/>
                <a:lumOff val="0"/>
                <a:alphaOff val="0"/>
                <a:satMod val="103000"/>
                <a:lumMod val="102000"/>
                <a:tint val="94000"/>
              </a:schemeClr>
            </a:gs>
            <a:gs pos="50000">
              <a:schemeClr val="accent2">
                <a:shade val="80000"/>
                <a:hueOff val="0"/>
                <a:satOff val="0"/>
                <a:lumOff val="0"/>
                <a:alphaOff val="0"/>
                <a:satMod val="110000"/>
                <a:lumMod val="100000"/>
                <a:shade val="100000"/>
              </a:schemeClr>
            </a:gs>
            <a:gs pos="100000">
              <a:schemeClr val="accent2">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399BF63B-BBCF-43C8-99D4-BB184C26481E}">
      <dsp:nvSpPr>
        <dsp:cNvPr id="0" name=""/>
        <dsp:cNvSpPr/>
      </dsp:nvSpPr>
      <dsp:spPr>
        <a:xfrm>
          <a:off x="118526" y="1692576"/>
          <a:ext cx="1012191" cy="88049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SERVICE</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INFORMATIQUE ET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TECHNOLOGIQUE</a:t>
          </a:r>
          <a:endParaRPr lang="LID4096" sz="1050" kern="1200" dirty="0">
            <a:latin typeface="Times New Roman" panose="02020603050405020304" pitchFamily="18" charset="0"/>
            <a:cs typeface="Times New Roman" panose="02020603050405020304" pitchFamily="18" charset="0"/>
          </a:endParaRPr>
        </a:p>
      </dsp:txBody>
      <dsp:txXfrm>
        <a:off x="144315" y="1718365"/>
        <a:ext cx="960613" cy="828913"/>
      </dsp:txXfrm>
    </dsp:sp>
    <dsp:sp modelId="{72F37EAF-D787-4A5E-8CAD-5562F6735C9E}">
      <dsp:nvSpPr>
        <dsp:cNvPr id="0" name=""/>
        <dsp:cNvSpPr/>
      </dsp:nvSpPr>
      <dsp:spPr>
        <a:xfrm>
          <a:off x="1243183" y="1585734"/>
          <a:ext cx="1012191" cy="642741"/>
        </a:xfrm>
        <a:prstGeom prst="roundRect">
          <a:avLst>
            <a:gd name="adj" fmla="val 10000"/>
          </a:avLst>
        </a:prstGeom>
        <a:gradFill rotWithShape="0">
          <a:gsLst>
            <a:gs pos="0">
              <a:schemeClr val="accent2">
                <a:tint val="99000"/>
                <a:hueOff val="0"/>
                <a:satOff val="0"/>
                <a:lumOff val="0"/>
                <a:alphaOff val="0"/>
                <a:satMod val="103000"/>
                <a:lumMod val="102000"/>
                <a:tint val="94000"/>
              </a:schemeClr>
            </a:gs>
            <a:gs pos="50000">
              <a:schemeClr val="accent2">
                <a:tint val="99000"/>
                <a:hueOff val="0"/>
                <a:satOff val="0"/>
                <a:lumOff val="0"/>
                <a:alphaOff val="0"/>
                <a:satMod val="110000"/>
                <a:lumMod val="100000"/>
                <a:shade val="100000"/>
              </a:schemeClr>
            </a:gs>
            <a:gs pos="100000">
              <a:schemeClr val="accent2">
                <a:tint val="99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420DB59B-8D07-424D-BD69-AC739F852C93}">
      <dsp:nvSpPr>
        <dsp:cNvPr id="0" name=""/>
        <dsp:cNvSpPr/>
      </dsp:nvSpPr>
      <dsp:spPr>
        <a:xfrm>
          <a:off x="1355649" y="169257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Directeur Financier</a:t>
          </a:r>
          <a:endParaRPr lang="LID4096" sz="1050" kern="1200" dirty="0">
            <a:latin typeface="Times New Roman" panose="02020603050405020304" pitchFamily="18" charset="0"/>
            <a:cs typeface="Times New Roman" panose="02020603050405020304" pitchFamily="18" charset="0"/>
          </a:endParaRPr>
        </a:p>
      </dsp:txBody>
      <dsp:txXfrm>
        <a:off x="1374474" y="1711401"/>
        <a:ext cx="974541" cy="605091"/>
      </dsp:txXfrm>
    </dsp:sp>
    <dsp:sp modelId="{C52F8122-6066-47C8-A1C7-2B38F650B16C}">
      <dsp:nvSpPr>
        <dsp:cNvPr id="0" name=""/>
        <dsp:cNvSpPr/>
      </dsp:nvSpPr>
      <dsp:spPr>
        <a:xfrm>
          <a:off x="1243183" y="2522854"/>
          <a:ext cx="1012191" cy="642741"/>
        </a:xfrm>
        <a:prstGeom prst="roundRect">
          <a:avLst>
            <a:gd name="adj" fmla="val 10000"/>
          </a:avLst>
        </a:prstGeom>
        <a:gradFill rotWithShape="0">
          <a:gsLst>
            <a:gs pos="0">
              <a:schemeClr val="accent2">
                <a:tint val="80000"/>
                <a:hueOff val="0"/>
                <a:satOff val="0"/>
                <a:lumOff val="0"/>
                <a:alphaOff val="0"/>
                <a:satMod val="103000"/>
                <a:lumMod val="102000"/>
                <a:tint val="94000"/>
              </a:schemeClr>
            </a:gs>
            <a:gs pos="50000">
              <a:schemeClr val="accent2">
                <a:tint val="80000"/>
                <a:hueOff val="0"/>
                <a:satOff val="0"/>
                <a:lumOff val="0"/>
                <a:alphaOff val="0"/>
                <a:satMod val="110000"/>
                <a:lumMod val="100000"/>
                <a:shade val="100000"/>
              </a:schemeClr>
            </a:gs>
            <a:gs pos="100000">
              <a:schemeClr val="accent2">
                <a:tint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DBE40AC5-B8B5-4E5D-9232-55B303DC1B4E}">
      <dsp:nvSpPr>
        <dsp:cNvPr id="0" name=""/>
        <dsp:cNvSpPr/>
      </dsp:nvSpPr>
      <dsp:spPr>
        <a:xfrm>
          <a:off x="1355649" y="2629697"/>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8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CHEF DE</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DEPARTEMENT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FINANCIER</a:t>
          </a:r>
          <a:endParaRPr lang="LID4096" sz="1050" kern="1200" dirty="0">
            <a:latin typeface="Times New Roman" panose="02020603050405020304" pitchFamily="18" charset="0"/>
            <a:cs typeface="Times New Roman" panose="02020603050405020304" pitchFamily="18" charset="0"/>
          </a:endParaRPr>
        </a:p>
      </dsp:txBody>
      <dsp:txXfrm>
        <a:off x="1374474" y="2648522"/>
        <a:ext cx="974541" cy="605091"/>
      </dsp:txXfrm>
    </dsp:sp>
    <dsp:sp modelId="{6A2858C5-597B-4B88-9CD1-358A64809900}">
      <dsp:nvSpPr>
        <dsp:cNvPr id="0" name=""/>
        <dsp:cNvSpPr/>
      </dsp:nvSpPr>
      <dsp:spPr>
        <a:xfrm>
          <a:off x="624622" y="3459975"/>
          <a:ext cx="1012191" cy="642741"/>
        </a:xfrm>
        <a:prstGeom prst="roundRect">
          <a:avLst>
            <a:gd name="adj" fmla="val 10000"/>
          </a:avLst>
        </a:prstGeom>
        <a:gradFill rotWithShape="0">
          <a:gsLst>
            <a:gs pos="0">
              <a:schemeClr val="accent2">
                <a:tint val="80000"/>
                <a:hueOff val="0"/>
                <a:satOff val="0"/>
                <a:lumOff val="0"/>
                <a:alphaOff val="0"/>
                <a:satMod val="103000"/>
                <a:lumMod val="102000"/>
                <a:tint val="94000"/>
              </a:schemeClr>
            </a:gs>
            <a:gs pos="50000">
              <a:schemeClr val="accent2">
                <a:tint val="80000"/>
                <a:hueOff val="0"/>
                <a:satOff val="0"/>
                <a:lumOff val="0"/>
                <a:alphaOff val="0"/>
                <a:satMod val="110000"/>
                <a:lumMod val="100000"/>
                <a:shade val="100000"/>
              </a:schemeClr>
            </a:gs>
            <a:gs pos="100000">
              <a:schemeClr val="accent2">
                <a:tint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29F89EE7-F488-473A-BF73-3D5DBCE26EBF}">
      <dsp:nvSpPr>
        <dsp:cNvPr id="0" name=""/>
        <dsp:cNvSpPr/>
      </dsp:nvSpPr>
      <dsp:spPr>
        <a:xfrm>
          <a:off x="737088" y="3566817"/>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7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COMPTABILITE</a:t>
          </a:r>
          <a:endParaRPr lang="LID4096" sz="1050" kern="1200" dirty="0">
            <a:latin typeface="Times New Roman" panose="02020603050405020304" pitchFamily="18" charset="0"/>
            <a:cs typeface="Times New Roman" panose="02020603050405020304" pitchFamily="18" charset="0"/>
          </a:endParaRPr>
        </a:p>
      </dsp:txBody>
      <dsp:txXfrm>
        <a:off x="755913" y="3585642"/>
        <a:ext cx="974541" cy="605091"/>
      </dsp:txXfrm>
    </dsp:sp>
    <dsp:sp modelId="{08FD2382-D758-4BCF-9364-CD8487FAA4B1}">
      <dsp:nvSpPr>
        <dsp:cNvPr id="0" name=""/>
        <dsp:cNvSpPr/>
      </dsp:nvSpPr>
      <dsp:spPr>
        <a:xfrm>
          <a:off x="1861744" y="3459975"/>
          <a:ext cx="1012191" cy="642741"/>
        </a:xfrm>
        <a:prstGeom prst="roundRect">
          <a:avLst>
            <a:gd name="adj" fmla="val 10000"/>
          </a:avLst>
        </a:prstGeom>
        <a:gradFill rotWithShape="0">
          <a:gsLst>
            <a:gs pos="0">
              <a:schemeClr val="accent2">
                <a:tint val="80000"/>
                <a:hueOff val="0"/>
                <a:satOff val="0"/>
                <a:lumOff val="0"/>
                <a:alphaOff val="0"/>
                <a:satMod val="103000"/>
                <a:lumMod val="102000"/>
                <a:tint val="94000"/>
              </a:schemeClr>
            </a:gs>
            <a:gs pos="50000">
              <a:schemeClr val="accent2">
                <a:tint val="80000"/>
                <a:hueOff val="0"/>
                <a:satOff val="0"/>
                <a:lumOff val="0"/>
                <a:alphaOff val="0"/>
                <a:satMod val="110000"/>
                <a:lumMod val="100000"/>
                <a:shade val="100000"/>
              </a:schemeClr>
            </a:gs>
            <a:gs pos="100000">
              <a:schemeClr val="accent2">
                <a:tint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265E95FA-F418-4295-80C0-04ABE4A81F1A}">
      <dsp:nvSpPr>
        <dsp:cNvPr id="0" name=""/>
        <dsp:cNvSpPr/>
      </dsp:nvSpPr>
      <dsp:spPr>
        <a:xfrm>
          <a:off x="1974210" y="3566817"/>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7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FINANCE</a:t>
          </a:r>
          <a:endParaRPr lang="LID4096" sz="1050" kern="1200" dirty="0">
            <a:latin typeface="Times New Roman" panose="02020603050405020304" pitchFamily="18" charset="0"/>
            <a:cs typeface="Times New Roman" panose="02020603050405020304" pitchFamily="18" charset="0"/>
          </a:endParaRPr>
        </a:p>
      </dsp:txBody>
      <dsp:txXfrm>
        <a:off x="1993035" y="3585642"/>
        <a:ext cx="974541" cy="605091"/>
      </dsp:txXfrm>
    </dsp:sp>
    <dsp:sp modelId="{FB74A1EF-973B-4BC5-A633-D1D1D2C2F2B0}">
      <dsp:nvSpPr>
        <dsp:cNvPr id="0" name=""/>
        <dsp:cNvSpPr/>
      </dsp:nvSpPr>
      <dsp:spPr>
        <a:xfrm>
          <a:off x="2480306" y="1585734"/>
          <a:ext cx="1012191" cy="642741"/>
        </a:xfrm>
        <a:prstGeom prst="roundRect">
          <a:avLst>
            <a:gd name="adj" fmla="val 10000"/>
          </a:avLst>
        </a:prstGeom>
        <a:gradFill rotWithShape="0">
          <a:gsLst>
            <a:gs pos="0">
              <a:schemeClr val="accent2">
                <a:tint val="99000"/>
                <a:hueOff val="0"/>
                <a:satOff val="0"/>
                <a:lumOff val="0"/>
                <a:alphaOff val="0"/>
                <a:satMod val="103000"/>
                <a:lumMod val="102000"/>
                <a:tint val="94000"/>
              </a:schemeClr>
            </a:gs>
            <a:gs pos="50000">
              <a:schemeClr val="accent2">
                <a:tint val="99000"/>
                <a:hueOff val="0"/>
                <a:satOff val="0"/>
                <a:lumOff val="0"/>
                <a:alphaOff val="0"/>
                <a:satMod val="110000"/>
                <a:lumMod val="100000"/>
                <a:shade val="100000"/>
              </a:schemeClr>
            </a:gs>
            <a:gs pos="100000">
              <a:schemeClr val="accent2">
                <a:tint val="99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86B8F050-6D27-4A18-95B8-50BD09646B39}">
      <dsp:nvSpPr>
        <dsp:cNvPr id="0" name=""/>
        <dsp:cNvSpPr/>
      </dsp:nvSpPr>
      <dsp:spPr>
        <a:xfrm>
          <a:off x="2592771" y="169257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AGENCES AUXIMAD</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a:t>
          </a:r>
          <a:endParaRPr lang="LID4096" sz="1050" kern="1200" dirty="0">
            <a:latin typeface="Times New Roman" panose="02020603050405020304" pitchFamily="18" charset="0"/>
            <a:cs typeface="Times New Roman" panose="02020603050405020304" pitchFamily="18" charset="0"/>
          </a:endParaRPr>
        </a:p>
      </dsp:txBody>
      <dsp:txXfrm>
        <a:off x="2611596" y="1711401"/>
        <a:ext cx="974541" cy="605091"/>
      </dsp:txXfrm>
    </dsp:sp>
    <dsp:sp modelId="{B5048A5B-E3D0-4527-91A8-4D5A329A9A0D}">
      <dsp:nvSpPr>
        <dsp:cNvPr id="0" name=""/>
        <dsp:cNvSpPr/>
      </dsp:nvSpPr>
      <dsp:spPr>
        <a:xfrm>
          <a:off x="3717428" y="1585734"/>
          <a:ext cx="1012191" cy="642741"/>
        </a:xfrm>
        <a:prstGeom prst="roundRect">
          <a:avLst>
            <a:gd name="adj" fmla="val 10000"/>
          </a:avLst>
        </a:prstGeom>
        <a:gradFill rotWithShape="0">
          <a:gsLst>
            <a:gs pos="0">
              <a:schemeClr val="accent2">
                <a:shade val="80000"/>
                <a:hueOff val="0"/>
                <a:satOff val="0"/>
                <a:lumOff val="0"/>
                <a:alphaOff val="0"/>
                <a:satMod val="103000"/>
                <a:lumMod val="102000"/>
                <a:tint val="94000"/>
              </a:schemeClr>
            </a:gs>
            <a:gs pos="50000">
              <a:schemeClr val="accent2">
                <a:shade val="80000"/>
                <a:hueOff val="0"/>
                <a:satOff val="0"/>
                <a:lumOff val="0"/>
                <a:alphaOff val="0"/>
                <a:satMod val="110000"/>
                <a:lumMod val="100000"/>
                <a:shade val="100000"/>
              </a:schemeClr>
            </a:gs>
            <a:gs pos="100000">
              <a:schemeClr val="accent2">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8235A6D7-3DD9-43F2-B086-6E655FE4BAF6}">
      <dsp:nvSpPr>
        <dsp:cNvPr id="0" name=""/>
        <dsp:cNvSpPr/>
      </dsp:nvSpPr>
      <dsp:spPr>
        <a:xfrm>
          <a:off x="3829894" y="169257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SERVICE</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RESSOURCES</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HUMAINES</a:t>
          </a:r>
          <a:endParaRPr lang="LID4096" sz="1050" kern="1200" dirty="0">
            <a:latin typeface="Times New Roman" panose="02020603050405020304" pitchFamily="18" charset="0"/>
            <a:cs typeface="Times New Roman" panose="02020603050405020304" pitchFamily="18" charset="0"/>
          </a:endParaRPr>
        </a:p>
      </dsp:txBody>
      <dsp:txXfrm>
        <a:off x="3848719" y="1711401"/>
        <a:ext cx="974541" cy="605091"/>
      </dsp:txXfrm>
    </dsp:sp>
    <dsp:sp modelId="{C9DA4F5C-768B-482E-8A89-0AE3B93978B5}">
      <dsp:nvSpPr>
        <dsp:cNvPr id="0" name=""/>
        <dsp:cNvSpPr/>
      </dsp:nvSpPr>
      <dsp:spPr>
        <a:xfrm>
          <a:off x="4954551" y="1585734"/>
          <a:ext cx="1012191" cy="642741"/>
        </a:xfrm>
        <a:prstGeom prst="roundRect">
          <a:avLst>
            <a:gd name="adj" fmla="val 10000"/>
          </a:avLst>
        </a:prstGeom>
        <a:gradFill rotWithShape="0">
          <a:gsLst>
            <a:gs pos="0">
              <a:schemeClr val="accent2">
                <a:shade val="80000"/>
                <a:hueOff val="0"/>
                <a:satOff val="0"/>
                <a:lumOff val="0"/>
                <a:alphaOff val="0"/>
                <a:satMod val="103000"/>
                <a:lumMod val="102000"/>
                <a:tint val="94000"/>
              </a:schemeClr>
            </a:gs>
            <a:gs pos="50000">
              <a:schemeClr val="accent2">
                <a:shade val="80000"/>
                <a:hueOff val="0"/>
                <a:satOff val="0"/>
                <a:lumOff val="0"/>
                <a:alphaOff val="0"/>
                <a:satMod val="110000"/>
                <a:lumMod val="100000"/>
                <a:shade val="100000"/>
              </a:schemeClr>
            </a:gs>
            <a:gs pos="100000">
              <a:schemeClr val="accent2">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248C6A93-1652-4F8D-BC43-24B95DA51196}">
      <dsp:nvSpPr>
        <dsp:cNvPr id="0" name=""/>
        <dsp:cNvSpPr/>
      </dsp:nvSpPr>
      <dsp:spPr>
        <a:xfrm>
          <a:off x="5067017" y="169257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SERVICE AUDIT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INTERNE</a:t>
          </a:r>
          <a:endParaRPr lang="LID4096" sz="1050" kern="1200" dirty="0">
            <a:latin typeface="Times New Roman" panose="02020603050405020304" pitchFamily="18" charset="0"/>
            <a:cs typeface="Times New Roman" panose="02020603050405020304" pitchFamily="18" charset="0"/>
          </a:endParaRPr>
        </a:p>
      </dsp:txBody>
      <dsp:txXfrm>
        <a:off x="5085842" y="1711401"/>
        <a:ext cx="974541" cy="605091"/>
      </dsp:txXfrm>
    </dsp:sp>
    <dsp:sp modelId="{A020EA89-6ACF-47F6-A198-DE1D442D5C47}">
      <dsp:nvSpPr>
        <dsp:cNvPr id="0" name=""/>
        <dsp:cNvSpPr/>
      </dsp:nvSpPr>
      <dsp:spPr>
        <a:xfrm>
          <a:off x="6191674" y="1585734"/>
          <a:ext cx="1012191" cy="642741"/>
        </a:xfrm>
        <a:prstGeom prst="roundRect">
          <a:avLst>
            <a:gd name="adj" fmla="val 10000"/>
          </a:avLst>
        </a:prstGeom>
        <a:gradFill rotWithShape="0">
          <a:gsLst>
            <a:gs pos="0">
              <a:schemeClr val="accent2">
                <a:shade val="80000"/>
                <a:hueOff val="0"/>
                <a:satOff val="0"/>
                <a:lumOff val="0"/>
                <a:alphaOff val="0"/>
                <a:satMod val="103000"/>
                <a:lumMod val="102000"/>
                <a:tint val="94000"/>
              </a:schemeClr>
            </a:gs>
            <a:gs pos="50000">
              <a:schemeClr val="accent2">
                <a:shade val="80000"/>
                <a:hueOff val="0"/>
                <a:satOff val="0"/>
                <a:lumOff val="0"/>
                <a:alphaOff val="0"/>
                <a:satMod val="110000"/>
                <a:lumMod val="100000"/>
                <a:shade val="100000"/>
              </a:schemeClr>
            </a:gs>
            <a:gs pos="100000">
              <a:schemeClr val="accent2">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6E984A00-F904-4B27-B35B-E04205A6915D}">
      <dsp:nvSpPr>
        <dsp:cNvPr id="0" name=""/>
        <dsp:cNvSpPr/>
      </dsp:nvSpPr>
      <dsp:spPr>
        <a:xfrm>
          <a:off x="6304139" y="169257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CONSULTANT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PROJETS</a:t>
          </a:r>
          <a:endParaRPr lang="LID4096" sz="1050" kern="1200" dirty="0">
            <a:latin typeface="Times New Roman" panose="02020603050405020304" pitchFamily="18" charset="0"/>
            <a:cs typeface="Times New Roman" panose="02020603050405020304" pitchFamily="18" charset="0"/>
          </a:endParaRPr>
        </a:p>
      </dsp:txBody>
      <dsp:txXfrm>
        <a:off x="6322964" y="1711401"/>
        <a:ext cx="974541" cy="605091"/>
      </dsp:txXfrm>
    </dsp:sp>
    <dsp:sp modelId="{D911D37D-5AA3-4E39-B07D-2A50026F1BBE}">
      <dsp:nvSpPr>
        <dsp:cNvPr id="0" name=""/>
        <dsp:cNvSpPr/>
      </dsp:nvSpPr>
      <dsp:spPr>
        <a:xfrm>
          <a:off x="7428796" y="1585734"/>
          <a:ext cx="1012191" cy="642741"/>
        </a:xfrm>
        <a:prstGeom prst="roundRect">
          <a:avLst>
            <a:gd name="adj" fmla="val 10000"/>
          </a:avLst>
        </a:prstGeom>
        <a:gradFill rotWithShape="0">
          <a:gsLst>
            <a:gs pos="0">
              <a:schemeClr val="accent2">
                <a:shade val="80000"/>
                <a:hueOff val="0"/>
                <a:satOff val="0"/>
                <a:lumOff val="0"/>
                <a:alphaOff val="0"/>
                <a:satMod val="103000"/>
                <a:lumMod val="102000"/>
                <a:tint val="94000"/>
              </a:schemeClr>
            </a:gs>
            <a:gs pos="50000">
              <a:schemeClr val="accent2">
                <a:shade val="80000"/>
                <a:hueOff val="0"/>
                <a:satOff val="0"/>
                <a:lumOff val="0"/>
                <a:alphaOff val="0"/>
                <a:satMod val="110000"/>
                <a:lumMod val="100000"/>
                <a:shade val="100000"/>
              </a:schemeClr>
            </a:gs>
            <a:gs pos="100000">
              <a:schemeClr val="accent2">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78F05DA2-2BD4-4569-BBD5-0A2224390A8C}">
      <dsp:nvSpPr>
        <dsp:cNvPr id="0" name=""/>
        <dsp:cNvSpPr/>
      </dsp:nvSpPr>
      <dsp:spPr>
        <a:xfrm>
          <a:off x="7541262" y="169257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SERVICE AFFAIRES</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GENERALES</a:t>
          </a:r>
          <a:endParaRPr lang="LID4096" sz="1050" kern="1200" dirty="0">
            <a:latin typeface="Times New Roman" panose="02020603050405020304" pitchFamily="18" charset="0"/>
            <a:cs typeface="Times New Roman" panose="02020603050405020304" pitchFamily="18" charset="0"/>
          </a:endParaRPr>
        </a:p>
      </dsp:txBody>
      <dsp:txXfrm>
        <a:off x="7560087" y="1711401"/>
        <a:ext cx="974541" cy="605091"/>
      </dsp:txXfrm>
    </dsp:sp>
    <dsp:sp modelId="{C4A251BD-BF79-479E-885F-E975B5D421A1}">
      <dsp:nvSpPr>
        <dsp:cNvPr id="0" name=""/>
        <dsp:cNvSpPr/>
      </dsp:nvSpPr>
      <dsp:spPr>
        <a:xfrm>
          <a:off x="8665919" y="1585734"/>
          <a:ext cx="1012191" cy="642741"/>
        </a:xfrm>
        <a:prstGeom prst="roundRect">
          <a:avLst>
            <a:gd name="adj" fmla="val 10000"/>
          </a:avLst>
        </a:prstGeom>
        <a:gradFill rotWithShape="0">
          <a:gsLst>
            <a:gs pos="0">
              <a:schemeClr val="accent2">
                <a:tint val="99000"/>
                <a:hueOff val="0"/>
                <a:satOff val="0"/>
                <a:lumOff val="0"/>
                <a:alphaOff val="0"/>
                <a:satMod val="103000"/>
                <a:lumMod val="102000"/>
                <a:tint val="94000"/>
              </a:schemeClr>
            </a:gs>
            <a:gs pos="50000">
              <a:schemeClr val="accent2">
                <a:tint val="99000"/>
                <a:hueOff val="0"/>
                <a:satOff val="0"/>
                <a:lumOff val="0"/>
                <a:alphaOff val="0"/>
                <a:satMod val="110000"/>
                <a:lumMod val="100000"/>
                <a:shade val="100000"/>
              </a:schemeClr>
            </a:gs>
            <a:gs pos="100000">
              <a:schemeClr val="accent2">
                <a:tint val="99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B1A8802C-11BB-4D79-8A51-1D352F8A4FBA}">
      <dsp:nvSpPr>
        <dsp:cNvPr id="0" name=""/>
        <dsp:cNvSpPr/>
      </dsp:nvSpPr>
      <dsp:spPr>
        <a:xfrm>
          <a:off x="8778385" y="169257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Directeur Business</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err="1">
              <a:latin typeface="Times New Roman" panose="02020603050405020304" pitchFamily="18" charset="0"/>
              <a:cs typeface="Times New Roman" panose="02020603050405020304" pitchFamily="18" charset="0"/>
            </a:rPr>
            <a:t>Developpment</a:t>
          </a:r>
          <a:endParaRPr lang="LID4096" sz="1050" kern="1200" dirty="0">
            <a:latin typeface="Times New Roman" panose="02020603050405020304" pitchFamily="18" charset="0"/>
            <a:cs typeface="Times New Roman" panose="02020603050405020304" pitchFamily="18" charset="0"/>
          </a:endParaRPr>
        </a:p>
      </dsp:txBody>
      <dsp:txXfrm>
        <a:off x="8797210" y="1711401"/>
        <a:ext cx="974541" cy="605091"/>
      </dsp:txXfrm>
    </dsp:sp>
    <dsp:sp modelId="{54C9D34A-8E47-4319-BDE9-E66F890CC1F1}">
      <dsp:nvSpPr>
        <dsp:cNvPr id="0" name=""/>
        <dsp:cNvSpPr/>
      </dsp:nvSpPr>
      <dsp:spPr>
        <a:xfrm>
          <a:off x="7912918" y="2522854"/>
          <a:ext cx="1281069" cy="1248473"/>
        </a:xfrm>
        <a:prstGeom prst="roundRect">
          <a:avLst>
            <a:gd name="adj" fmla="val 10000"/>
          </a:avLst>
        </a:prstGeom>
        <a:gradFill rotWithShape="0">
          <a:gsLst>
            <a:gs pos="0">
              <a:schemeClr val="accent2">
                <a:tint val="99000"/>
                <a:hueOff val="0"/>
                <a:satOff val="0"/>
                <a:lumOff val="0"/>
                <a:alphaOff val="0"/>
                <a:satMod val="103000"/>
                <a:lumMod val="102000"/>
                <a:tint val="94000"/>
              </a:schemeClr>
            </a:gs>
            <a:gs pos="50000">
              <a:schemeClr val="accent2">
                <a:tint val="99000"/>
                <a:hueOff val="0"/>
                <a:satOff val="0"/>
                <a:lumOff val="0"/>
                <a:alphaOff val="0"/>
                <a:satMod val="110000"/>
                <a:lumMod val="100000"/>
                <a:shade val="100000"/>
              </a:schemeClr>
            </a:gs>
            <a:gs pos="100000">
              <a:schemeClr val="accent2">
                <a:tint val="99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318EEC1A-C180-4CEB-A276-864CFE54098D}">
      <dsp:nvSpPr>
        <dsp:cNvPr id="0" name=""/>
        <dsp:cNvSpPr/>
      </dsp:nvSpPr>
      <dsp:spPr>
        <a:xfrm>
          <a:off x="8025384" y="2629697"/>
          <a:ext cx="1281069" cy="1248473"/>
        </a:xfrm>
        <a:prstGeom prst="roundRect">
          <a:avLst>
            <a:gd name="adj" fmla="val 10000"/>
          </a:avLst>
        </a:prstGeom>
        <a:solidFill>
          <a:schemeClr val="lt1">
            <a:alpha val="90000"/>
            <a:hueOff val="0"/>
            <a:satOff val="0"/>
            <a:lumOff val="0"/>
            <a:alphaOff val="0"/>
          </a:schemeClr>
        </a:solidFill>
        <a:ln w="6350" cap="flat" cmpd="sng" algn="ctr">
          <a:solidFill>
            <a:schemeClr val="accent2">
              <a:tint val="8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DEPARTEMENT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JURIDIQUE ET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CONTENTIEUX</a:t>
          </a:r>
          <a:endParaRPr lang="LID4096" sz="1050" kern="1200" dirty="0">
            <a:latin typeface="Times New Roman" panose="02020603050405020304" pitchFamily="18" charset="0"/>
            <a:cs typeface="Times New Roman" panose="02020603050405020304" pitchFamily="18" charset="0"/>
          </a:endParaRPr>
        </a:p>
      </dsp:txBody>
      <dsp:txXfrm>
        <a:off x="8061951" y="2666264"/>
        <a:ext cx="1207935" cy="1175339"/>
      </dsp:txXfrm>
    </dsp:sp>
    <dsp:sp modelId="{F40902C4-852A-4016-91CD-7135C202960B}">
      <dsp:nvSpPr>
        <dsp:cNvPr id="0" name=""/>
        <dsp:cNvSpPr/>
      </dsp:nvSpPr>
      <dsp:spPr>
        <a:xfrm>
          <a:off x="9418919" y="2522854"/>
          <a:ext cx="1012191" cy="864422"/>
        </a:xfrm>
        <a:prstGeom prst="roundRect">
          <a:avLst>
            <a:gd name="adj" fmla="val 10000"/>
          </a:avLst>
        </a:prstGeom>
        <a:gradFill rotWithShape="0">
          <a:gsLst>
            <a:gs pos="0">
              <a:schemeClr val="accent2">
                <a:tint val="99000"/>
                <a:hueOff val="0"/>
                <a:satOff val="0"/>
                <a:lumOff val="0"/>
                <a:alphaOff val="0"/>
                <a:satMod val="103000"/>
                <a:lumMod val="102000"/>
                <a:tint val="94000"/>
              </a:schemeClr>
            </a:gs>
            <a:gs pos="50000">
              <a:schemeClr val="accent2">
                <a:tint val="99000"/>
                <a:hueOff val="0"/>
                <a:satOff val="0"/>
                <a:lumOff val="0"/>
                <a:alphaOff val="0"/>
                <a:satMod val="110000"/>
                <a:lumMod val="100000"/>
                <a:shade val="100000"/>
              </a:schemeClr>
            </a:gs>
            <a:gs pos="100000">
              <a:schemeClr val="accent2">
                <a:tint val="99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C0960823-2A21-4461-824B-A9B1A691765D}">
      <dsp:nvSpPr>
        <dsp:cNvPr id="0" name=""/>
        <dsp:cNvSpPr/>
      </dsp:nvSpPr>
      <dsp:spPr>
        <a:xfrm>
          <a:off x="9531385" y="2629697"/>
          <a:ext cx="1012191" cy="864422"/>
        </a:xfrm>
        <a:prstGeom prst="roundRect">
          <a:avLst>
            <a:gd name="adj" fmla="val 10000"/>
          </a:avLst>
        </a:prstGeom>
        <a:solidFill>
          <a:schemeClr val="lt1">
            <a:alpha val="90000"/>
            <a:hueOff val="0"/>
            <a:satOff val="0"/>
            <a:lumOff val="0"/>
            <a:alphaOff val="0"/>
          </a:schemeClr>
        </a:solidFill>
        <a:ln w="6350" cap="flat" cmpd="sng" algn="ctr">
          <a:solidFill>
            <a:schemeClr val="accent2">
              <a:tint val="8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DEPARTEMENT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CONSIGNATION</a:t>
          </a:r>
          <a:endParaRPr lang="LID4096" sz="1050" kern="1200" dirty="0">
            <a:latin typeface="Times New Roman" panose="02020603050405020304" pitchFamily="18" charset="0"/>
            <a:cs typeface="Times New Roman" panose="02020603050405020304" pitchFamily="18" charset="0"/>
          </a:endParaRPr>
        </a:p>
      </dsp:txBody>
      <dsp:txXfrm>
        <a:off x="9556703" y="2655015"/>
        <a:ext cx="961555" cy="813786"/>
      </dsp:txXfrm>
    </dsp:sp>
    <dsp:sp modelId="{61CFD1F1-E1DD-4D22-91E9-EAEEE481E778}">
      <dsp:nvSpPr>
        <dsp:cNvPr id="0" name=""/>
        <dsp:cNvSpPr/>
      </dsp:nvSpPr>
      <dsp:spPr>
        <a:xfrm>
          <a:off x="9903042" y="1585734"/>
          <a:ext cx="1012191" cy="642741"/>
        </a:xfrm>
        <a:prstGeom prst="roundRect">
          <a:avLst>
            <a:gd name="adj" fmla="val 10000"/>
          </a:avLst>
        </a:prstGeom>
        <a:gradFill rotWithShape="0">
          <a:gsLst>
            <a:gs pos="0">
              <a:schemeClr val="accent2">
                <a:shade val="80000"/>
                <a:hueOff val="0"/>
                <a:satOff val="0"/>
                <a:lumOff val="0"/>
                <a:alphaOff val="0"/>
                <a:satMod val="103000"/>
                <a:lumMod val="102000"/>
                <a:tint val="94000"/>
              </a:schemeClr>
            </a:gs>
            <a:gs pos="50000">
              <a:schemeClr val="accent2">
                <a:shade val="80000"/>
                <a:hueOff val="0"/>
                <a:satOff val="0"/>
                <a:lumOff val="0"/>
                <a:alphaOff val="0"/>
                <a:satMod val="110000"/>
                <a:lumMod val="100000"/>
                <a:shade val="100000"/>
              </a:schemeClr>
            </a:gs>
            <a:gs pos="100000">
              <a:schemeClr val="accent2">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5D2114CA-924C-4632-AF77-8AC9102A35F8}">
      <dsp:nvSpPr>
        <dsp:cNvPr id="0" name=""/>
        <dsp:cNvSpPr/>
      </dsp:nvSpPr>
      <dsp:spPr>
        <a:xfrm>
          <a:off x="10015507" y="169257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SERVICE CONTROLE</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DE GESTION</a:t>
          </a:r>
          <a:endParaRPr lang="LID4096" sz="1050" kern="1200" dirty="0">
            <a:latin typeface="Times New Roman" panose="02020603050405020304" pitchFamily="18" charset="0"/>
            <a:cs typeface="Times New Roman" panose="02020603050405020304" pitchFamily="18" charset="0"/>
          </a:endParaRPr>
        </a:p>
      </dsp:txBody>
      <dsp:txXfrm>
        <a:off x="10034332" y="1711401"/>
        <a:ext cx="974541" cy="605091"/>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3847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 sz="1200" b="1" u="none" strike="noStrike" kern="1200" dirty="0">
                <a:solidFill>
                  <a:schemeClr val="tx1"/>
                </a:solidFill>
                <a:effectLst/>
                <a:latin typeface="+mn-lt"/>
                <a:ea typeface="+mn-ea"/>
                <a:cs typeface="+mn-cs"/>
              </a:rPr>
              <a:t>Madame la Présidente du Jury,</a:t>
            </a:r>
          </a:p>
          <a:p>
            <a:br>
              <a:rPr lang="" sz="1200" b="0" u="none" strike="noStrike" kern="1200" dirty="0">
                <a:solidFill>
                  <a:schemeClr val="tx1"/>
                </a:solidFill>
                <a:effectLst/>
                <a:latin typeface="+mn-lt"/>
                <a:ea typeface="+mn-ea"/>
                <a:cs typeface="+mn-cs"/>
              </a:rPr>
            </a:br>
            <a:r>
              <a:rPr lang="" sz="1200" b="1" u="none" strike="noStrike" kern="1200" dirty="0">
                <a:solidFill>
                  <a:schemeClr val="tx1"/>
                </a:solidFill>
                <a:effectLst/>
                <a:latin typeface="+mn-lt"/>
                <a:ea typeface="+mn-ea"/>
                <a:cs typeface="+mn-cs"/>
              </a:rPr>
              <a:t>Mesdames et messieurs les membres du jury,</a:t>
            </a:r>
          </a:p>
          <a:p>
            <a:br>
              <a:rPr lang="" sz="1200" b="0" u="none" strike="noStrike" kern="1200" dirty="0">
                <a:solidFill>
                  <a:schemeClr val="tx1"/>
                </a:solidFill>
                <a:effectLst/>
                <a:latin typeface="+mn-lt"/>
                <a:ea typeface="+mn-ea"/>
                <a:cs typeface="+mn-cs"/>
              </a:rPr>
            </a:br>
            <a:r>
              <a:rPr lang="" sz="1200" b="1" u="none" strike="noStrike" kern="1200" dirty="0">
                <a:solidFill>
                  <a:schemeClr val="tx1"/>
                </a:solidFill>
                <a:effectLst/>
                <a:latin typeface="+mn-lt"/>
                <a:ea typeface="+mn-ea"/>
                <a:cs typeface="+mn-cs"/>
              </a:rPr>
              <a:t>Honorables assistances,</a:t>
            </a:r>
          </a:p>
          <a:p>
            <a:endParaRPr lang="" sz="1200" b="0" u="none" strike="noStrike" kern="1200" dirty="0">
              <a:solidFill>
                <a:schemeClr val="tx1"/>
              </a:solidFill>
              <a:effectLst/>
              <a:latin typeface="+mn-lt"/>
              <a:ea typeface="+mn-ea"/>
              <a:cs typeface="+mn-cs"/>
            </a:endParaRPr>
          </a:p>
          <a:p>
            <a:r>
              <a:rPr lang="" sz="1200" b="0" u="none" strike="noStrike" kern="1200" dirty="0">
                <a:solidFill>
                  <a:schemeClr val="tx1"/>
                </a:solidFill>
                <a:effectLst/>
                <a:latin typeface="+mn-lt"/>
                <a:ea typeface="+mn-ea"/>
                <a:cs typeface="+mn-cs"/>
              </a:rPr>
              <a:t>J’ai l’honneur de vous présenter aujourd’hui le projet que j’ai réalisé dans le cadre de l’obtention de mon diplôme de Licence en </a:t>
            </a:r>
            <a:r>
              <a:rPr lang="" sz="1200" b="1" u="none" strike="noStrike" kern="1200" dirty="0">
                <a:solidFill>
                  <a:schemeClr val="tx1"/>
                </a:solidFill>
                <a:effectLst/>
                <a:latin typeface="+mn-lt"/>
                <a:ea typeface="+mn-ea"/>
                <a:cs typeface="+mn-cs"/>
              </a:rPr>
              <a:t>Génie Logiciel</a:t>
            </a:r>
            <a:r>
              <a:rPr lang="" sz="1200" b="0" u="none" strike="noStrike" kern="1200" dirty="0">
                <a:solidFill>
                  <a:schemeClr val="tx1"/>
                </a:solidFill>
                <a:effectLst/>
                <a:latin typeface="+mn-lt"/>
                <a:ea typeface="+mn-ea"/>
                <a:cs typeface="+mn-cs"/>
              </a:rPr>
              <a:t> à l’Établissement Supérieur Professionnel BIG (</a:t>
            </a:r>
            <a:r>
              <a:rPr lang="" sz="1200" b="1" u="none" strike="noStrike" kern="1200" dirty="0">
                <a:solidFill>
                  <a:schemeClr val="tx1"/>
                </a:solidFill>
                <a:effectLst/>
                <a:latin typeface="+mn-lt"/>
                <a:ea typeface="+mn-ea"/>
                <a:cs typeface="+mn-cs"/>
              </a:rPr>
              <a:t>ESP-BIG</a:t>
            </a:r>
            <a:r>
              <a:rPr lang="" sz="1200" b="0" u="none" strike="noStrike" kern="1200" dirty="0">
                <a:solidFill>
                  <a:schemeClr val="tx1"/>
                </a:solidFill>
                <a:effectLst/>
                <a:latin typeface="+mn-lt"/>
                <a:ea typeface="+mn-ea"/>
                <a:cs typeface="+mn-cs"/>
              </a:rPr>
              <a:t>). Ce travail marque l'aboutissement d'un stage de trois mois que j’ai effectué au sein de la société </a:t>
            </a:r>
            <a:r>
              <a:rPr lang="" sz="1200" b="1" u="none" strike="noStrike" kern="1200" dirty="0">
                <a:solidFill>
                  <a:schemeClr val="tx1"/>
                </a:solidFill>
                <a:effectLst/>
                <a:latin typeface="+mn-lt"/>
                <a:ea typeface="+mn-ea"/>
                <a:cs typeface="+mn-cs"/>
              </a:rPr>
              <a:t>AUXIMAD</a:t>
            </a:r>
            <a:r>
              <a:rPr lang="" sz="1200" b="0" u="none" strike="noStrike" kern="1200" dirty="0">
                <a:solidFill>
                  <a:schemeClr val="tx1"/>
                </a:solidFill>
                <a:effectLst/>
                <a:latin typeface="+mn-lt"/>
                <a:ea typeface="+mn-ea"/>
                <a:cs typeface="+mn-cs"/>
              </a:rPr>
              <a:t>. Le thème de mon mémoire porte sur la : </a:t>
            </a:r>
            <a:r>
              <a:rPr lang="" sz="1200" b="1" u="none" strike="noStrike" kern="1200" dirty="0">
                <a:solidFill>
                  <a:schemeClr val="tx1"/>
                </a:solidFill>
                <a:effectLst/>
                <a:latin typeface="+mn-lt"/>
                <a:ea typeface="+mn-ea"/>
                <a:cs typeface="+mn-cs"/>
              </a:rPr>
              <a:t>« CONCEPTION ET DEVELOPPEMENT D’UNE APPLICATION DE GESTION D’ASSURANCE AUTOMOBILE »</a:t>
            </a:r>
            <a:r>
              <a:rPr lang="" sz="1200" b="0" u="none" strike="noStrike" kern="1200" dirty="0">
                <a:solidFill>
                  <a:schemeClr val="tx1"/>
                </a:solidFill>
                <a:effectLst/>
                <a:latin typeface="+mn-lt"/>
                <a:ea typeface="+mn-ea"/>
                <a:cs typeface="+mn-cs"/>
              </a:rPr>
              <a:t>.</a:t>
            </a:r>
          </a:p>
        </p:txBody>
      </p:sp>
    </p:spTree>
    <p:extLst>
      <p:ext uri="{BB962C8B-B14F-4D97-AF65-F5344CB8AC3E}">
        <p14:creationId xmlns:p14="http://schemas.microsoft.com/office/powerpoint/2010/main" val="21189713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 dirty="0"/>
              <a:t>La numérisation des services est devenue un levier incontournable pour moderniser l'organisation des entreprises. Au sein d'AUXIMAD, à travers son service dédié </a:t>
            </a:r>
            <a:r>
              <a:rPr lang="" sz="1200" b="1" u="none" strike="noStrike" kern="1200" dirty="0">
                <a:solidFill>
                  <a:schemeClr val="tx1"/>
                </a:solidFill>
                <a:effectLst/>
                <a:latin typeface="+mn-lt"/>
                <a:ea typeface="+mn-ea"/>
                <a:cs typeface="+mn-cs"/>
              </a:rPr>
              <a:t>AUXIASSUR</a:t>
            </a:r>
            <a:r>
              <a:rPr lang="" dirty="0"/>
              <a:t> (qui opère en tant qu’Agent Général de la compagnie d'assurance ARO), l'assurance automobile représente une activité hautement stratégique couvrant la souscription, le suivi des renouvellements, la facturation et l'instruction des sinistres.</a:t>
            </a:r>
          </a:p>
          <a:p>
            <a:pPr rtl="0"/>
            <a:endParaRPr lang="" dirty="0"/>
          </a:p>
          <a:p>
            <a:pPr rtl="0"/>
            <a:r>
              <a:rPr lang="" dirty="0"/>
              <a:t>Nous avons constaté que la gestion de ces opérations reposait encore en grande partie sur des supports physiques, des saisies manuelles et une combinaison fragmentée d’outils hétérogènes comme le progiciel </a:t>
            </a:r>
            <a:r>
              <a:rPr lang="" sz="1200" b="1" u="none" strike="noStrike" kern="1200" dirty="0">
                <a:solidFill>
                  <a:schemeClr val="tx1"/>
                </a:solidFill>
                <a:effectLst/>
                <a:latin typeface="+mn-lt"/>
                <a:ea typeface="+mn-ea"/>
                <a:cs typeface="+mn-cs"/>
              </a:rPr>
              <a:t>Odoo</a:t>
            </a:r>
            <a:r>
              <a:rPr lang="" dirty="0"/>
              <a:t> et des tableurs </a:t>
            </a:r>
            <a:r>
              <a:rPr lang="" sz="1200" b="1" u="none" strike="noStrike" kern="1200" dirty="0">
                <a:solidFill>
                  <a:schemeClr val="tx1"/>
                </a:solidFill>
                <a:effectLst/>
                <a:latin typeface="+mn-lt"/>
                <a:ea typeface="+mn-ea"/>
                <a:cs typeface="+mn-cs"/>
              </a:rPr>
              <a:t>Microsoft Excel</a:t>
            </a:r>
            <a:r>
              <a:rPr lang="" dirty="0"/>
              <a:t> utilisés en mode de secours. Ce fonctionnement induit une lourdeur administrative, une latence dans l'instruction des dossiers, un risque élevé d'erreurs de saisie.</a:t>
            </a:r>
          </a:p>
          <a:p>
            <a:pPr rtl="0"/>
            <a:endParaRPr lang="" sz="1200" b="0" i="1" u="none" strike="noStrike" kern="1200" dirty="0">
              <a:solidFill>
                <a:schemeClr val="tx1"/>
              </a:solidFill>
              <a:effectLst/>
              <a:latin typeface="+mn-lt"/>
              <a:ea typeface="+mn-ea"/>
              <a:cs typeface="+mn-cs"/>
            </a:endParaRPr>
          </a:p>
          <a:p>
            <a:pPr rtl="0"/>
            <a:r>
              <a:rPr lang="" sz="1200" b="0" i="1" u="none" strike="noStrike" kern="1200" dirty="0">
                <a:solidFill>
                  <a:schemeClr val="tx1"/>
                </a:solidFill>
                <a:effectLst/>
                <a:latin typeface="+mn-lt"/>
                <a:ea typeface="+mn-ea"/>
                <a:cs typeface="+mn-cs"/>
              </a:rPr>
              <a:t>D'où notre question centrale :</a:t>
            </a:r>
            <a:r>
              <a:rPr lang="" dirty="0"/>
              <a:t> Comment optimiser et sécuriser l'ensemble du cycle de vie des contrats d'assurance automobile tout en offrant un outil centralisé en interne et un accès dématérialisé pour les assurés ?</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0E0D05-4735-AE67-8D96-FDCDED792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B027CB-A93C-ADB8-B547-CD7BEC7937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A4709F-6F2C-86B4-004A-EF383E1C76E2}"/>
              </a:ext>
            </a:extLst>
          </p:cNvPr>
          <p:cNvSpPr>
            <a:spLocks noGrp="1"/>
          </p:cNvSpPr>
          <p:nvPr>
            <p:ph type="body" idx="1"/>
          </p:nvPr>
        </p:nvSpPr>
        <p:spPr/>
        <p:txBody>
          <a:bodyPr/>
          <a:lstStyle/>
          <a:p>
            <a:r>
              <a:rPr lang="" sz="1200" b="0" u="none" strike="noStrike" kern="1200" dirty="0">
                <a:solidFill>
                  <a:schemeClr val="tx1"/>
                </a:solidFill>
                <a:effectLst/>
                <a:latin typeface="+mn-lt"/>
                <a:ea typeface="+mn-ea"/>
                <a:cs typeface="+mn-cs"/>
              </a:rPr>
              <a:t>Après avoir exposé le contexte et l’intérêt de cette étude, il est important de préciser le plan de notre présentation, fidèle à la structure de notre mémoire :</a:t>
            </a:r>
          </a:p>
          <a:p>
            <a:endParaRPr lang="" sz="1200" b="0" u="none" strike="noStrike" kern="1200" dirty="0">
              <a:solidFill>
                <a:schemeClr val="tx1"/>
              </a:solidFill>
              <a:effectLst/>
              <a:latin typeface="+mn-lt"/>
              <a:ea typeface="+mn-ea"/>
              <a:cs typeface="+mn-cs"/>
            </a:endParaRPr>
          </a:p>
          <a:p>
            <a:pPr lvl="0"/>
            <a:r>
              <a:rPr lang="" sz="1200" b="1" u="none" strike="noStrike" kern="1200" dirty="0">
                <a:solidFill>
                  <a:schemeClr val="tx1"/>
                </a:solidFill>
                <a:effectLst/>
                <a:latin typeface="+mn-lt"/>
                <a:ea typeface="+mn-ea"/>
                <a:cs typeface="+mn-cs"/>
              </a:rPr>
              <a:t>Premièrement, la Partie I : L'Étude préalable</a:t>
            </a:r>
            <a:r>
              <a:rPr lang="" sz="1200" b="0" u="none" strike="noStrike" kern="1200" dirty="0">
                <a:solidFill>
                  <a:schemeClr val="tx1"/>
                </a:solidFill>
                <a:effectLst/>
                <a:latin typeface="+mn-lt"/>
                <a:ea typeface="+mn-ea"/>
                <a:cs typeface="+mn-cs"/>
              </a:rPr>
              <a:t>, qui posera le cadre général, l’analyse de l’existant et l'expression des besoins.</a:t>
            </a:r>
          </a:p>
          <a:p>
            <a:pPr lvl="0"/>
            <a:endParaRPr lang="" sz="1200" b="0" u="none" strike="noStrike" kern="1200" dirty="0">
              <a:solidFill>
                <a:schemeClr val="tx1"/>
              </a:solidFill>
              <a:effectLst/>
              <a:latin typeface="+mn-lt"/>
              <a:ea typeface="+mn-ea"/>
              <a:cs typeface="+mn-cs"/>
            </a:endParaRPr>
          </a:p>
          <a:p>
            <a:pPr lvl="0"/>
            <a:r>
              <a:rPr lang="" sz="1200" b="1" u="none" strike="noStrike" kern="1200" dirty="0">
                <a:solidFill>
                  <a:schemeClr val="tx1"/>
                </a:solidFill>
                <a:effectLst/>
                <a:latin typeface="+mn-lt"/>
                <a:ea typeface="+mn-ea"/>
                <a:cs typeface="+mn-cs"/>
              </a:rPr>
              <a:t>Deuxièmement, la Partie II : L'Étude détaillée</a:t>
            </a:r>
            <a:r>
              <a:rPr lang="" sz="1200" b="0" u="none" strike="noStrike" kern="1200" dirty="0">
                <a:solidFill>
                  <a:schemeClr val="tx1"/>
                </a:solidFill>
                <a:effectLst/>
                <a:latin typeface="+mn-lt"/>
                <a:ea typeface="+mn-ea"/>
                <a:cs typeface="+mn-cs"/>
              </a:rPr>
              <a:t>, dédiée à la modélisation rigoureuse du système avec l'outil UML.</a:t>
            </a:r>
          </a:p>
          <a:p>
            <a:pPr lvl="0"/>
            <a:endParaRPr lang="" sz="1200" b="0" u="none" strike="noStrike" kern="1200" dirty="0">
              <a:solidFill>
                <a:schemeClr val="tx1"/>
              </a:solidFill>
              <a:effectLst/>
              <a:latin typeface="+mn-lt"/>
              <a:ea typeface="+mn-ea"/>
              <a:cs typeface="+mn-cs"/>
            </a:endParaRPr>
          </a:p>
          <a:p>
            <a:pPr lvl="0"/>
            <a:r>
              <a:rPr lang="" sz="1200" b="1" u="none" strike="noStrike" kern="1200" dirty="0">
                <a:solidFill>
                  <a:schemeClr val="tx1"/>
                </a:solidFill>
                <a:effectLst/>
                <a:latin typeface="+mn-lt"/>
                <a:ea typeface="+mn-ea"/>
                <a:cs typeface="+mn-cs"/>
              </a:rPr>
              <a:t>Troisièmement, la Partie III : La Réalisation</a:t>
            </a:r>
            <a:r>
              <a:rPr lang="" sz="1200" b="0" u="none" strike="noStrike" kern="1200" dirty="0">
                <a:solidFill>
                  <a:schemeClr val="tx1"/>
                </a:solidFill>
                <a:effectLst/>
                <a:latin typeface="+mn-lt"/>
                <a:ea typeface="+mn-ea"/>
                <a:cs typeface="+mn-cs"/>
              </a:rPr>
              <a:t>, qui détaillera l'environnement technique ainsi que les modules applicatifs, avant de clore par une démonstration en direct.</a:t>
            </a:r>
          </a:p>
        </p:txBody>
      </p:sp>
      <p:sp>
        <p:nvSpPr>
          <p:cNvPr id="4" name="Slide Number Placeholder 3">
            <a:extLst>
              <a:ext uri="{FF2B5EF4-FFF2-40B4-BE49-F238E27FC236}">
                <a16:creationId xmlns:a16="http://schemas.microsoft.com/office/drawing/2014/main" id="{7BA8C3A8-74AE-1BB6-0049-71E72E514AC6}"/>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2747992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49401-264E-91B1-433D-4288B91A44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277393-318A-5B42-95B9-E27FFE4113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BAAEC4-9FC1-2371-24E8-E7F972F56846}"/>
              </a:ext>
            </a:extLst>
          </p:cNvPr>
          <p:cNvSpPr>
            <a:spLocks noGrp="1"/>
          </p:cNvSpPr>
          <p:nvPr>
            <p:ph type="body" idx="1"/>
          </p:nvPr>
        </p:nvSpPr>
        <p:spPr/>
        <p:txBody>
          <a:bodyPr/>
          <a:lstStyle/>
          <a:p>
            <a:r>
              <a:rPr lang="" sz="1200" b="0" u="none" strike="noStrike" kern="1200" dirty="0">
                <a:solidFill>
                  <a:schemeClr val="tx1"/>
                </a:solidFill>
                <a:effectLst/>
                <a:latin typeface="+mn-lt"/>
                <a:ea typeface="+mn-ea"/>
                <a:cs typeface="+mn-cs"/>
              </a:rPr>
              <a:t>Après avoir exposé le contexte et l’intérêt de cette étude, il est important de préciser le plan de notre présentation, fidèle à la structure de notre mémoire :</a:t>
            </a:r>
          </a:p>
          <a:p>
            <a:endParaRPr lang="" sz="1200" b="0" u="none" strike="noStrike" kern="1200" dirty="0">
              <a:solidFill>
                <a:schemeClr val="tx1"/>
              </a:solidFill>
              <a:effectLst/>
              <a:latin typeface="+mn-lt"/>
              <a:ea typeface="+mn-ea"/>
              <a:cs typeface="+mn-cs"/>
            </a:endParaRPr>
          </a:p>
          <a:p>
            <a:pPr lvl="0"/>
            <a:r>
              <a:rPr lang="" sz="1200" b="1" u="none" strike="noStrike" kern="1200" dirty="0">
                <a:solidFill>
                  <a:schemeClr val="tx1"/>
                </a:solidFill>
                <a:effectLst/>
                <a:latin typeface="+mn-lt"/>
                <a:ea typeface="+mn-ea"/>
                <a:cs typeface="+mn-cs"/>
              </a:rPr>
              <a:t>Premièrement, la Partie I : L'Étude préalable</a:t>
            </a:r>
            <a:r>
              <a:rPr lang="" sz="1200" b="0" u="none" strike="noStrike" kern="1200" dirty="0">
                <a:solidFill>
                  <a:schemeClr val="tx1"/>
                </a:solidFill>
                <a:effectLst/>
                <a:latin typeface="+mn-lt"/>
                <a:ea typeface="+mn-ea"/>
                <a:cs typeface="+mn-cs"/>
              </a:rPr>
              <a:t>, qui posera le cadre général, l’analyse de l’existant et l'expression des besoins.</a:t>
            </a:r>
          </a:p>
          <a:p>
            <a:pPr lvl="0"/>
            <a:endParaRPr lang="" sz="1200" b="0" u="none" strike="noStrike" kern="1200" dirty="0">
              <a:solidFill>
                <a:schemeClr val="tx1"/>
              </a:solidFill>
              <a:effectLst/>
              <a:latin typeface="+mn-lt"/>
              <a:ea typeface="+mn-ea"/>
              <a:cs typeface="+mn-cs"/>
            </a:endParaRPr>
          </a:p>
          <a:p>
            <a:pPr lvl="0"/>
            <a:r>
              <a:rPr lang="" sz="1200" b="1" u="none" strike="noStrike" kern="1200" dirty="0">
                <a:solidFill>
                  <a:schemeClr val="tx1"/>
                </a:solidFill>
                <a:effectLst/>
                <a:latin typeface="+mn-lt"/>
                <a:ea typeface="+mn-ea"/>
                <a:cs typeface="+mn-cs"/>
              </a:rPr>
              <a:t>Deuxièmement, la Partie II : L'Étude détaillée</a:t>
            </a:r>
            <a:r>
              <a:rPr lang="" sz="1200" b="0" u="none" strike="noStrike" kern="1200" dirty="0">
                <a:solidFill>
                  <a:schemeClr val="tx1"/>
                </a:solidFill>
                <a:effectLst/>
                <a:latin typeface="+mn-lt"/>
                <a:ea typeface="+mn-ea"/>
                <a:cs typeface="+mn-cs"/>
              </a:rPr>
              <a:t>, dédiée à la modélisation rigoureuse du système avec l'outil UML.</a:t>
            </a:r>
          </a:p>
          <a:p>
            <a:pPr lvl="0"/>
            <a:endParaRPr lang="" sz="1200" b="0" u="none" strike="noStrike" kern="1200" dirty="0">
              <a:solidFill>
                <a:schemeClr val="tx1"/>
              </a:solidFill>
              <a:effectLst/>
              <a:latin typeface="+mn-lt"/>
              <a:ea typeface="+mn-ea"/>
              <a:cs typeface="+mn-cs"/>
            </a:endParaRPr>
          </a:p>
          <a:p>
            <a:pPr lvl="0"/>
            <a:r>
              <a:rPr lang="" sz="1200" b="1" u="none" strike="noStrike" kern="1200" dirty="0">
                <a:solidFill>
                  <a:schemeClr val="tx1"/>
                </a:solidFill>
                <a:effectLst/>
                <a:latin typeface="+mn-lt"/>
                <a:ea typeface="+mn-ea"/>
                <a:cs typeface="+mn-cs"/>
              </a:rPr>
              <a:t>Troisièmement, la Partie III : La Réalisation</a:t>
            </a:r>
            <a:r>
              <a:rPr lang="" sz="1200" b="0" u="none" strike="noStrike" kern="1200" dirty="0">
                <a:solidFill>
                  <a:schemeClr val="tx1"/>
                </a:solidFill>
                <a:effectLst/>
                <a:latin typeface="+mn-lt"/>
                <a:ea typeface="+mn-ea"/>
                <a:cs typeface="+mn-cs"/>
              </a:rPr>
              <a:t>, qui détaillera l'environnement technique ainsi que les modules applicatifs, avant de clore par une démonstration en direct.</a:t>
            </a:r>
          </a:p>
        </p:txBody>
      </p:sp>
      <p:sp>
        <p:nvSpPr>
          <p:cNvPr id="4" name="Slide Number Placeholder 3">
            <a:extLst>
              <a:ext uri="{FF2B5EF4-FFF2-40B4-BE49-F238E27FC236}">
                <a16:creationId xmlns:a16="http://schemas.microsoft.com/office/drawing/2014/main" id="{BF3A689B-5446-83CF-B868-367A1E27BA2C}"/>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9208723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dirty="0"/>
              <a:t>Pour situer le cadre opérationnel de ce projet, il faut savoir qu'AUXIMAD est une institution historique à Madagascar. Fondée en 1902 sous le nom de </a:t>
            </a:r>
            <a:r>
              <a:rPr lang="" sz="1200" b="0" i="1" u="none" strike="noStrike" kern="1200" dirty="0">
                <a:solidFill>
                  <a:schemeClr val="tx1"/>
                </a:solidFill>
                <a:effectLst/>
                <a:latin typeface="+mn-lt"/>
                <a:ea typeface="+mn-ea"/>
                <a:cs typeface="+mn-cs"/>
              </a:rPr>
              <a:t>Wharf de Tamatave</a:t>
            </a:r>
            <a:r>
              <a:rPr lang="" dirty="0"/>
              <a:t>, elle a fêté ses 120 ans d'existence. C’est une Société Anonyme au capital de 222 millions d'Ariary.</a:t>
            </a:r>
          </a:p>
          <a:p>
            <a:endParaRPr lang="" sz="1200" b="0" u="none" strike="noStrike" kern="1200" dirty="0">
              <a:solidFill>
                <a:schemeClr val="tx1"/>
              </a:solidFill>
              <a:effectLst/>
              <a:latin typeface="+mn-lt"/>
              <a:ea typeface="+mn-ea"/>
              <a:cs typeface="+mn-cs"/>
            </a:endParaRPr>
          </a:p>
          <a:p>
            <a:r>
              <a:rPr lang="" dirty="0"/>
              <a:t>Reconnue historiquement comme un acteur incontournable de la logistique, du transit et de la consignation maritime, AUXIMAD a su diversifier ses activités au fil du temps. Elle dispose notamment d'un département dédié aux assurances nommé </a:t>
            </a:r>
            <a:r>
              <a:rPr lang="" sz="1200" b="1" u="none" strike="noStrike" kern="1200" dirty="0">
                <a:solidFill>
                  <a:schemeClr val="tx1"/>
                </a:solidFill>
                <a:effectLst/>
                <a:latin typeface="+mn-lt"/>
                <a:ea typeface="+mn-ea"/>
                <a:cs typeface="+mn-cs"/>
              </a:rPr>
              <a:t>AUXIASSUR</a:t>
            </a:r>
            <a:r>
              <a:rPr lang="" dirty="0"/>
              <a:t>. Dans ce cadre, l'entreprise n’est pas assureur direct, mais elle opère en tant qu’</a:t>
            </a:r>
            <a:r>
              <a:rPr lang="" sz="1200" b="1" u="none" strike="noStrike" kern="1200" dirty="0">
                <a:solidFill>
                  <a:schemeClr val="tx1"/>
                </a:solidFill>
                <a:effectLst/>
                <a:latin typeface="+mn-lt"/>
                <a:ea typeface="+mn-ea"/>
                <a:cs typeface="+mn-cs"/>
              </a:rPr>
              <a:t>Agent Général de la compagnie ARO</a:t>
            </a:r>
            <a:r>
              <a:rPr lang="" dirty="0"/>
              <a:t>, le leader historique de l'assurance à Madagascar. C'est précisément pour moderniser la gestion de cette branche automobile d'AUXIASSUR que mon projet a été initié. </a:t>
            </a:r>
            <a:endParaRPr lang="" sz="1200" b="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 dirty="0"/>
              <a:t>Sur le plan organisationnel, l'entreprise est structurée en trois niveaux sous la Direction Générale, avec six services transversaux d'appui, dont le </a:t>
            </a:r>
            <a:r>
              <a:rPr lang="" sz="1200" b="0" i="1" u="none" strike="noStrike" kern="1200" dirty="0">
                <a:solidFill>
                  <a:schemeClr val="tx1"/>
                </a:solidFill>
                <a:effectLst/>
                <a:latin typeface="+mn-lt"/>
                <a:ea typeface="+mn-ea"/>
                <a:cs typeface="+mn-cs"/>
              </a:rPr>
              <a:t>Service Informatique et Technologique</a:t>
            </a:r>
            <a:r>
              <a:rPr lang="" dirty="0"/>
              <a:t> où j'ai effectué mon stage, ainsi que deux grandes directions opérationnelles. Enfin, sa force repose sur son maillage territorial, puisqu'elle dispose d'un </a:t>
            </a:r>
            <a:r>
              <a:rPr lang="" sz="1200" b="1" u="none" strike="noStrike" kern="1200" dirty="0">
                <a:solidFill>
                  <a:schemeClr val="tx1"/>
                </a:solidFill>
                <a:effectLst/>
                <a:latin typeface="+mn-lt"/>
                <a:ea typeface="+mn-ea"/>
                <a:cs typeface="+mn-cs"/>
              </a:rPr>
              <a:t>réseau interconnecté de 8 agences régionales</a:t>
            </a:r>
            <a:r>
              <a:rPr lang="" dirty="0"/>
              <a:t> réparties dans les principales villes portuaires et aéroportuaires de la Grande Île, garantissant une proximité immédiate avec ses clients.</a:t>
            </a:r>
            <a:endParaRPr lang="LID4096" dirty="0"/>
          </a:p>
        </p:txBody>
      </p:sp>
    </p:spTree>
    <p:extLst>
      <p:ext uri="{BB962C8B-B14F-4D97-AF65-F5344CB8AC3E}">
        <p14:creationId xmlns:p14="http://schemas.microsoft.com/office/powerpoint/2010/main" val="39722976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dirty="0"/>
              <a:t>Comme vous pouvez le voir sur ce slide, l’objectif général est de concevoir et déployer une plateforme unique capable de piloter l'intégralité du cycle de vie des contrats d'assurance automobile. De manière spécifique, nous ciblons la centralisation des données pour mettre fin à la dispersion actuelle. Nous visons également l'automatisation complète des calculs métiers complexes : le système doit calculer instantanément les primes nettes et globales selon les profils, gérer l'application automatique des remises de flottes à partir de 5 véhicules, et mettre à jour le coefficient de bonus-malus dès la clôture d'un sinistre. Enfin, il s'agit d'intégrer un volet décisionnel pour fournir un tableau de bord statistique complet à la direction.</a:t>
            </a:r>
          </a:p>
          <a:p>
            <a:endParaRPr lang="" dirty="0"/>
          </a:p>
          <a:p>
            <a:r>
              <a:rPr lang="" dirty="0"/>
              <a:t>Face à ces objectifs, les résultats concrets attendus à l'issue de ce projet sont majeurs pour AUXIMAD. Sur le plan opérationnel, l'application élimine la double saisie papier et le recours aux tableurs Excel de secours. Les assurés bénéficient désormais d'une autonomie totale via un portail web dédié pour soumettre numériquement leurs pièces obligatoires comme la carte grise ou la CIN. Du côté des agents internes, le résultat se traduit par une fluidification nette du workflow : la facturation TTC est instantanément générée et téléchargeable au format PDF, et le suivi des sinistres passe par un circuit numérique transparent, du signalement jusqu’à la clôture du dossier.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93D28D-B2DA-0701-43E3-6547E37C1D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621928-DEDF-18A4-F991-4442039891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9384A7-1291-E573-578A-5F57D684028A}"/>
              </a:ext>
            </a:extLst>
          </p:cNvPr>
          <p:cNvSpPr>
            <a:spLocks noGrp="1"/>
          </p:cNvSpPr>
          <p:nvPr>
            <p:ph type="body" idx="1"/>
          </p:nvPr>
        </p:nvSpPr>
        <p:spPr/>
        <p:txBody>
          <a:bodyPr/>
          <a:lstStyle/>
          <a:p>
            <a:r>
              <a:rPr lang="" dirty="0"/>
              <a:t>Pour concevoir une solution adaptée, nous avons analysé le fonctionnement quotidien du service de production automobile d'AUXIASSUR. Ce service gère deux grands types d’opérations : le traitement des "affaires nouvelles" et la reconduction des contrats, appelés renouvellements. Trois profils collaborent de façon séquentielle : le chargé de production qui instruit le dossier, le Directeur d’agence qui valide, et enfin le caissier qui gère le règlement physique des primes.</a:t>
            </a:r>
          </a:p>
          <a:p>
            <a:endParaRPr lang="" dirty="0"/>
          </a:p>
          <a:p>
            <a:r>
              <a:rPr lang="" dirty="0"/>
              <a:t>La pièce maîtresse de ce système est la carte grise du véhicule. Sans elle, aucune procédure ne peut démarrer. Elle est complétée par la CIN du client pour générer le contrat officiel en trois exemplaires papier. Un exemplaire est remis au client après passage en caisse, un est conservé en agence, et le dernier est expédié physiquement au siège à la fin de chaque mois. </a:t>
            </a:r>
          </a:p>
          <a:p>
            <a:endParaRPr lang="" dirty="0"/>
          </a:p>
          <a:p>
            <a:r>
              <a:rPr lang="" dirty="0"/>
              <a:t>Sur le plan informatique, les agents s'appuient principalement sur le progiciel Odoo pour enregistrer les fiches des assurés. Cependant, l'analyse montre que le service utilise couramment Microsoft Excel comme outil complémentaire ou solution de secours appelée "mode dégradé" pour pallier manuellement les lenteurs ou les ruptures régulières de la connexion internet.</a:t>
            </a:r>
            <a:endParaRPr lang="en-US" dirty="0"/>
          </a:p>
        </p:txBody>
      </p:sp>
      <p:sp>
        <p:nvSpPr>
          <p:cNvPr id="4" name="Slide Number Placeholder 3">
            <a:extLst>
              <a:ext uri="{FF2B5EF4-FFF2-40B4-BE49-F238E27FC236}">
                <a16:creationId xmlns:a16="http://schemas.microsoft.com/office/drawing/2014/main" id="{8F3B2476-1C9C-0DA2-4D1A-913554F11C00}"/>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356544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dirty="0"/>
              <a:t>Suite à l'analyse menée sur le terrain, nous avons dressé un bilan critique de l'existant. Ce slide résume les dysfonctionnements majeurs qui justifient notre projet, ainsi que les forces à préserver.</a:t>
            </a:r>
          </a:p>
          <a:p>
            <a:endParaRPr lang="" dirty="0"/>
          </a:p>
          <a:p>
            <a:r>
              <a:rPr lang="" dirty="0"/>
              <a:t>D’abord, le traitement des "Affaires nouvelles" est aujourd'hui particulièrement lourd. L'agent doit ressaisir manuellement toutes les informations issues des justificatifs physiques du client, ce qui augmente le risque d'erreur humaine. De plus, le circuit papier crée un véritable goulot d'étranglement. Le contrat imprimé doit circuler physiquement de bureau en bureau pour obtenir la signature manuscrite du Directeur avant que le client ne puisse passer en caisse, générant des temps d'attente inutiles.</a:t>
            </a:r>
          </a:p>
          <a:p>
            <a:endParaRPr lang="" dirty="0"/>
          </a:p>
          <a:p>
            <a:r>
              <a:rPr lang="" dirty="0"/>
              <a:t>Puis, le service souffre d'une dépendance critique à la connexion Internet. En cas de coupure réseau, le progiciel Odoo devient totalement inaccessible. Les agents sont contraints de basculer sur Excel en mode dégradé, ce qui implique une double saisie ultérieure fastidieuse. Enfin, l'envoi des dossiers physiques et la consolidation des données avec le siège ne se font qu'une fois par mois. Si une erreur de saisie est détectée après cet envoi, sa correction impose une procédure de régularisation lourde avec le niveau central. </a:t>
            </a:r>
          </a:p>
          <a:p>
            <a:endParaRPr lang="" dirty="0"/>
          </a:p>
          <a:p>
            <a:r>
              <a:rPr lang="" dirty="0"/>
              <a:t>Cependant, l'informatisation ne doit pas détruire ce qui fonctionne. Le circuit actuel offre une excellente sécurité financière et une traçabilité rigoureuse grâce à la règle des trois exemplaires et à la double vérification avec la caisse. Notre objectif est donc de dématérialiser ce processus pour supprimer les lenteurs, tout en conservant intacts ces mécanismes de contrôle et de traçabilité.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dirty="0"/>
              <a:t>Pour la comparaisons des solutions, sur le plan financier et logistique, l'Application Web l'emporte largement. Son </a:t>
            </a:r>
            <a:r>
              <a:rPr lang="" sz="1200" b="1" u="none" strike="noStrike" kern="1200" dirty="0">
                <a:solidFill>
                  <a:schemeClr val="tx1"/>
                </a:solidFill>
                <a:effectLst/>
                <a:latin typeface="+mn-lt"/>
                <a:ea typeface="+mn-ea"/>
                <a:cs typeface="+mn-cs"/>
              </a:rPr>
              <a:t>coût initial</a:t>
            </a:r>
            <a:r>
              <a:rPr lang="" dirty="0"/>
              <a:t> est modéré puisque nous exploitons une stack open-source. Le </a:t>
            </a:r>
            <a:r>
              <a:rPr lang="" sz="1200" b="1" u="none" strike="noStrike" kern="1200" dirty="0">
                <a:solidFill>
                  <a:schemeClr val="tx1"/>
                </a:solidFill>
                <a:effectLst/>
                <a:latin typeface="+mn-lt"/>
                <a:ea typeface="+mn-ea"/>
                <a:cs typeface="+mn-cs"/>
              </a:rPr>
              <a:t>matériel nécessaire</a:t>
            </a:r>
            <a:r>
              <a:rPr lang="" dirty="0"/>
              <a:t> se limite au parc informatique existant : un simple navigateur web suffit pour y accéder, sans aucune installation locale. À l'inverse, le Logiciel Desktop exige un déploiement lourd, machine par machine, ce qui complique l'harmonisation des versions au sein de l'agence.</a:t>
            </a:r>
          </a:p>
          <a:p>
            <a:endParaRPr lang="" dirty="0"/>
          </a:p>
          <a:p>
            <a:r>
              <a:rPr lang="" dirty="0"/>
              <a:t>Ensuite, concernant l'aspect fonctionnel et humain, l'assurance automobile impose un suivi strict des échéances. L'application Web permet une </a:t>
            </a:r>
            <a:r>
              <a:rPr lang="" sz="1200" b="1" u="none" strike="noStrike" kern="1200" dirty="0">
                <a:solidFill>
                  <a:schemeClr val="tx1"/>
                </a:solidFill>
                <a:effectLst/>
                <a:latin typeface="+mn-lt"/>
                <a:ea typeface="+mn-ea"/>
                <a:cs typeface="+mn-cs"/>
              </a:rPr>
              <a:t>gestion des alertes</a:t>
            </a:r>
            <a:r>
              <a:rPr lang="" dirty="0"/>
              <a:t> centralisée et dynamique, capable de déclencher des tâches de fond automatisées (comme l'envoi autonome d'e-mails de relance aux clients). Côté </a:t>
            </a:r>
            <a:r>
              <a:rPr lang="" sz="1200" b="1" u="none" strike="noStrike" kern="1200" dirty="0">
                <a:solidFill>
                  <a:schemeClr val="tx1"/>
                </a:solidFill>
                <a:effectLst/>
                <a:latin typeface="+mn-lt"/>
                <a:ea typeface="+mn-ea"/>
                <a:cs typeface="+mn-cs"/>
              </a:rPr>
              <a:t>charges humaines</a:t>
            </a:r>
            <a:r>
              <a:rPr lang="" dirty="0"/>
              <a:t>, la maintenance d'une application web est entièrement centralisée sur le serveur. Si une mise à jour est nécessaire, le service informatique d'AUXIMAD l'applique en une seule fois au niveau central, évitant ainsi aux techniciens de devoir intervenir physiquement sur chaque ordinateur de l'entreprise.</a:t>
            </a:r>
          </a:p>
          <a:p>
            <a:endParaRPr lang="" dirty="0"/>
          </a:p>
          <a:p>
            <a:r>
              <a:rPr lang="" dirty="0"/>
              <a:t>C’est l’ensemble de ces arguments technico-économiques qui nous a naturellement conduits à retenir la </a:t>
            </a:r>
            <a:r>
              <a:rPr lang="" sz="1200" b="1" u="none" strike="noStrike" kern="1200" dirty="0">
                <a:solidFill>
                  <a:schemeClr val="tx1"/>
                </a:solidFill>
                <a:effectLst/>
                <a:latin typeface="+mn-lt"/>
                <a:ea typeface="+mn-ea"/>
                <a:cs typeface="+mn-cs"/>
              </a:rPr>
              <a:t>Solution Web</a:t>
            </a:r>
            <a:r>
              <a:rPr lang="" dirty="0"/>
              <a:t> pour concevoir l'application AUXIDRIVE.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dirty="0"/>
              <a:t>Au terme de notre étude comparative, la solution d'une application web sur-mesure s'est imposée comme le choix technologique le plus stratégique pour AUXIMAD. Ce slide présente les raisons de ce choix ainsi que notre écosystème technique.</a:t>
            </a:r>
          </a:p>
          <a:p>
            <a:endParaRPr lang="" dirty="0"/>
          </a:p>
          <a:p>
            <a:r>
              <a:rPr lang="" dirty="0"/>
              <a:t>Premièrement, le choix de l'architecture Web se justifie par trois critères opérationnels clés. D'abord, l'</a:t>
            </a:r>
            <a:r>
              <a:rPr lang="" sz="1200" b="1" u="none" strike="noStrike" kern="1200" dirty="0">
                <a:solidFill>
                  <a:schemeClr val="tx1"/>
                </a:solidFill>
                <a:effectLst/>
                <a:latin typeface="+mn-lt"/>
                <a:ea typeface="+mn-ea"/>
                <a:cs typeface="+mn-cs"/>
              </a:rPr>
              <a:t>accès immédiat</a:t>
            </a:r>
            <a:r>
              <a:rPr lang="" dirty="0"/>
              <a:t>. Les clients assurés n'ont aucun prérequis d'installation ; un simple navigateur internet leur permet de gérer leurs contrats et de déclarer leurs sinistres à distance. Ensuite, cela garantit une </a:t>
            </a:r>
            <a:r>
              <a:rPr lang="" sz="1200" b="1" u="none" strike="noStrike" kern="1200" dirty="0">
                <a:solidFill>
                  <a:schemeClr val="tx1"/>
                </a:solidFill>
                <a:effectLst/>
                <a:latin typeface="+mn-lt"/>
                <a:ea typeface="+mn-ea"/>
                <a:cs typeface="+mn-cs"/>
              </a:rPr>
              <a:t>maintenance entièrement centralisée</a:t>
            </a:r>
            <a:r>
              <a:rPr lang="" dirty="0"/>
              <a:t> au niveau du service informatique d'AUXIMAD. Toute mise à jour appliquée sur le serveur est instantanément disponible pour tous les utilisateurs, éliminant le support technique poste par poste. Enfin, cette interface est </a:t>
            </a:r>
            <a:r>
              <a:rPr lang="" sz="1200" b="1" u="none" strike="noStrike" kern="1200" dirty="0">
                <a:solidFill>
                  <a:schemeClr val="tx1"/>
                </a:solidFill>
                <a:effectLst/>
                <a:latin typeface="+mn-lt"/>
                <a:ea typeface="+mn-ea"/>
                <a:cs typeface="+mn-cs"/>
              </a:rPr>
              <a:t>parfaitement adaptée aux exigences du backoffice</a:t>
            </a:r>
            <a:r>
              <a:rPr lang="" dirty="0"/>
              <a:t> pour les agents, facilitant la manipulation de grands tableaux de données et les saisies volumineuses nécessaires lors de la gestion des flottes d'automobiles.</a:t>
            </a:r>
          </a:p>
          <a:p>
            <a:endParaRPr lang="" dirty="0"/>
          </a:p>
          <a:p>
            <a:r>
              <a:rPr lang="" dirty="0"/>
              <a:t>Deuxièmement, pour concrétiser cette solution, nous avons arrêté une pile technologique moderne et robuste.</a:t>
            </a:r>
          </a:p>
          <a:p>
            <a:pPr marL="171450" indent="-171450">
              <a:buFont typeface="Arial" panose="020B0604020202020204" pitchFamily="34" charset="0"/>
              <a:buChar char="•"/>
            </a:pPr>
            <a:r>
              <a:rPr lang="" dirty="0"/>
              <a:t>Pour la couche de présentation (le Frontend), nous utilisons </a:t>
            </a:r>
            <a:r>
              <a:rPr lang="" sz="1200" b="1" u="none" strike="noStrike" kern="1200" dirty="0">
                <a:solidFill>
                  <a:schemeClr val="tx1"/>
                </a:solidFill>
                <a:effectLst/>
                <a:latin typeface="+mn-lt"/>
                <a:ea typeface="+mn-ea"/>
                <a:cs typeface="+mn-cs"/>
              </a:rPr>
              <a:t>Angular couplé à Bootstrap</a:t>
            </a:r>
            <a:r>
              <a:rPr lang="" dirty="0"/>
              <a:t> afin de concevoir une interface réactive et responsive.</a:t>
            </a:r>
          </a:p>
          <a:p>
            <a:pPr marL="171450" indent="-171450">
              <a:buFont typeface="Arial" panose="020B0604020202020204" pitchFamily="34" charset="0"/>
              <a:buChar char="•"/>
            </a:pPr>
            <a:r>
              <a:rPr lang="" dirty="0"/>
              <a:t>Le cœur logique (le Backend) est propulsé par </a:t>
            </a:r>
            <a:r>
              <a:rPr lang="" sz="1200" b="1" u="none" strike="noStrike" kern="1200" dirty="0">
                <a:solidFill>
                  <a:schemeClr val="tx1"/>
                </a:solidFill>
                <a:effectLst/>
                <a:latin typeface="+mn-lt"/>
                <a:ea typeface="+mn-ea"/>
                <a:cs typeface="+mn-cs"/>
              </a:rPr>
              <a:t>Spring Boot</a:t>
            </a:r>
            <a:r>
              <a:rPr lang="" dirty="0"/>
              <a:t> configuré en architecture API REST. Ce choix garantit la sécurité des transactions et la robustesse des traitements métiers, notamment pour l'automatisation des calculs de primes.</a:t>
            </a:r>
          </a:p>
          <a:p>
            <a:pPr marL="171450" indent="-171450">
              <a:buFont typeface="Arial" panose="020B0604020202020204" pitchFamily="34" charset="0"/>
              <a:buChar char="•"/>
            </a:pPr>
            <a:r>
              <a:rPr lang="" dirty="0"/>
              <a:t>La persistance et la sécurité des flux d'informations sont confiées au système de gestion de base de données </a:t>
            </a:r>
            <a:r>
              <a:rPr lang="" sz="1200" b="1" u="none" strike="noStrike" kern="1200" dirty="0">
                <a:solidFill>
                  <a:schemeClr val="tx1"/>
                </a:solidFill>
                <a:effectLst/>
                <a:latin typeface="+mn-lt"/>
                <a:ea typeface="+mn-ea"/>
                <a:cs typeface="+mn-cs"/>
              </a:rPr>
              <a:t>MySQL</a:t>
            </a:r>
            <a:r>
              <a:rPr lang="" dirty="0"/>
              <a:t>.</a:t>
            </a:r>
          </a:p>
          <a:p>
            <a:pPr marL="171450" indent="-171450">
              <a:buFont typeface="Arial" panose="020B0604020202020204" pitchFamily="34" charset="0"/>
              <a:buChar char="•"/>
            </a:pPr>
            <a:r>
              <a:rPr lang="" dirty="0"/>
              <a:t>Enfin, toute cette implémentation s'appuie sur une phase rigoureuse de modélisation et de </a:t>
            </a:r>
            <a:r>
              <a:rPr lang="" sz="1200" b="1" u="none" strike="noStrike" kern="1200" dirty="0">
                <a:solidFill>
                  <a:schemeClr val="tx1"/>
                </a:solidFill>
                <a:effectLst/>
                <a:latin typeface="+mn-lt"/>
                <a:ea typeface="+mn-ea"/>
                <a:cs typeface="+mn-cs"/>
              </a:rPr>
              <a:t>conception UML</a:t>
            </a:r>
            <a:r>
              <a:rPr lang="" dirty="0"/>
              <a:t> pour figer proprement la structure et la dynamique du système avant le codage.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dirty="0"/>
              <a:t>Nous abordons à présent la deuxième partie de notre présentation, dédiée à l’Étude détaillée et à la modélisation UML de notre système.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dirty="0"/>
              <a:t>Pour garantir la robustesse et la pérennité de l'application </a:t>
            </a:r>
            <a:r>
              <a:rPr lang="" sz="1200" b="1" u="none" strike="noStrike" kern="1200" dirty="0">
                <a:solidFill>
                  <a:schemeClr val="tx1"/>
                </a:solidFill>
                <a:effectLst/>
                <a:latin typeface="+mn-lt"/>
                <a:ea typeface="+mn-ea"/>
                <a:cs typeface="+mn-cs"/>
              </a:rPr>
              <a:t>AUXIDRIVE</a:t>
            </a:r>
            <a:r>
              <a:rPr lang="" dirty="0"/>
              <a:t>, nous avons adopté une démarche orientée objet à l’aide du langage de modélisation standardisé UML. Cette étape essentielle nous a permis de traduire toutes les règles complexes du secteur de l'assurance automobile en modèles logiques rigoureux avant d'attaquer la phase de codage.</a:t>
            </a:r>
          </a:p>
          <a:p>
            <a:endParaRPr lang="" dirty="0"/>
          </a:p>
          <a:p>
            <a:r>
              <a:rPr lang="" dirty="0"/>
              <a:t>Afin de structurer au mieux le système, nous avons conçu une suite complète de diagrammes. Nous avons d'abord isolé les droits de chaque utilisateur avec le </a:t>
            </a:r>
            <a:r>
              <a:rPr lang="" sz="1200" b="1" u="none" strike="noStrike" kern="1200" dirty="0">
                <a:solidFill>
                  <a:schemeClr val="tx1"/>
                </a:solidFill>
                <a:effectLst/>
                <a:latin typeface="+mn-lt"/>
                <a:ea typeface="+mn-ea"/>
                <a:cs typeface="+mn-cs"/>
              </a:rPr>
              <a:t>diagramme de cas d'utilisation</a:t>
            </a:r>
            <a:r>
              <a:rPr lang="" dirty="0"/>
              <a:t>, modélisé la chronologie des processus critiques comme l'inscription ou la souscription de flotte avec les </a:t>
            </a:r>
            <a:r>
              <a:rPr lang="" sz="1200" b="1" u="none" strike="noStrike" kern="1200" dirty="0">
                <a:solidFill>
                  <a:schemeClr val="tx1"/>
                </a:solidFill>
                <a:effectLst/>
                <a:latin typeface="+mn-lt"/>
                <a:ea typeface="+mn-ea"/>
                <a:cs typeface="+mn-cs"/>
              </a:rPr>
              <a:t>diagrammes de séquence</a:t>
            </a:r>
            <a:r>
              <a:rPr lang="" dirty="0"/>
              <a:t>, et posé la structure de notre base de données grâce au </a:t>
            </a:r>
            <a:r>
              <a:rPr lang="" sz="1200" b="1" u="none" strike="noStrike" kern="1200" dirty="0">
                <a:solidFill>
                  <a:schemeClr val="tx1"/>
                </a:solidFill>
                <a:effectLst/>
                <a:latin typeface="+mn-lt"/>
                <a:ea typeface="+mn-ea"/>
                <a:cs typeface="+mn-cs"/>
              </a:rPr>
              <a:t>diagramme de classes</a:t>
            </a:r>
            <a:r>
              <a:rPr lang="" dirty="0"/>
              <a:t>.</a:t>
            </a:r>
          </a:p>
          <a:p>
            <a:endParaRPr lang="" dirty="0"/>
          </a:p>
          <a:p>
            <a:r>
              <a:rPr lang="" dirty="0"/>
              <a:t>Afin d'optimiser le temps imparti pour cette présentation orale et d'aller directement à l'essentiel de notre réalisation, </a:t>
            </a:r>
            <a:r>
              <a:rPr lang="" sz="1200" b="1" u="none" strike="noStrike" kern="1200" dirty="0">
                <a:solidFill>
                  <a:schemeClr val="tx1"/>
                </a:solidFill>
                <a:effectLst/>
                <a:latin typeface="+mn-lt"/>
                <a:ea typeface="+mn-ea"/>
                <a:cs typeface="+mn-cs"/>
              </a:rPr>
              <a:t>l'intégralité des visuels et l'analyse détaillée étape par étape de ces diagrammes UML sont consignées dans notre mémoire à partir de la page 24</a:t>
            </a:r>
            <a:r>
              <a:rPr lang="" dirty="0"/>
              <a:t>. Je vous invite à vous y référer pour en examiner les spécificités techniques.</a:t>
            </a:r>
          </a:p>
          <a:p>
            <a:endParaRPr lang="" dirty="0"/>
          </a:p>
          <a:p>
            <a:r>
              <a:rPr lang="" dirty="0"/>
              <a:t>Sans plus attendre, je vous propose de basculer vers la troisième grande partie de notre exposé, dédiée à la réalisation technique et concrète de l'application.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799A98-0425-2CC7-3574-E1F53EBA04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52861F-67E9-0948-A22F-C7068219E4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AB6FD0-43BD-7E10-8F60-8E712ADA98A1}"/>
              </a:ext>
            </a:extLst>
          </p:cNvPr>
          <p:cNvSpPr>
            <a:spLocks noGrp="1"/>
          </p:cNvSpPr>
          <p:nvPr>
            <p:ph type="body" idx="1"/>
          </p:nvPr>
        </p:nvSpPr>
        <p:spPr/>
        <p:txBody>
          <a:bodyPr/>
          <a:lstStyle/>
          <a:p>
            <a:r>
              <a:rPr lang="" dirty="0"/>
              <a:t>Pour garantir la robustesse et la pérennité de l'application </a:t>
            </a:r>
            <a:r>
              <a:rPr lang="" sz="1200" b="1" u="none" strike="noStrike" kern="1200" dirty="0">
                <a:solidFill>
                  <a:schemeClr val="tx1"/>
                </a:solidFill>
                <a:effectLst/>
                <a:latin typeface="+mn-lt"/>
                <a:ea typeface="+mn-ea"/>
                <a:cs typeface="+mn-cs"/>
              </a:rPr>
              <a:t>AUXIASSUR</a:t>
            </a:r>
            <a:r>
              <a:rPr lang="" dirty="0"/>
              <a:t>, nous avons adopté une démarche orientée objet à l’aide du langage de modélisation standardisé UML. Cette étape essentielle nous a permis de traduire toutes les règles complexes du secteur de l'assurance automobile en modèles logiques rigoureux avant d'attaquer la phase de codage.</a:t>
            </a:r>
          </a:p>
          <a:p>
            <a:endParaRPr lang="" dirty="0"/>
          </a:p>
          <a:p>
            <a:r>
              <a:rPr lang="" dirty="0"/>
              <a:t>Afin de structurer au mieux le système, nous avons conçu une suite complète de diagrammes. Nous avons d'abord isolé les droits de chaque utilisateur avec le </a:t>
            </a:r>
            <a:r>
              <a:rPr lang="" sz="1200" b="1" u="none" strike="noStrike" kern="1200" dirty="0">
                <a:solidFill>
                  <a:schemeClr val="tx1"/>
                </a:solidFill>
                <a:effectLst/>
                <a:latin typeface="+mn-lt"/>
                <a:ea typeface="+mn-ea"/>
                <a:cs typeface="+mn-cs"/>
              </a:rPr>
              <a:t>diagramme de cas d'utilisation</a:t>
            </a:r>
            <a:r>
              <a:rPr lang="" dirty="0"/>
              <a:t>, modélisé la chronologie des processus critiques comme l'inscription ou la souscription de flotte avec les </a:t>
            </a:r>
            <a:r>
              <a:rPr lang="" sz="1200" b="1" u="none" strike="noStrike" kern="1200" dirty="0">
                <a:solidFill>
                  <a:schemeClr val="tx1"/>
                </a:solidFill>
                <a:effectLst/>
                <a:latin typeface="+mn-lt"/>
                <a:ea typeface="+mn-ea"/>
                <a:cs typeface="+mn-cs"/>
              </a:rPr>
              <a:t>diagrammes de séquence</a:t>
            </a:r>
            <a:r>
              <a:rPr lang="" dirty="0"/>
              <a:t>, et posé la structure de notre base de données grâce au </a:t>
            </a:r>
            <a:r>
              <a:rPr lang="" sz="1200" b="1" u="none" strike="noStrike" kern="1200" dirty="0">
                <a:solidFill>
                  <a:schemeClr val="tx1"/>
                </a:solidFill>
                <a:effectLst/>
                <a:latin typeface="+mn-lt"/>
                <a:ea typeface="+mn-ea"/>
                <a:cs typeface="+mn-cs"/>
              </a:rPr>
              <a:t>diagramme de classes</a:t>
            </a:r>
            <a:r>
              <a:rPr lang="" dirty="0"/>
              <a:t>.</a:t>
            </a:r>
          </a:p>
          <a:p>
            <a:endParaRPr lang="" dirty="0"/>
          </a:p>
          <a:p>
            <a:r>
              <a:rPr lang="" dirty="0"/>
              <a:t>Afin d'optimiser le temps imparti pour cette présentation orale et d'aller directement à l'essentiel de notre réalisation, </a:t>
            </a:r>
            <a:r>
              <a:rPr lang="" sz="1200" b="1" u="none" strike="noStrike" kern="1200" dirty="0">
                <a:solidFill>
                  <a:schemeClr val="tx1"/>
                </a:solidFill>
                <a:effectLst/>
                <a:latin typeface="+mn-lt"/>
                <a:ea typeface="+mn-ea"/>
                <a:cs typeface="+mn-cs"/>
              </a:rPr>
              <a:t>l'intégralité des visuels et l'analyse détaillée étape par étape de ces diagrammes UML sont consignées dans notre mémoire à partir de la page 24</a:t>
            </a:r>
            <a:r>
              <a:rPr lang="" dirty="0"/>
              <a:t>. Je vous invite à vous y référer pour en examiner les spécificités techniques.</a:t>
            </a:r>
          </a:p>
          <a:p>
            <a:endParaRPr lang="" dirty="0"/>
          </a:p>
          <a:p>
            <a:r>
              <a:rPr lang="" dirty="0"/>
              <a:t>Sans plus attendre, je vous propose de basculer vers la troisième grande partie de notre exposé, dédiée à la réalisation technique et concrète de l'application.</a:t>
            </a:r>
            <a:endParaRPr lang="en-US" dirty="0"/>
          </a:p>
        </p:txBody>
      </p:sp>
      <p:sp>
        <p:nvSpPr>
          <p:cNvPr id="4" name="Slide Number Placeholder 3">
            <a:extLst>
              <a:ext uri="{FF2B5EF4-FFF2-40B4-BE49-F238E27FC236}">
                <a16:creationId xmlns:a16="http://schemas.microsoft.com/office/drawing/2014/main" id="{F95893EC-1522-BE1D-23D6-8C268D3A3101}"/>
              </a:ext>
            </a:extLst>
          </p:cNvPr>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259513706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4B1C6-3AF0-7BA6-1600-F7415AFDED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3A9F23-6FBD-493B-7CB6-18943E5A15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5EBC2E-F77E-3A28-8547-0F216CE9389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01C940-C168-7AC3-B0E1-974A8CEF116F}"/>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23904680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dirty="0"/>
              <a:t>Nous entamons à présent la troisième et dernière partie de notre exposé, entièrement consacrée à la Réalisation technique de l’application. Pour illustrer concrètement le fonctionnement d'AUXIASSUR, je vous propose de suivre un scénario de démonstration complet, qui simule le cycle de vie d'un assuré et d'un contrat.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FB774B-5E94-8671-C615-13D4408DA7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738AE2-476C-F25A-1DB6-5B471AC539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B04122-424E-F98D-84ED-85ADD0A1D33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0F0FA0E-A92C-7E19-60C6-B31823B4EE60}"/>
              </a:ext>
            </a:extLst>
          </p:cNvPr>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84089027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dirty="0"/>
              <a:t>En conclusion, ce projet a représenté un défi technologique et fonctionnel majeur. L'application </a:t>
            </a:r>
            <a:r>
              <a:rPr lang="" sz="1200" b="1" u="none" strike="noStrike" kern="1200" dirty="0">
                <a:solidFill>
                  <a:schemeClr val="tx1"/>
                </a:solidFill>
                <a:effectLst/>
                <a:latin typeface="+mn-lt"/>
                <a:ea typeface="+mn-ea"/>
                <a:cs typeface="+mn-cs"/>
              </a:rPr>
              <a:t>AUXIASSUR</a:t>
            </a:r>
            <a:r>
              <a:rPr lang="" dirty="0"/>
              <a:t> que nous avons conçue et développée répond avec précision aux exigences du cahier des charges initial. Elle offre une transition numérique concrète pour l'entreprise en éliminant les tâches manuelles redondantes, les risques d'erreurs de saisie et la dépendance critique aux outils bureautiques fragmentés comme Excel. </a:t>
            </a:r>
          </a:p>
          <a:p>
            <a:endParaRPr lang="" dirty="0"/>
          </a:p>
          <a:p>
            <a:r>
              <a:rPr lang="" dirty="0"/>
              <a:t>Comme tout projet logiciel, cette plateforme reste évolutive. Parmi les perspectives à court terme, nous prévoyons de finaliser la gestion fine du mode déconnecté pour garantir une continuité parfaite du service en cas de panne réseau. Nous devons également valider auprès de la direction de production les formules exactes liées aux codes de taxes spécifiques de l'assurance automobile. À plus long terme, l'intégration d'un module de paiement en ligne via les solutions locales de Mobile Money constituera un atout stratégique majeur.</a:t>
            </a:r>
          </a:p>
          <a:p>
            <a:endParaRPr lang="" dirty="0"/>
          </a:p>
          <a:p>
            <a:r>
              <a:rPr lang="" dirty="0"/>
              <a:t>Sur un plan personnel et professionnel, ce stage de trois mois au sein du </a:t>
            </a:r>
            <a:r>
              <a:rPr lang="" sz="1200" b="0" i="1" u="none" strike="noStrike" kern="1200" dirty="0">
                <a:solidFill>
                  <a:schemeClr val="tx1"/>
                </a:solidFill>
                <a:effectLst/>
                <a:latin typeface="+mn-lt"/>
                <a:ea typeface="+mn-ea"/>
                <a:cs typeface="+mn-cs"/>
              </a:rPr>
              <a:t>Service Informatique et Technologique</a:t>
            </a:r>
            <a:r>
              <a:rPr lang="" dirty="0"/>
              <a:t> d'AUXIMAD a été d'une immense valeur. Il m'a permis de faire le pont entre la théorie académique dispensée à l’</a:t>
            </a:r>
            <a:r>
              <a:rPr lang="" sz="1200" b="1" u="none" strike="noStrike" kern="1200" dirty="0">
                <a:solidFill>
                  <a:schemeClr val="tx1"/>
                </a:solidFill>
                <a:effectLst/>
                <a:latin typeface="+mn-lt"/>
                <a:ea typeface="+mn-ea"/>
                <a:cs typeface="+mn-cs"/>
              </a:rPr>
              <a:t>ESP-BIG</a:t>
            </a:r>
            <a:r>
              <a:rPr lang="" dirty="0"/>
              <a:t> et les exigences industrielles concrètes du monde du travail, tout en consolidant mes compétences sur des frameworks de référence comme Spring Boot et Angular.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268429-B755-370F-6083-9F52E9A093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4BD67E-663C-C59E-6190-E9A81D7635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2CDB94-9983-54F5-97AD-61C9563A645F}"/>
              </a:ext>
            </a:extLst>
          </p:cNvPr>
          <p:cNvSpPr>
            <a:spLocks noGrp="1"/>
          </p:cNvSpPr>
          <p:nvPr>
            <p:ph type="body" idx="1"/>
          </p:nvPr>
        </p:nvSpPr>
        <p:spPr/>
        <p:txBody>
          <a:bodyPr/>
          <a:lstStyle/>
          <a:p>
            <a:r>
              <a:rPr lang="" dirty="0"/>
              <a:t>En conclusion, ce projet a représenté un défi technologique et fonctionnel majeur. L'application </a:t>
            </a:r>
            <a:r>
              <a:rPr lang="" sz="1200" b="1" u="none" strike="noStrike" kern="1200" dirty="0">
                <a:solidFill>
                  <a:schemeClr val="tx1"/>
                </a:solidFill>
                <a:effectLst/>
                <a:latin typeface="+mn-lt"/>
                <a:ea typeface="+mn-ea"/>
                <a:cs typeface="+mn-cs"/>
              </a:rPr>
              <a:t>AUXIASSUR</a:t>
            </a:r>
            <a:r>
              <a:rPr lang="" dirty="0"/>
              <a:t> que nous avons conçue et développée répond avec précision aux exigences du cahier des charges initial. Elle offre une transition numérique concrète pour l'entreprise en éliminant les tâches manuelles redondantes, les risques d'erreurs de saisie et la dépendance critique aux outils bureautiques fragmentés comme Excel. </a:t>
            </a:r>
          </a:p>
          <a:p>
            <a:endParaRPr lang="" dirty="0"/>
          </a:p>
          <a:p>
            <a:r>
              <a:rPr lang="" dirty="0"/>
              <a:t>Comme tout projet logiciel, cette plateforme reste évolutive. Parmi les perspectives à court terme, nous prévoyons de finaliser la gestion fine du mode déconnecté pour garantir une continuité parfaite du service en cas de panne réseau. Nous devons également valider auprès de la direction de production les formules exactes liées aux codes de taxes spécifiques de l'assurance automobile. À plus long terme, l'intégration d'un module de paiement en ligne via les solutions locales de Mobile Money constituera un atout stratégique majeur.</a:t>
            </a:r>
          </a:p>
          <a:p>
            <a:endParaRPr lang="" dirty="0"/>
          </a:p>
          <a:p>
            <a:r>
              <a:rPr lang="" dirty="0"/>
              <a:t>Sur un plan personnel et professionnel, ce stage de trois mois au sein du </a:t>
            </a:r>
            <a:r>
              <a:rPr lang="" sz="1200" b="0" i="1" u="none" strike="noStrike" kern="1200" dirty="0">
                <a:solidFill>
                  <a:schemeClr val="tx1"/>
                </a:solidFill>
                <a:effectLst/>
                <a:latin typeface="+mn-lt"/>
                <a:ea typeface="+mn-ea"/>
                <a:cs typeface="+mn-cs"/>
              </a:rPr>
              <a:t>Service Informatique et Technologique</a:t>
            </a:r>
            <a:r>
              <a:rPr lang="" dirty="0"/>
              <a:t> d'AUXIMAD a été d'une immense valeur. Il m'a permis de faire le pont entre la théorie académique dispensée à l’</a:t>
            </a:r>
            <a:r>
              <a:rPr lang="" sz="1200" b="1" u="none" strike="noStrike" kern="1200" dirty="0">
                <a:solidFill>
                  <a:schemeClr val="tx1"/>
                </a:solidFill>
                <a:effectLst/>
                <a:latin typeface="+mn-lt"/>
                <a:ea typeface="+mn-ea"/>
                <a:cs typeface="+mn-cs"/>
              </a:rPr>
              <a:t>ESP-BIG</a:t>
            </a:r>
            <a:r>
              <a:rPr lang="" dirty="0"/>
              <a:t> et les exigences industrielles concrètes du monde du travail, tout en consolidant mes compétences sur des frameworks de référence comme Spring Boot et Angular.</a:t>
            </a:r>
          </a:p>
        </p:txBody>
      </p:sp>
      <p:sp>
        <p:nvSpPr>
          <p:cNvPr id="4" name="Slide Number Placeholder 3">
            <a:extLst>
              <a:ext uri="{FF2B5EF4-FFF2-40B4-BE49-F238E27FC236}">
                <a16:creationId xmlns:a16="http://schemas.microsoft.com/office/drawing/2014/main" id="{124DEC37-7A61-AF6B-2CF6-D619541C04B1}"/>
              </a:ext>
            </a:extLst>
          </p:cNvPr>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83274874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A5AAC3-B9F3-11B2-FE86-78FC985F49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91D841-A564-6072-8C13-5399B210F6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F1AB81-F7D8-1418-2C0A-14BE6FCD795B}"/>
              </a:ext>
            </a:extLst>
          </p:cNvPr>
          <p:cNvSpPr>
            <a:spLocks noGrp="1"/>
          </p:cNvSpPr>
          <p:nvPr>
            <p:ph type="body" idx="1"/>
          </p:nvPr>
        </p:nvSpPr>
        <p:spPr/>
        <p:txBody>
          <a:bodyPr/>
          <a:lstStyle/>
          <a:p>
            <a:r>
              <a:rPr lang="" dirty="0"/>
              <a:t>Ainsi s’achève notre exposé.</a:t>
            </a:r>
            <a:br>
              <a:rPr lang="" dirty="0"/>
            </a:br>
            <a:r>
              <a:rPr lang="" sz="1200" b="1" u="none" strike="noStrike" kern="1200" dirty="0">
                <a:solidFill>
                  <a:schemeClr val="tx1"/>
                </a:solidFill>
                <a:effectLst/>
                <a:latin typeface="+mn-lt"/>
                <a:ea typeface="+mn-ea"/>
                <a:cs typeface="+mn-cs"/>
              </a:rPr>
              <a:t>Mesdames et messieurs les membres du jury, Monsieur le Président du Jury,</a:t>
            </a:r>
            <a:br>
              <a:rPr lang="" dirty="0"/>
            </a:br>
            <a:r>
              <a:rPr lang="" dirty="0"/>
              <a:t>Je vous remercie chaleureusement pour votre précieuse attention, et je suis désormais entièrement disposé à recevoir vos éventuelles questions, critiques et observations. </a:t>
            </a:r>
            <a:endParaRPr lang="en-US" dirty="0"/>
          </a:p>
        </p:txBody>
      </p:sp>
      <p:sp>
        <p:nvSpPr>
          <p:cNvPr id="4" name="Slide Number Placeholder 3">
            <a:extLst>
              <a:ext uri="{FF2B5EF4-FFF2-40B4-BE49-F238E27FC236}">
                <a16:creationId xmlns:a16="http://schemas.microsoft.com/office/drawing/2014/main" id="{E62DE317-2F01-8275-EE6A-1C7E708AA9A3}"/>
              </a:ext>
            </a:extLst>
          </p:cNvPr>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4317674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rtlCol="0"/>
          <a:lstStyle>
            <a:lvl1pPr marL="0" indent="0" algn="l">
              <a:buNone/>
              <a:defRPr lang="en-US" sz="3400" b="1" dirty="0">
                <a:solidFill>
                  <a:schemeClr val="tx2"/>
                </a:solidFill>
              </a:defRPr>
            </a:lvl1pPr>
          </a:lstStyle>
          <a:p>
            <a:pPr marL="0" indent="0" algn="l">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marL="0" indent="0">
              <a:buNone/>
            </a:pPr>
            <a:r>
              <a:rPr lang="en-US" sz="1100" dirty="0">
                <a:solidFill>
                  <a:schemeClr val="tx1"/>
                </a:solidFill>
              </a:rPr>
              <a:t>AUXIASSUR  |  PFE Licence Génie Logiciel, ESP-BIG</a:t>
            </a:r>
            <a:endParaRPr lang="en-US" sz="11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fld id="{F7021451-1387-4CA6-816F-3879F97B5CBC}" type="slidenum">
              <a:rPr lang="en-US" b="0"/>
              <a:t>‹N°›</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TITLE">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828800"/>
            <a:ext cx="7863840" cy="201168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731520" y="4023360"/>
            <a:ext cx="7863840" cy="822960"/>
          </a:xfrm>
          <a:prstGeom prst="rect">
            <a:avLst/>
          </a:prstGeom>
          <a:noFill/>
          <a:ln/>
        </p:spPr>
        <p:txBody>
          <a:bodyPr wrap="square" rtlCol="0"/>
          <a:lstStyle>
            <a:lvl1pPr marL="0" indent="0" algn="l">
              <a:buNone/>
              <a:defRPr lang="en-US" sz="2200" dirty="0">
                <a:solidFill>
                  <a:schemeClr val="accent1"/>
                </a:solidFill>
              </a:defRPr>
            </a:lvl1pPr>
          </a:lstStyle>
          <a:p>
            <a:pPr marL="0" indent="0" algn="l">
              <a:buNone/>
            </a:pPr>
            <a:endParaRPr lang="en-US" sz="2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468880"/>
            <a:ext cx="10515600" cy="109728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
        <p:nvSpPr>
          <p:cNvPr id="3" name="Text 0"/>
          <p:cNvSpPr>
            <a:spLocks noGrp="1"/>
          </p:cNvSpPr>
          <p:nvPr>
            <p:ph type="body" idx="101" hasCustomPrompt="1"/>
          </p:nvPr>
        </p:nvSpPr>
        <p:spPr>
          <a:xfrm>
            <a:off x="731520" y="3657600"/>
            <a:ext cx="10515600" cy="914400"/>
          </a:xfrm>
          <a:prstGeom prst="rect">
            <a:avLst/>
          </a:prstGeom>
          <a:noFill/>
          <a:ln/>
        </p:spPr>
        <p:txBody>
          <a:bodyPr wrap="square" rtlCol="0"/>
          <a:lstStyle>
            <a:lvl1pPr marL="0" indent="0" algn="l">
              <a:buNone/>
              <a:defRPr lang="en-US" sz="2200" dirty="0">
                <a:solidFill>
                  <a:schemeClr val="accent1"/>
                </a:solidFill>
              </a:defRPr>
            </a:lvl1pPr>
          </a:lstStyle>
          <a:p>
            <a:pPr marL="0" indent="0" algn="l">
              <a:buNone/>
            </a:pPr>
            <a:endParaRPr lang="en-US" sz="22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E1A0C97-8325-0142-AFFB-31985B2E21DA}"/>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endParaRPr lang="LID4096"/>
          </a:p>
        </p:txBody>
      </p:sp>
      <p:sp>
        <p:nvSpPr>
          <p:cNvPr id="3" name="Sous-titre 2">
            <a:extLst>
              <a:ext uri="{FF2B5EF4-FFF2-40B4-BE49-F238E27FC236}">
                <a16:creationId xmlns:a16="http://schemas.microsoft.com/office/drawing/2014/main" id="{D9EC0AEB-83F2-C88A-0921-BFD7CA2415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LID4096"/>
          </a:p>
        </p:txBody>
      </p:sp>
      <p:sp>
        <p:nvSpPr>
          <p:cNvPr id="4" name="Espace réservé de la date 3">
            <a:extLst>
              <a:ext uri="{FF2B5EF4-FFF2-40B4-BE49-F238E27FC236}">
                <a16:creationId xmlns:a16="http://schemas.microsoft.com/office/drawing/2014/main" id="{1C903923-E0A8-9352-5C54-05693C32C7E3}"/>
              </a:ext>
            </a:extLst>
          </p:cNvPr>
          <p:cNvSpPr>
            <a:spLocks noGrp="1"/>
          </p:cNvSpPr>
          <p:nvPr>
            <p:ph type="dt" sz="half" idx="10"/>
          </p:nvPr>
        </p:nvSpPr>
        <p:spPr/>
        <p:txBody>
          <a:bodyPr/>
          <a:lstStyle/>
          <a:p>
            <a:fld id="{CA02FB80-71B9-47BF-852E-5AF5189041F3}" type="datetimeFigureOut">
              <a:rPr lang="LID4096" smtClean="0"/>
              <a:t>10/08/2026</a:t>
            </a:fld>
            <a:endParaRPr lang="LID4096"/>
          </a:p>
        </p:txBody>
      </p:sp>
      <p:sp>
        <p:nvSpPr>
          <p:cNvPr id="5" name="Espace réservé du pied de page 4">
            <a:extLst>
              <a:ext uri="{FF2B5EF4-FFF2-40B4-BE49-F238E27FC236}">
                <a16:creationId xmlns:a16="http://schemas.microsoft.com/office/drawing/2014/main" id="{F43250D7-64E9-EF59-023E-AE691A0D4F20}"/>
              </a:ext>
            </a:extLst>
          </p:cNvPr>
          <p:cNvSpPr>
            <a:spLocks noGrp="1"/>
          </p:cNvSpPr>
          <p:nvPr>
            <p:ph type="ftr" sz="quarter" idx="11"/>
          </p:nvPr>
        </p:nvSpPr>
        <p:spPr/>
        <p:txBody>
          <a:bodyPr/>
          <a:lstStyle/>
          <a:p>
            <a:endParaRPr lang="LID4096"/>
          </a:p>
        </p:txBody>
      </p:sp>
      <p:sp>
        <p:nvSpPr>
          <p:cNvPr id="6" name="Espace réservé du numéro de diapositive 5">
            <a:extLst>
              <a:ext uri="{FF2B5EF4-FFF2-40B4-BE49-F238E27FC236}">
                <a16:creationId xmlns:a16="http://schemas.microsoft.com/office/drawing/2014/main" id="{FB28B989-EA8A-04DF-AEDF-33FBC53E1235}"/>
              </a:ext>
            </a:extLst>
          </p:cNvPr>
          <p:cNvSpPr>
            <a:spLocks noGrp="1"/>
          </p:cNvSpPr>
          <p:nvPr>
            <p:ph type="sldNum" sz="quarter" idx="12"/>
          </p:nvPr>
        </p:nvSpPr>
        <p:spPr/>
        <p:txBody>
          <a:bodyPr/>
          <a:lstStyle/>
          <a:p>
            <a:fld id="{B24F6E88-0629-4C4F-A0CB-9DF30371C4D3}" type="slidenum">
              <a:rPr lang="LID4096" smtClean="0"/>
              <a:t>‹N°›</a:t>
            </a:fld>
            <a:endParaRPr lang="LID4096"/>
          </a:p>
        </p:txBody>
      </p:sp>
    </p:spTree>
    <p:extLst>
      <p:ext uri="{BB962C8B-B14F-4D97-AF65-F5344CB8AC3E}">
        <p14:creationId xmlns:p14="http://schemas.microsoft.com/office/powerpoint/2010/main" val="418912465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fld id="{F7021451-1387-4CA6-816F-3879F97B5CBC}" type="slidenum">
              <a:rPr lang="en-US" b="0"/>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5.xml"/><Relationship Id="rId6" Type="http://schemas.openxmlformats.org/officeDocument/2006/relationships/hyperlink" Target="mailto:espbig2@gmail.com" TargetMode="External"/><Relationship Id="rId5" Type="http://schemas.openxmlformats.org/officeDocument/2006/relationships/image" Target="../media/image2.png"/><Relationship Id="rId4" Type="http://schemas.openxmlformats.org/officeDocument/2006/relationships/hyperlink" Target="mailto:auximad@auximad.mg"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7.png"/><Relationship Id="rId7"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7.pn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11.png"/><Relationship Id="rId4" Type="http://schemas.openxmlformats.org/officeDocument/2006/relationships/image" Target="../media/image23.png"/></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11.png"/><Relationship Id="rId4" Type="http://schemas.openxmlformats.org/officeDocument/2006/relationships/image" Target="../media/image23.png"/></Relationships>
</file>

<file path=ppt/slides/_rels/slide1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archemin : horizontal 4">
            <a:extLst>
              <a:ext uri="{FF2B5EF4-FFF2-40B4-BE49-F238E27FC236}">
                <a16:creationId xmlns:a16="http://schemas.microsoft.com/office/drawing/2014/main" id="{F3B5419F-B81C-1A6A-5AD2-9EC4C8CF4E5F}"/>
              </a:ext>
            </a:extLst>
          </p:cNvPr>
          <p:cNvSpPr/>
          <p:nvPr/>
        </p:nvSpPr>
        <p:spPr>
          <a:xfrm>
            <a:off x="2286000" y="3047380"/>
            <a:ext cx="7324344" cy="1547718"/>
          </a:xfrm>
          <a:prstGeom prst="horizontalScroll">
            <a:avLst/>
          </a:prstGeom>
        </p:spPr>
        <p:style>
          <a:lnRef idx="1">
            <a:schemeClr val="accent2"/>
          </a:lnRef>
          <a:fillRef idx="3">
            <a:schemeClr val="accent2"/>
          </a:fillRef>
          <a:effectRef idx="2">
            <a:schemeClr val="accent2"/>
          </a:effectRef>
          <a:fontRef idx="minor">
            <a:schemeClr val="lt1"/>
          </a:fontRef>
        </p:style>
        <p:txBody>
          <a:bodyPr rtlCol="0" anchor="ctr"/>
          <a:lstStyle/>
          <a:p>
            <a:pPr algn="ctr"/>
            <a:endParaRPr lang="LID4096"/>
          </a:p>
        </p:txBody>
      </p:sp>
      <p:sp>
        <p:nvSpPr>
          <p:cNvPr id="2" name="Titre 1">
            <a:extLst>
              <a:ext uri="{FF2B5EF4-FFF2-40B4-BE49-F238E27FC236}">
                <a16:creationId xmlns:a16="http://schemas.microsoft.com/office/drawing/2014/main" id="{088B0726-83E5-67F1-F585-06F53C9A9CD9}"/>
              </a:ext>
            </a:extLst>
          </p:cNvPr>
          <p:cNvSpPr>
            <a:spLocks noGrp="1"/>
          </p:cNvSpPr>
          <p:nvPr>
            <p:ph type="ctrTitle"/>
          </p:nvPr>
        </p:nvSpPr>
        <p:spPr>
          <a:xfrm>
            <a:off x="2395368" y="2651538"/>
            <a:ext cx="7114377" cy="1572992"/>
          </a:xfrm>
        </p:spPr>
        <p:txBody>
          <a:bodyPr>
            <a:noAutofit/>
          </a:bodyPr>
          <a:lstStyle/>
          <a:p>
            <a:r>
              <a:rPr lang="fr-FR" sz="2800" dirty="0">
                <a:solidFill>
                  <a:schemeClr val="bg1"/>
                </a:solidFill>
                <a:latin typeface="Times New Roman" panose="02020603050405020304" pitchFamily="18" charset="0"/>
                <a:cs typeface="Times New Roman" panose="02020603050405020304" pitchFamily="18" charset="0"/>
              </a:rPr>
              <a:t>Conception et développement d’une application de gestion d’assurance automobile</a:t>
            </a:r>
            <a:endParaRPr lang="LID4096" sz="2800" dirty="0">
              <a:solidFill>
                <a:schemeClr val="bg1"/>
              </a:solidFill>
              <a:latin typeface="Times New Roman" panose="02020603050405020304" pitchFamily="18" charset="0"/>
              <a:cs typeface="Times New Roman" panose="02020603050405020304" pitchFamily="18" charset="0"/>
            </a:endParaRPr>
          </a:p>
        </p:txBody>
      </p:sp>
      <p:sp>
        <p:nvSpPr>
          <p:cNvPr id="3" name="Sous-titre 2">
            <a:extLst>
              <a:ext uri="{FF2B5EF4-FFF2-40B4-BE49-F238E27FC236}">
                <a16:creationId xmlns:a16="http://schemas.microsoft.com/office/drawing/2014/main" id="{13478B31-A974-D9C0-B73B-1211373E067E}"/>
              </a:ext>
            </a:extLst>
          </p:cNvPr>
          <p:cNvSpPr>
            <a:spLocks noGrp="1"/>
          </p:cNvSpPr>
          <p:nvPr>
            <p:ph type="subTitle" idx="1"/>
          </p:nvPr>
        </p:nvSpPr>
        <p:spPr>
          <a:xfrm>
            <a:off x="3306425" y="2835267"/>
            <a:ext cx="5535562" cy="271872"/>
          </a:xfrm>
        </p:spPr>
        <p:txBody>
          <a:bodyPr>
            <a:normAutofit fontScale="55000" lnSpcReduction="20000"/>
          </a:bodyPr>
          <a:lstStyle/>
          <a:p>
            <a:r>
              <a:rPr lang="fr-FR" b="1" i="1" dirty="0"/>
              <a:t>Mémoire de fin d’étude du 1</a:t>
            </a:r>
            <a:r>
              <a:rPr lang="fr-FR" b="1" i="1" baseline="30000" dirty="0"/>
              <a:t>er</a:t>
            </a:r>
            <a:r>
              <a:rPr lang="fr-FR" b="1" i="1" dirty="0"/>
              <a:t> cycle</a:t>
            </a:r>
            <a:endParaRPr lang="LID4096" b="1" i="1" dirty="0"/>
          </a:p>
        </p:txBody>
      </p:sp>
      <p:sp>
        <p:nvSpPr>
          <p:cNvPr id="7" name="ZoneTexte 6">
            <a:extLst>
              <a:ext uri="{FF2B5EF4-FFF2-40B4-BE49-F238E27FC236}">
                <a16:creationId xmlns:a16="http://schemas.microsoft.com/office/drawing/2014/main" id="{FD568792-517C-F96C-DE4E-4D9600CA4620}"/>
              </a:ext>
            </a:extLst>
          </p:cNvPr>
          <p:cNvSpPr txBox="1"/>
          <p:nvPr/>
        </p:nvSpPr>
        <p:spPr>
          <a:xfrm>
            <a:off x="1641988" y="4595098"/>
            <a:ext cx="9144000" cy="369332"/>
          </a:xfrm>
          <a:prstGeom prst="rect">
            <a:avLst/>
          </a:prstGeom>
          <a:noFill/>
        </p:spPr>
        <p:txBody>
          <a:bodyPr wrap="square" rtlCol="0">
            <a:spAutoFit/>
          </a:bodyPr>
          <a:lstStyle/>
          <a:p>
            <a:r>
              <a:rPr lang="" b="1" i="1" dirty="0">
                <a:latin typeface="Times New Roman" panose="02020603050405020304" pitchFamily="18" charset="0"/>
                <a:cs typeface="Times New Roman" panose="02020603050405020304" pitchFamily="18" charset="0"/>
              </a:rPr>
              <a:t>« La logique vous mènera d'un point A à un point B. L'imagination vous emmènera partout. »</a:t>
            </a:r>
            <a:endParaRPr lang="LID4096" b="1" i="1" dirty="0">
              <a:latin typeface="Times New Roman" panose="02020603050405020304" pitchFamily="18" charset="0"/>
              <a:cs typeface="Times New Roman" panose="02020603050405020304" pitchFamily="18" charset="0"/>
            </a:endParaRPr>
          </a:p>
        </p:txBody>
      </p:sp>
      <p:sp>
        <p:nvSpPr>
          <p:cNvPr id="8" name="ZoneTexte 7">
            <a:extLst>
              <a:ext uri="{FF2B5EF4-FFF2-40B4-BE49-F238E27FC236}">
                <a16:creationId xmlns:a16="http://schemas.microsoft.com/office/drawing/2014/main" id="{265A5E53-A66B-F6B8-C915-C485EB380579}"/>
              </a:ext>
            </a:extLst>
          </p:cNvPr>
          <p:cNvSpPr txBox="1"/>
          <p:nvPr/>
        </p:nvSpPr>
        <p:spPr>
          <a:xfrm>
            <a:off x="8740877" y="4977347"/>
            <a:ext cx="1789471" cy="369332"/>
          </a:xfrm>
          <a:prstGeom prst="rect">
            <a:avLst/>
          </a:prstGeom>
          <a:noFill/>
        </p:spPr>
        <p:txBody>
          <a:bodyPr wrap="square" rtlCol="0">
            <a:spAutoFit/>
          </a:bodyPr>
          <a:lstStyle/>
          <a:p>
            <a:r>
              <a:rPr lang="" b="1" i="1" dirty="0">
                <a:latin typeface="Times New Roman" panose="02020603050405020304" pitchFamily="18" charset="0"/>
                <a:cs typeface="Times New Roman" panose="02020603050405020304" pitchFamily="18" charset="0"/>
              </a:rPr>
              <a:t>Albert Einstein</a:t>
            </a:r>
            <a:endParaRPr lang="LID4096" b="1" i="1" dirty="0">
              <a:latin typeface="Times New Roman" panose="02020603050405020304" pitchFamily="18" charset="0"/>
              <a:cs typeface="Times New Roman" panose="02020603050405020304" pitchFamily="18" charset="0"/>
            </a:endParaRPr>
          </a:p>
        </p:txBody>
      </p:sp>
      <p:pic>
        <p:nvPicPr>
          <p:cNvPr id="10" name="Image 9">
            <a:extLst>
              <a:ext uri="{FF2B5EF4-FFF2-40B4-BE49-F238E27FC236}">
                <a16:creationId xmlns:a16="http://schemas.microsoft.com/office/drawing/2014/main" id="{C042BE1A-47B0-A061-86E4-30B6629CB5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39018" y="278552"/>
            <a:ext cx="1426169" cy="1210082"/>
          </a:xfrm>
          <a:prstGeom prst="rect">
            <a:avLst/>
          </a:prstGeom>
        </p:spPr>
      </p:pic>
      <p:sp>
        <p:nvSpPr>
          <p:cNvPr id="11" name="ZoneTexte 10">
            <a:extLst>
              <a:ext uri="{FF2B5EF4-FFF2-40B4-BE49-F238E27FC236}">
                <a16:creationId xmlns:a16="http://schemas.microsoft.com/office/drawing/2014/main" id="{DE583D06-B394-0660-279B-8E418C826E49}"/>
              </a:ext>
            </a:extLst>
          </p:cNvPr>
          <p:cNvSpPr txBox="1"/>
          <p:nvPr/>
        </p:nvSpPr>
        <p:spPr>
          <a:xfrm>
            <a:off x="748933" y="1340886"/>
            <a:ext cx="2406338" cy="1600438"/>
          </a:xfrm>
          <a:prstGeom prst="rect">
            <a:avLst/>
          </a:prstGeom>
          <a:noFill/>
        </p:spPr>
        <p:txBody>
          <a:bodyPr wrap="square" rtlCol="0">
            <a:spAutoFit/>
          </a:bodyPr>
          <a:lstStyle/>
          <a:p>
            <a:pPr algn="ctr"/>
            <a:r>
              <a:rPr lang="" sz="1400" i="1" dirty="0">
                <a:latin typeface="Times New Roman" panose="02020603050405020304" pitchFamily="18" charset="0"/>
                <a:cs typeface="Times New Roman" panose="02020603050405020304" pitchFamily="18" charset="0"/>
              </a:rPr>
              <a:t>Société Auxiliaire Maritime de Madagascar (AUXIMAD)</a:t>
            </a:r>
          </a:p>
          <a:p>
            <a:pPr lvl="0" algn="ctr"/>
            <a:r>
              <a:rPr lang="" sz="1400" i="1" dirty="0">
                <a:latin typeface="Times New Roman" panose="02020603050405020304" pitchFamily="18" charset="0"/>
                <a:cs typeface="Times New Roman" panose="02020603050405020304" pitchFamily="18" charset="0"/>
              </a:rPr>
              <a:t>Adresse : 18, Rue J.J. Rabearivelo, Antsahavola, B.P. 1081, 101 Antananarivo</a:t>
            </a:r>
          </a:p>
          <a:p>
            <a:pPr lvl="0" algn="ctr"/>
            <a:r>
              <a:rPr lang="" sz="1400" i="1" dirty="0">
                <a:latin typeface="Times New Roman" panose="02020603050405020304" pitchFamily="18" charset="0"/>
                <a:cs typeface="Times New Roman" panose="02020603050405020304" pitchFamily="18" charset="0"/>
              </a:rPr>
              <a:t>Contact : +261 32 07 603 72, </a:t>
            </a:r>
            <a:r>
              <a:rPr lang="" sz="1400" i="1" dirty="0">
                <a:latin typeface="Times New Roman" panose="02020603050405020304" pitchFamily="18" charset="0"/>
                <a:cs typeface="Times New Roman" panose="02020603050405020304" pitchFamily="18" charset="0"/>
                <a:hlinkClick r:id="rId4"/>
              </a:rPr>
              <a:t>auximad@auximad.mg</a:t>
            </a:r>
            <a:endParaRPr lang="" sz="1400" i="1" dirty="0">
              <a:latin typeface="Times New Roman" panose="02020603050405020304" pitchFamily="18" charset="0"/>
              <a:cs typeface="Times New Roman" panose="02020603050405020304" pitchFamily="18" charset="0"/>
            </a:endParaRPr>
          </a:p>
        </p:txBody>
      </p:sp>
      <p:pic>
        <p:nvPicPr>
          <p:cNvPr id="13" name="Image 12">
            <a:extLst>
              <a:ext uri="{FF2B5EF4-FFF2-40B4-BE49-F238E27FC236}">
                <a16:creationId xmlns:a16="http://schemas.microsoft.com/office/drawing/2014/main" id="{F6F2BB32-CC7A-61FD-8361-61553186782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704141" y="1035497"/>
            <a:ext cx="1648842" cy="1251859"/>
          </a:xfrm>
          <a:prstGeom prst="rect">
            <a:avLst/>
          </a:prstGeom>
        </p:spPr>
      </p:pic>
      <p:sp>
        <p:nvSpPr>
          <p:cNvPr id="15" name="ZoneTexte 14">
            <a:extLst>
              <a:ext uri="{FF2B5EF4-FFF2-40B4-BE49-F238E27FC236}">
                <a16:creationId xmlns:a16="http://schemas.microsoft.com/office/drawing/2014/main" id="{B13AD8DC-8C6C-F648-FC6D-25A5169B2AE8}"/>
              </a:ext>
            </a:extLst>
          </p:cNvPr>
          <p:cNvSpPr txBox="1"/>
          <p:nvPr/>
        </p:nvSpPr>
        <p:spPr>
          <a:xfrm>
            <a:off x="9986184" y="98760"/>
            <a:ext cx="1084756" cy="369332"/>
          </a:xfrm>
          <a:prstGeom prst="rect">
            <a:avLst/>
          </a:prstGeom>
          <a:noFill/>
        </p:spPr>
        <p:txBody>
          <a:bodyPr wrap="square" rtlCol="0">
            <a:spAutoFit/>
          </a:bodyPr>
          <a:lstStyle/>
          <a:p>
            <a:r>
              <a:rPr lang="fr-FR" b="1" i="1" dirty="0">
                <a:latin typeface="Times New Roman" panose="02020603050405020304" pitchFamily="18" charset="0"/>
                <a:cs typeface="Times New Roman" panose="02020603050405020304" pitchFamily="18" charset="0"/>
              </a:rPr>
              <a:t>ESP-BIG</a:t>
            </a:r>
          </a:p>
        </p:txBody>
      </p:sp>
      <p:sp>
        <p:nvSpPr>
          <p:cNvPr id="17" name="ZoneTexte 16">
            <a:extLst>
              <a:ext uri="{FF2B5EF4-FFF2-40B4-BE49-F238E27FC236}">
                <a16:creationId xmlns:a16="http://schemas.microsoft.com/office/drawing/2014/main" id="{6DEDF329-9341-3FB6-023F-34F2FE196503}"/>
              </a:ext>
            </a:extLst>
          </p:cNvPr>
          <p:cNvSpPr txBox="1"/>
          <p:nvPr/>
        </p:nvSpPr>
        <p:spPr>
          <a:xfrm>
            <a:off x="8740877" y="409622"/>
            <a:ext cx="3377329" cy="738664"/>
          </a:xfrm>
          <a:prstGeom prst="rect">
            <a:avLst/>
          </a:prstGeom>
          <a:noFill/>
        </p:spPr>
        <p:txBody>
          <a:bodyPr wrap="square" rtlCol="0">
            <a:spAutoFit/>
          </a:bodyPr>
          <a:lstStyle/>
          <a:p>
            <a:pPr algn="ctr"/>
            <a:r>
              <a:rPr lang="fr-FR" sz="1400" i="1" dirty="0">
                <a:latin typeface="Times New Roman" panose="02020603050405020304" pitchFamily="18" charset="0"/>
                <a:cs typeface="Times New Roman" panose="02020603050405020304" pitchFamily="18" charset="0"/>
              </a:rPr>
              <a:t>Etablissement Supérieur Professionnel Spécialiser en Technologie de l’Information et de la communication</a:t>
            </a:r>
          </a:p>
        </p:txBody>
      </p:sp>
      <p:sp>
        <p:nvSpPr>
          <p:cNvPr id="21" name="Text 4">
            <a:extLst>
              <a:ext uri="{FF2B5EF4-FFF2-40B4-BE49-F238E27FC236}">
                <a16:creationId xmlns:a16="http://schemas.microsoft.com/office/drawing/2014/main" id="{0BB4EF1E-16BC-DB12-22B5-A2583EFF339A}"/>
              </a:ext>
            </a:extLst>
          </p:cNvPr>
          <p:cNvSpPr txBox="1"/>
          <p:nvPr/>
        </p:nvSpPr>
        <p:spPr>
          <a:xfrm>
            <a:off x="6647688" y="5722742"/>
            <a:ext cx="5322931" cy="510139"/>
          </a:xfrm>
          <a:prstGeom prst="rect">
            <a:avLst/>
          </a:prstGeom>
          <a:noFill/>
          <a:ln/>
        </p:spPr>
        <p:txBody>
          <a:bodyPr wrap="square" lIns="0" tIns="0" rIns="0" bIns="0" rtlCol="0" anchor="ctr"/>
          <a:lstStyle/>
          <a:p>
            <a:pPr marL="0" indent="0">
              <a:buNone/>
            </a:pPr>
            <a:r>
              <a:rPr lang="en-US" sz="1400" b="1" i="1" dirty="0">
                <a:solidFill>
                  <a:schemeClr val="bg2">
                    <a:lumMod val="10000"/>
                  </a:schemeClr>
                </a:solidFill>
                <a:latin typeface="Times New Roman" panose="02020603050405020304" pitchFamily="18" charset="0"/>
                <a:cs typeface="Times New Roman" panose="02020603050405020304" pitchFamily="18" charset="0"/>
              </a:rPr>
              <a:t>Encadreur professionnel : M. RANAMBOARIMANGA Rindranianina   Encadreur académique : Mme RAVAOHOLISOA Dorette Sahondra</a:t>
            </a:r>
          </a:p>
        </p:txBody>
      </p:sp>
      <p:sp>
        <p:nvSpPr>
          <p:cNvPr id="22" name="ZoneTexte 21">
            <a:extLst>
              <a:ext uri="{FF2B5EF4-FFF2-40B4-BE49-F238E27FC236}">
                <a16:creationId xmlns:a16="http://schemas.microsoft.com/office/drawing/2014/main" id="{CB1B9A98-3AF5-8638-A0D2-26B33EEE25DB}"/>
              </a:ext>
            </a:extLst>
          </p:cNvPr>
          <p:cNvSpPr txBox="1"/>
          <p:nvPr/>
        </p:nvSpPr>
        <p:spPr>
          <a:xfrm>
            <a:off x="1290393" y="61537"/>
            <a:ext cx="1323417" cy="369332"/>
          </a:xfrm>
          <a:prstGeom prst="rect">
            <a:avLst/>
          </a:prstGeom>
          <a:noFill/>
        </p:spPr>
        <p:txBody>
          <a:bodyPr wrap="square" rtlCol="0">
            <a:spAutoFit/>
          </a:bodyPr>
          <a:lstStyle/>
          <a:p>
            <a:r>
              <a:rPr lang="fr-FR" b="1" i="1" dirty="0">
                <a:latin typeface="Times New Roman" panose="02020603050405020304" pitchFamily="18" charset="0"/>
                <a:cs typeface="Times New Roman" panose="02020603050405020304" pitchFamily="18" charset="0"/>
              </a:rPr>
              <a:t>AUXIMAD</a:t>
            </a:r>
            <a:endParaRPr lang="LID4096" b="1" i="1" dirty="0">
              <a:latin typeface="Times New Roman" panose="02020603050405020304" pitchFamily="18" charset="0"/>
              <a:cs typeface="Times New Roman" panose="02020603050405020304" pitchFamily="18" charset="0"/>
            </a:endParaRPr>
          </a:p>
        </p:txBody>
      </p:sp>
      <p:sp>
        <p:nvSpPr>
          <p:cNvPr id="6" name="ZoneTexte 5">
            <a:extLst>
              <a:ext uri="{FF2B5EF4-FFF2-40B4-BE49-F238E27FC236}">
                <a16:creationId xmlns:a16="http://schemas.microsoft.com/office/drawing/2014/main" id="{F1F2D1D4-0B7F-85E7-0BBE-4647868B60C5}"/>
              </a:ext>
            </a:extLst>
          </p:cNvPr>
          <p:cNvSpPr txBox="1"/>
          <p:nvPr/>
        </p:nvSpPr>
        <p:spPr>
          <a:xfrm>
            <a:off x="8598688" y="2122977"/>
            <a:ext cx="3661706" cy="954107"/>
          </a:xfrm>
          <a:prstGeom prst="rect">
            <a:avLst/>
          </a:prstGeom>
          <a:noFill/>
        </p:spPr>
        <p:txBody>
          <a:bodyPr wrap="square" rtlCol="0">
            <a:spAutoFit/>
          </a:bodyPr>
          <a:lstStyle/>
          <a:p>
            <a:pPr algn="ctr"/>
            <a:r>
              <a:rPr lang="fr-FR" sz="1400" dirty="0">
                <a:latin typeface="Times New Roman" panose="02020603050405020304" pitchFamily="18" charset="0"/>
                <a:cs typeface="Times New Roman" panose="02020603050405020304" pitchFamily="18" charset="0"/>
              </a:rPr>
              <a:t>Adresse : Lot II W 23 Antananarivo 101</a:t>
            </a:r>
          </a:p>
          <a:p>
            <a:pPr algn="ctr"/>
            <a:r>
              <a:rPr lang="fr-FR" sz="1400" dirty="0">
                <a:latin typeface="Times New Roman" panose="02020603050405020304" pitchFamily="18" charset="0"/>
                <a:cs typeface="Times New Roman" panose="02020603050405020304" pitchFamily="18" charset="0"/>
              </a:rPr>
              <a:t>Tel : 034 01 212 72 / 033 11 147 71</a:t>
            </a:r>
          </a:p>
          <a:p>
            <a:pPr algn="ctr"/>
            <a:r>
              <a:rPr lang="fr-FR" sz="1400" dirty="0">
                <a:latin typeface="Times New Roman" panose="02020603050405020304" pitchFamily="18" charset="0"/>
                <a:cs typeface="Times New Roman" panose="02020603050405020304" pitchFamily="18" charset="0"/>
              </a:rPr>
              <a:t>Email : </a:t>
            </a:r>
            <a:r>
              <a:rPr lang="fr-FR" sz="1400" dirty="0">
                <a:latin typeface="Times New Roman" panose="02020603050405020304" pitchFamily="18" charset="0"/>
                <a:cs typeface="Times New Roman" panose="02020603050405020304" pitchFamily="18" charset="0"/>
                <a:hlinkClick r:id="rId6"/>
              </a:rPr>
              <a:t>espbig2@gmail.com</a:t>
            </a:r>
            <a:endParaRPr lang="fr-FR" sz="1400" dirty="0">
              <a:latin typeface="Times New Roman" panose="02020603050405020304" pitchFamily="18" charset="0"/>
              <a:cs typeface="Times New Roman" panose="02020603050405020304" pitchFamily="18" charset="0"/>
            </a:endParaRPr>
          </a:p>
          <a:p>
            <a:pPr algn="ctr"/>
            <a:r>
              <a:rPr lang="fr-FR" sz="1400" dirty="0">
                <a:latin typeface="Times New Roman" panose="02020603050405020304" pitchFamily="18" charset="0"/>
                <a:cs typeface="Times New Roman" panose="02020603050405020304" pitchFamily="18" charset="0"/>
              </a:rPr>
              <a:t>Site : www.esp-big.com</a:t>
            </a:r>
          </a:p>
        </p:txBody>
      </p:sp>
      <p:sp>
        <p:nvSpPr>
          <p:cNvPr id="12" name="Text 3">
            <a:extLst>
              <a:ext uri="{FF2B5EF4-FFF2-40B4-BE49-F238E27FC236}">
                <a16:creationId xmlns:a16="http://schemas.microsoft.com/office/drawing/2014/main" id="{6419181A-D78B-AB90-474C-36D2C09C1B02}"/>
              </a:ext>
            </a:extLst>
          </p:cNvPr>
          <p:cNvSpPr txBox="1"/>
          <p:nvPr/>
        </p:nvSpPr>
        <p:spPr>
          <a:xfrm>
            <a:off x="258463" y="5766649"/>
            <a:ext cx="4813447" cy="731520"/>
          </a:xfrm>
          <a:prstGeom prst="rect">
            <a:avLst/>
          </a:prstGeom>
          <a:noFill/>
          <a:ln/>
        </p:spPr>
        <p:txBody>
          <a:bodyPr wrap="square" lIns="0" tIns="0" rIns="0" bIns="0" rtlCol="0" anchor="ctr"/>
          <a:lstStyle/>
          <a:p>
            <a:pPr marL="0" indent="0">
              <a:buNone/>
            </a:pPr>
            <a:r>
              <a:rPr lang="en-US" sz="1600" b="1" i="1" dirty="0" err="1">
                <a:solidFill>
                  <a:schemeClr val="bg2">
                    <a:lumMod val="10000"/>
                  </a:schemeClr>
                </a:solidFill>
              </a:rPr>
              <a:t>Présenté</a:t>
            </a:r>
            <a:r>
              <a:rPr lang="en-US" sz="1600" b="1" i="1" dirty="0">
                <a:solidFill>
                  <a:schemeClr val="bg2">
                    <a:lumMod val="10000"/>
                  </a:schemeClr>
                </a:solidFill>
              </a:rPr>
              <a:t> par : Rafalimanana Ny Harena </a:t>
            </a:r>
            <a:r>
              <a:rPr lang="en-US" sz="1600" b="1" i="1" dirty="0" err="1">
                <a:solidFill>
                  <a:schemeClr val="bg2">
                    <a:lumMod val="10000"/>
                  </a:schemeClr>
                </a:solidFill>
              </a:rPr>
              <a:t>Nohavinstsoa</a:t>
            </a:r>
            <a:endParaRPr lang="en-US" sz="1600" b="1" i="1" dirty="0">
              <a:solidFill>
                <a:schemeClr val="bg2">
                  <a:lumMod val="10000"/>
                </a:schemeClr>
              </a:solidFill>
            </a:endParaRPr>
          </a:p>
          <a:p>
            <a:pPr marL="0" indent="0">
              <a:buNone/>
            </a:pPr>
            <a:r>
              <a:rPr lang="en-US" sz="1600" b="1" i="1" dirty="0">
                <a:solidFill>
                  <a:schemeClr val="bg2">
                    <a:lumMod val="10000"/>
                  </a:schemeClr>
                </a:solidFill>
              </a:rPr>
              <a:t>Mention : Informatique</a:t>
            </a:r>
          </a:p>
          <a:p>
            <a:pPr marL="0" indent="0">
              <a:buNone/>
            </a:pPr>
            <a:r>
              <a:rPr lang="en-US" sz="1600" b="1" i="1" dirty="0" err="1">
                <a:solidFill>
                  <a:schemeClr val="bg2">
                    <a:lumMod val="10000"/>
                  </a:schemeClr>
                </a:solidFill>
              </a:rPr>
              <a:t>Parcours</a:t>
            </a:r>
            <a:r>
              <a:rPr lang="en-US" sz="1600" b="1" i="1" dirty="0">
                <a:solidFill>
                  <a:schemeClr val="bg2">
                    <a:lumMod val="10000"/>
                  </a:schemeClr>
                </a:solidFill>
              </a:rPr>
              <a:t> : Génie </a:t>
            </a:r>
            <a:r>
              <a:rPr lang="en-US" sz="1600" b="1" i="1" dirty="0" err="1">
                <a:solidFill>
                  <a:schemeClr val="bg2">
                    <a:lumMod val="10000"/>
                  </a:schemeClr>
                </a:solidFill>
              </a:rPr>
              <a:t>Logiciel</a:t>
            </a:r>
            <a:r>
              <a:rPr lang="en-US" sz="1600" b="1" i="1" dirty="0">
                <a:solidFill>
                  <a:schemeClr val="bg2">
                    <a:lumMod val="10000"/>
                  </a:schemeClr>
                </a:solidFill>
              </a:rPr>
              <a:t> (GL)</a:t>
            </a:r>
          </a:p>
          <a:p>
            <a:pPr marL="0" indent="0">
              <a:buNone/>
            </a:pPr>
            <a:r>
              <a:rPr lang="en-US" sz="1600" b="1" i="1" dirty="0">
                <a:solidFill>
                  <a:schemeClr val="bg2">
                    <a:lumMod val="10000"/>
                  </a:schemeClr>
                </a:solidFill>
              </a:rPr>
              <a:t>Cycle : 1er</a:t>
            </a:r>
          </a:p>
        </p:txBody>
      </p:sp>
      <p:sp>
        <p:nvSpPr>
          <p:cNvPr id="14" name="Slide Number Placeholder 0">
            <a:extLst>
              <a:ext uri="{FF2B5EF4-FFF2-40B4-BE49-F238E27FC236}">
                <a16:creationId xmlns:a16="http://schemas.microsoft.com/office/drawing/2014/main" id="{19024135-45DF-61D2-ABAD-E1CC12EC1130}"/>
              </a:ext>
            </a:extLst>
          </p:cNvPr>
          <p:cNvSpPr txBox="1">
            <a:spLocks/>
          </p:cNvSpPr>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7021451-1387-4CA6-816F-3879F97B5CBC}" type="slidenum">
              <a:rPr lang="en-US" smtClean="0"/>
              <a:pPr algn="r"/>
              <a:t>1</a:t>
            </a:fld>
            <a:endParaRPr lang="en-US" dirty="0"/>
          </a:p>
        </p:txBody>
      </p:sp>
    </p:spTree>
    <p:extLst>
      <p:ext uri="{BB962C8B-B14F-4D97-AF65-F5344CB8AC3E}">
        <p14:creationId xmlns:p14="http://schemas.microsoft.com/office/powerpoint/2010/main" val="219075232"/>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6000">
        <p15:prstTrans prst="curtains"/>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828800"/>
            <a:ext cx="7863840" cy="2011680"/>
          </a:xfrm>
          <a:prstGeom prst="rect">
            <a:avLst/>
          </a:prstGeom>
          <a:noFill/>
          <a:ln/>
        </p:spPr>
        <p:txBody>
          <a:bodyPr wrap="square" lIns="0" tIns="0" rIns="0" bIns="0" rtlCol="0" anchor="t"/>
          <a:lstStyle/>
          <a:p>
            <a:pPr marL="0" indent="0" algn="l">
              <a:buNone/>
            </a:pPr>
            <a:r>
              <a:rPr lang="en-US" sz="4000" b="1" dirty="0">
                <a:solidFill>
                  <a:schemeClr val="bg1"/>
                </a:solidFill>
              </a:rPr>
              <a:t>Conception et développement d'une application de gestion d'assurance automobile</a:t>
            </a:r>
            <a:endParaRPr lang="en-US" sz="4000" dirty="0"/>
          </a:p>
        </p:txBody>
      </p:sp>
      <p:sp>
        <p:nvSpPr>
          <p:cNvPr id="3" name="Text 0"/>
          <p:cNvSpPr>
            <a:spLocks noGrp="1"/>
          </p:cNvSpPr>
          <p:nvPr>
            <p:ph type="body" idx="101" hasCustomPrompt="1"/>
          </p:nvPr>
        </p:nvSpPr>
        <p:spPr>
          <a:xfrm>
            <a:off x="731520" y="4023360"/>
            <a:ext cx="1783080" cy="420624"/>
          </a:xfrm>
          <a:prstGeom prst="rect">
            <a:avLst/>
          </a:prstGeom>
          <a:noFill/>
          <a:ln/>
        </p:spPr>
        <p:txBody>
          <a:bodyPr wrap="square" lIns="0" tIns="0" rIns="0" bIns="0" rtlCol="0" anchor="t"/>
          <a:lstStyle/>
          <a:p>
            <a:pPr marL="0" indent="0" algn="l">
              <a:buNone/>
            </a:pPr>
            <a:r>
              <a:rPr lang="en-US" sz="2200" dirty="0">
                <a:solidFill>
                  <a:schemeClr val="accent1"/>
                </a:solidFill>
              </a:rPr>
              <a:t>AUXIASSUR</a:t>
            </a:r>
            <a:endParaRPr lang="en-US" sz="2200" dirty="0"/>
          </a:p>
        </p:txBody>
      </p:sp>
      <p:sp>
        <p:nvSpPr>
          <p:cNvPr id="4" name="Pastille titre"/>
          <p:cNvSpPr/>
          <p:nvPr/>
        </p:nvSpPr>
        <p:spPr>
          <a:xfrm>
            <a:off x="9144000" y="1920240"/>
            <a:ext cx="2377440" cy="2377440"/>
          </a:xfrm>
          <a:prstGeom prst="ellipse">
            <a:avLst/>
          </a:prstGeom>
          <a:solidFill>
            <a:schemeClr val="accent2"/>
          </a:solidFill>
          <a:ln w="12700">
            <a:solidFill>
              <a:schemeClr val="accent2"/>
            </a:solidFill>
            <a:prstDash val="solid"/>
          </a:ln>
        </p:spPr>
      </p:sp>
      <p:pic>
        <p:nvPicPr>
          <p:cNvPr id="5" name="Image 0" descr="Voiture"/>
          <p:cNvPicPr>
            <a:picLocks noChangeAspect="1"/>
          </p:cNvPicPr>
          <p:nvPr/>
        </p:nvPicPr>
        <p:blipFill>
          <a:blip r:embed="rId3"/>
          <a:stretch>
            <a:fillRect/>
          </a:stretch>
        </p:blipFill>
        <p:spPr>
          <a:xfrm>
            <a:off x="9784080" y="2560320"/>
            <a:ext cx="1097280" cy="1097280"/>
          </a:xfrm>
          <a:prstGeom prst="rect">
            <a:avLst/>
          </a:prstGeom>
        </p:spPr>
      </p:pic>
      <p:sp>
        <p:nvSpPr>
          <p:cNvPr id="8" name="Slide Number Placeholder 0">
            <a:extLst>
              <a:ext uri="{FF2B5EF4-FFF2-40B4-BE49-F238E27FC236}">
                <a16:creationId xmlns:a16="http://schemas.microsoft.com/office/drawing/2014/main" id="{86B2DEB6-7F62-C71B-2B78-E8A12A7F215E}"/>
              </a:ext>
            </a:extLst>
          </p:cNvPr>
          <p:cNvSpPr txBox="1">
            <a:spLocks/>
          </p:cNvSpPr>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7021451-1387-4CA6-816F-3879F97B5CBC}" type="slidenum">
              <a:rPr lang="en-US" smtClean="0">
                <a:solidFill>
                  <a:schemeClr val="bg1"/>
                </a:solidFill>
              </a:rPr>
              <a:pPr algn="r"/>
              <a:t>2</a:t>
            </a:fld>
            <a:endParaRPr lang="en-US" dirty="0">
              <a:solidFill>
                <a:schemeClr val="bg1"/>
              </a:solidFill>
            </a:endParaRPr>
          </a:p>
        </p:txBody>
      </p:sp>
    </p:spTree>
  </p:cSld>
  <p:clrMapOvr>
    <a:masterClrMapping/>
  </p:clrMapOvr>
  <p:transition spd="med">
    <p:pull/>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91715-36D0-07F2-A234-9E0531C61EEA}"/>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1504B3F-BC07-3252-179A-86510CA254CD}"/>
              </a:ext>
            </a:extLst>
          </p:cNvPr>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Plan de la présentation</a:t>
            </a:r>
            <a:endParaRPr lang="en-US" sz="3400" dirty="0"/>
          </a:p>
        </p:txBody>
      </p:sp>
      <p:sp>
        <p:nvSpPr>
          <p:cNvPr id="7" name="Text 4">
            <a:extLst>
              <a:ext uri="{FF2B5EF4-FFF2-40B4-BE49-F238E27FC236}">
                <a16:creationId xmlns:a16="http://schemas.microsoft.com/office/drawing/2014/main" id="{47CDD2DE-5496-B5DB-1445-8C8E65EB9D64}"/>
              </a:ext>
            </a:extLst>
          </p:cNvPr>
          <p:cNvSpPr txBox="1"/>
          <p:nvPr/>
        </p:nvSpPr>
        <p:spPr>
          <a:xfrm>
            <a:off x="822960" y="4069080"/>
            <a:ext cx="2057400" cy="1554480"/>
          </a:xfrm>
          <a:prstGeom prst="rect">
            <a:avLst/>
          </a:prstGeom>
          <a:noFill/>
          <a:ln/>
        </p:spPr>
        <p:txBody>
          <a:bodyPr wrap="square" lIns="0" tIns="0" rIns="0" bIns="0" rtlCol="0" anchor="t"/>
          <a:lstStyle/>
          <a:p>
            <a:pPr marL="0" indent="0">
              <a:buNone/>
            </a:pPr>
            <a:r>
              <a:rPr lang="en-US" sz="1400" dirty="0">
                <a:solidFill>
                  <a:schemeClr val="bg1"/>
                </a:solidFill>
              </a:rPr>
              <a:t>Contexte et problématique</a:t>
            </a:r>
            <a:endParaRPr lang="en-US" sz="1400" dirty="0"/>
          </a:p>
        </p:txBody>
      </p:sp>
      <p:sp>
        <p:nvSpPr>
          <p:cNvPr id="8" name="Card Étude préalable">
            <a:extLst>
              <a:ext uri="{FF2B5EF4-FFF2-40B4-BE49-F238E27FC236}">
                <a16:creationId xmlns:a16="http://schemas.microsoft.com/office/drawing/2014/main" id="{B89072EC-1AF0-529E-7CFD-739D039AB91C}"/>
              </a:ext>
            </a:extLst>
          </p:cNvPr>
          <p:cNvSpPr/>
          <p:nvPr/>
        </p:nvSpPr>
        <p:spPr>
          <a:xfrm>
            <a:off x="939281" y="7180461"/>
            <a:ext cx="2606040" cy="4206240"/>
          </a:xfrm>
          <a:prstGeom prst="roundRect">
            <a:avLst>
              <a:gd name="adj" fmla="val 4211"/>
            </a:avLst>
          </a:prstGeom>
          <a:solidFill>
            <a:schemeClr val="bg2"/>
          </a:solidFill>
          <a:ln w="12700">
            <a:solidFill>
              <a:schemeClr val="bg2"/>
            </a:solidFill>
            <a:prstDash val="solid"/>
          </a:ln>
        </p:spPr>
      </p:sp>
      <p:sp>
        <p:nvSpPr>
          <p:cNvPr id="9" name="Text 6">
            <a:extLst>
              <a:ext uri="{FF2B5EF4-FFF2-40B4-BE49-F238E27FC236}">
                <a16:creationId xmlns:a16="http://schemas.microsoft.com/office/drawing/2014/main" id="{79806DA1-F588-710E-03B0-93064249B06C}"/>
              </a:ext>
            </a:extLst>
          </p:cNvPr>
          <p:cNvSpPr txBox="1"/>
          <p:nvPr/>
        </p:nvSpPr>
        <p:spPr>
          <a:xfrm>
            <a:off x="1213601" y="7363341"/>
            <a:ext cx="2057400" cy="1280160"/>
          </a:xfrm>
          <a:prstGeom prst="rect">
            <a:avLst/>
          </a:prstGeom>
          <a:noFill/>
          <a:ln/>
        </p:spPr>
        <p:txBody>
          <a:bodyPr wrap="square" lIns="0" tIns="0" rIns="0" bIns="0" rtlCol="0" anchor="ctr"/>
          <a:lstStyle/>
          <a:p>
            <a:pPr marL="0" indent="0">
              <a:buNone/>
            </a:pPr>
            <a:r>
              <a:rPr lang="en-US" sz="6600" b="1" dirty="0">
                <a:solidFill>
                  <a:schemeClr val="accent2"/>
                </a:solidFill>
                <a:latin typeface="Cambria" pitchFamily="34" charset="0"/>
                <a:ea typeface="Cambria" pitchFamily="34" charset="-122"/>
                <a:cs typeface="Cambria" pitchFamily="34" charset="-120"/>
              </a:rPr>
              <a:t>1</a:t>
            </a:r>
            <a:endParaRPr lang="en-US" sz="6600" dirty="0"/>
          </a:p>
        </p:txBody>
      </p:sp>
      <p:sp>
        <p:nvSpPr>
          <p:cNvPr id="10" name="Text 7">
            <a:extLst>
              <a:ext uri="{FF2B5EF4-FFF2-40B4-BE49-F238E27FC236}">
                <a16:creationId xmlns:a16="http://schemas.microsoft.com/office/drawing/2014/main" id="{1C6BF201-F3AE-4C0E-BC93-03A7532662D8}"/>
              </a:ext>
            </a:extLst>
          </p:cNvPr>
          <p:cNvSpPr txBox="1"/>
          <p:nvPr/>
        </p:nvSpPr>
        <p:spPr>
          <a:xfrm>
            <a:off x="1213601" y="8826381"/>
            <a:ext cx="2057400" cy="731520"/>
          </a:xfrm>
          <a:prstGeom prst="rect">
            <a:avLst/>
          </a:prstGeom>
          <a:noFill/>
          <a:ln/>
        </p:spPr>
        <p:txBody>
          <a:bodyPr wrap="square" lIns="0" tIns="0" rIns="0" bIns="0" rtlCol="0" anchor="t"/>
          <a:lstStyle/>
          <a:p>
            <a:pPr marL="0" indent="0">
              <a:buNone/>
            </a:pPr>
            <a:r>
              <a:rPr lang="en-US" sz="2000" b="1" dirty="0">
                <a:solidFill>
                  <a:schemeClr val="tx2"/>
                </a:solidFill>
              </a:rPr>
              <a:t>Étude préalable</a:t>
            </a:r>
            <a:endParaRPr lang="en-US" sz="2000" dirty="0"/>
          </a:p>
        </p:txBody>
      </p:sp>
      <p:sp>
        <p:nvSpPr>
          <p:cNvPr id="11" name="Text 8">
            <a:extLst>
              <a:ext uri="{FF2B5EF4-FFF2-40B4-BE49-F238E27FC236}">
                <a16:creationId xmlns:a16="http://schemas.microsoft.com/office/drawing/2014/main" id="{944A0D8F-2484-3BFF-2985-C06F4E1445B7}"/>
              </a:ext>
            </a:extLst>
          </p:cNvPr>
          <p:cNvSpPr txBox="1"/>
          <p:nvPr/>
        </p:nvSpPr>
        <p:spPr>
          <a:xfrm>
            <a:off x="1213601" y="9603621"/>
            <a:ext cx="2057400" cy="1554480"/>
          </a:xfrm>
          <a:prstGeom prst="rect">
            <a:avLst/>
          </a:prstGeom>
          <a:noFill/>
          <a:ln/>
        </p:spPr>
        <p:txBody>
          <a:bodyPr wrap="square" lIns="0" tIns="0" rIns="0" bIns="0" rtlCol="0" anchor="t"/>
          <a:lstStyle/>
          <a:p>
            <a:pPr marL="0" indent="0">
              <a:buNone/>
            </a:pPr>
            <a:r>
              <a:rPr lang="en-US" sz="1400" dirty="0">
                <a:solidFill>
                  <a:schemeClr val="tx1"/>
                </a:solidFill>
              </a:rPr>
              <a:t>Société, existant, proposition de solution, solution retenue</a:t>
            </a:r>
            <a:endParaRPr lang="en-US" sz="1400" dirty="0"/>
          </a:p>
        </p:txBody>
      </p:sp>
      <p:sp>
        <p:nvSpPr>
          <p:cNvPr id="12" name="Card Étude détaillée">
            <a:extLst>
              <a:ext uri="{FF2B5EF4-FFF2-40B4-BE49-F238E27FC236}">
                <a16:creationId xmlns:a16="http://schemas.microsoft.com/office/drawing/2014/main" id="{C0FE3AD0-16D1-7C56-2E31-27196D792D21}"/>
              </a:ext>
            </a:extLst>
          </p:cNvPr>
          <p:cNvSpPr/>
          <p:nvPr/>
        </p:nvSpPr>
        <p:spPr>
          <a:xfrm>
            <a:off x="4668543" y="9923667"/>
            <a:ext cx="2606040" cy="4206240"/>
          </a:xfrm>
          <a:prstGeom prst="roundRect">
            <a:avLst>
              <a:gd name="adj" fmla="val 4211"/>
            </a:avLst>
          </a:prstGeom>
          <a:solidFill>
            <a:schemeClr val="bg2"/>
          </a:solidFill>
          <a:ln w="12700">
            <a:solidFill>
              <a:schemeClr val="bg2"/>
            </a:solidFill>
            <a:prstDash val="solid"/>
          </a:ln>
        </p:spPr>
      </p:sp>
      <p:sp>
        <p:nvSpPr>
          <p:cNvPr id="13" name="Text 10">
            <a:extLst>
              <a:ext uri="{FF2B5EF4-FFF2-40B4-BE49-F238E27FC236}">
                <a16:creationId xmlns:a16="http://schemas.microsoft.com/office/drawing/2014/main" id="{9B42533F-F605-2B19-E13E-D497CEB78A71}"/>
              </a:ext>
            </a:extLst>
          </p:cNvPr>
          <p:cNvSpPr txBox="1"/>
          <p:nvPr/>
        </p:nvSpPr>
        <p:spPr>
          <a:xfrm>
            <a:off x="4942863" y="10106547"/>
            <a:ext cx="2057400" cy="1280160"/>
          </a:xfrm>
          <a:prstGeom prst="rect">
            <a:avLst/>
          </a:prstGeom>
          <a:noFill/>
          <a:ln/>
        </p:spPr>
        <p:txBody>
          <a:bodyPr wrap="square" lIns="0" tIns="0" rIns="0" bIns="0" rtlCol="0" anchor="ctr"/>
          <a:lstStyle/>
          <a:p>
            <a:pPr marL="0" indent="0">
              <a:buNone/>
            </a:pPr>
            <a:r>
              <a:rPr lang="en-US" sz="6600" b="1" dirty="0">
                <a:solidFill>
                  <a:schemeClr val="accent2"/>
                </a:solidFill>
                <a:latin typeface="Cambria" pitchFamily="34" charset="0"/>
                <a:ea typeface="Cambria" pitchFamily="34" charset="-122"/>
                <a:cs typeface="Cambria" pitchFamily="34" charset="-120"/>
              </a:rPr>
              <a:t>2</a:t>
            </a:r>
            <a:endParaRPr lang="en-US" sz="6600" dirty="0"/>
          </a:p>
        </p:txBody>
      </p:sp>
      <p:sp>
        <p:nvSpPr>
          <p:cNvPr id="14" name="Text 11">
            <a:extLst>
              <a:ext uri="{FF2B5EF4-FFF2-40B4-BE49-F238E27FC236}">
                <a16:creationId xmlns:a16="http://schemas.microsoft.com/office/drawing/2014/main" id="{BC6F9D5E-CEEE-9E39-594D-501E6F4FDAE0}"/>
              </a:ext>
            </a:extLst>
          </p:cNvPr>
          <p:cNvSpPr txBox="1"/>
          <p:nvPr/>
        </p:nvSpPr>
        <p:spPr>
          <a:xfrm>
            <a:off x="4942863" y="11569587"/>
            <a:ext cx="2057400" cy="731520"/>
          </a:xfrm>
          <a:prstGeom prst="rect">
            <a:avLst/>
          </a:prstGeom>
          <a:noFill/>
          <a:ln/>
        </p:spPr>
        <p:txBody>
          <a:bodyPr wrap="square" lIns="0" tIns="0" rIns="0" bIns="0" rtlCol="0" anchor="t"/>
          <a:lstStyle/>
          <a:p>
            <a:pPr marL="0" indent="0">
              <a:buNone/>
            </a:pPr>
            <a:r>
              <a:rPr lang="en-US" sz="2000" b="1" dirty="0">
                <a:solidFill>
                  <a:schemeClr val="tx2"/>
                </a:solidFill>
              </a:rPr>
              <a:t>Étude détaillée</a:t>
            </a:r>
            <a:endParaRPr lang="en-US" sz="2000" dirty="0"/>
          </a:p>
        </p:txBody>
      </p:sp>
      <p:sp>
        <p:nvSpPr>
          <p:cNvPr id="15" name="Text 12">
            <a:extLst>
              <a:ext uri="{FF2B5EF4-FFF2-40B4-BE49-F238E27FC236}">
                <a16:creationId xmlns:a16="http://schemas.microsoft.com/office/drawing/2014/main" id="{92B7A08E-20E0-6EE0-CCEE-04BCFE760AD9}"/>
              </a:ext>
            </a:extLst>
          </p:cNvPr>
          <p:cNvSpPr txBox="1"/>
          <p:nvPr/>
        </p:nvSpPr>
        <p:spPr>
          <a:xfrm>
            <a:off x="4942863" y="12346827"/>
            <a:ext cx="2057400" cy="1554480"/>
          </a:xfrm>
          <a:prstGeom prst="rect">
            <a:avLst/>
          </a:prstGeom>
          <a:noFill/>
          <a:ln/>
        </p:spPr>
        <p:txBody>
          <a:bodyPr wrap="square" lIns="0" tIns="0" rIns="0" bIns="0" rtlCol="0" anchor="t"/>
          <a:lstStyle/>
          <a:p>
            <a:pPr marL="0" indent="0">
              <a:buNone/>
            </a:pPr>
            <a:r>
              <a:rPr lang="en-US" sz="1400" dirty="0">
                <a:solidFill>
                  <a:schemeClr val="tx1"/>
                </a:solidFill>
              </a:rPr>
              <a:t>Diagrammes UML : cas d'utilisation, séquence, activité, classes</a:t>
            </a:r>
            <a:endParaRPr lang="en-US" sz="1400" dirty="0"/>
          </a:p>
        </p:txBody>
      </p:sp>
      <p:sp>
        <p:nvSpPr>
          <p:cNvPr id="16" name="Card Réalisation">
            <a:extLst>
              <a:ext uri="{FF2B5EF4-FFF2-40B4-BE49-F238E27FC236}">
                <a16:creationId xmlns:a16="http://schemas.microsoft.com/office/drawing/2014/main" id="{CD6B118B-A18D-C1B8-919A-508C233D8300}"/>
              </a:ext>
            </a:extLst>
          </p:cNvPr>
          <p:cNvSpPr/>
          <p:nvPr/>
        </p:nvSpPr>
        <p:spPr>
          <a:xfrm>
            <a:off x="8397805" y="12548010"/>
            <a:ext cx="2606040" cy="4206240"/>
          </a:xfrm>
          <a:prstGeom prst="roundRect">
            <a:avLst>
              <a:gd name="adj" fmla="val 4211"/>
            </a:avLst>
          </a:prstGeom>
          <a:solidFill>
            <a:schemeClr val="tx2"/>
          </a:solidFill>
          <a:ln w="12700">
            <a:solidFill>
              <a:schemeClr val="tx2"/>
            </a:solidFill>
            <a:prstDash val="solid"/>
          </a:ln>
        </p:spPr>
      </p:sp>
      <p:sp>
        <p:nvSpPr>
          <p:cNvPr id="17" name="Text 14">
            <a:extLst>
              <a:ext uri="{FF2B5EF4-FFF2-40B4-BE49-F238E27FC236}">
                <a16:creationId xmlns:a16="http://schemas.microsoft.com/office/drawing/2014/main" id="{6092D84D-D917-83A1-00C7-0FE1AB4370EE}"/>
              </a:ext>
            </a:extLst>
          </p:cNvPr>
          <p:cNvSpPr txBox="1"/>
          <p:nvPr/>
        </p:nvSpPr>
        <p:spPr>
          <a:xfrm>
            <a:off x="8672125" y="12730890"/>
            <a:ext cx="2057400" cy="1280160"/>
          </a:xfrm>
          <a:prstGeom prst="rect">
            <a:avLst/>
          </a:prstGeom>
          <a:noFill/>
          <a:ln/>
        </p:spPr>
        <p:txBody>
          <a:bodyPr wrap="square" lIns="0" tIns="0" rIns="0" bIns="0" rtlCol="0" anchor="ctr"/>
          <a:lstStyle/>
          <a:p>
            <a:pPr marL="0" indent="0">
              <a:buNone/>
            </a:pPr>
            <a:r>
              <a:rPr lang="en-US" sz="6600" b="1" dirty="0">
                <a:solidFill>
                  <a:schemeClr val="accent1"/>
                </a:solidFill>
                <a:latin typeface="Cambria" pitchFamily="34" charset="0"/>
                <a:ea typeface="Cambria" pitchFamily="34" charset="-122"/>
                <a:cs typeface="Cambria" pitchFamily="34" charset="-120"/>
              </a:rPr>
              <a:t>3</a:t>
            </a:r>
            <a:endParaRPr lang="en-US" sz="6600" dirty="0"/>
          </a:p>
        </p:txBody>
      </p:sp>
      <p:sp>
        <p:nvSpPr>
          <p:cNvPr id="18" name="Text 15">
            <a:extLst>
              <a:ext uri="{FF2B5EF4-FFF2-40B4-BE49-F238E27FC236}">
                <a16:creationId xmlns:a16="http://schemas.microsoft.com/office/drawing/2014/main" id="{83E1A24D-59EC-7E83-BBD0-FD8B3FAE9244}"/>
              </a:ext>
            </a:extLst>
          </p:cNvPr>
          <p:cNvSpPr txBox="1"/>
          <p:nvPr/>
        </p:nvSpPr>
        <p:spPr>
          <a:xfrm>
            <a:off x="8672125" y="14193930"/>
            <a:ext cx="2057400" cy="731520"/>
          </a:xfrm>
          <a:prstGeom prst="rect">
            <a:avLst/>
          </a:prstGeom>
          <a:noFill/>
          <a:ln/>
        </p:spPr>
        <p:txBody>
          <a:bodyPr wrap="square" lIns="0" tIns="0" rIns="0" bIns="0" rtlCol="0" anchor="t"/>
          <a:lstStyle/>
          <a:p>
            <a:pPr marL="0" indent="0">
              <a:buNone/>
            </a:pPr>
            <a:r>
              <a:rPr lang="en-US" sz="2000" b="1" dirty="0">
                <a:solidFill>
                  <a:schemeClr val="bg1"/>
                </a:solidFill>
              </a:rPr>
              <a:t>Réalisation</a:t>
            </a:r>
            <a:endParaRPr lang="en-US" sz="2000" dirty="0"/>
          </a:p>
        </p:txBody>
      </p:sp>
      <p:sp>
        <p:nvSpPr>
          <p:cNvPr id="19" name="Text 16">
            <a:extLst>
              <a:ext uri="{FF2B5EF4-FFF2-40B4-BE49-F238E27FC236}">
                <a16:creationId xmlns:a16="http://schemas.microsoft.com/office/drawing/2014/main" id="{0946A822-7518-C095-94A3-A316608EF44C}"/>
              </a:ext>
            </a:extLst>
          </p:cNvPr>
          <p:cNvSpPr txBox="1"/>
          <p:nvPr/>
        </p:nvSpPr>
        <p:spPr>
          <a:xfrm>
            <a:off x="8672125" y="14971170"/>
            <a:ext cx="2057400" cy="1554480"/>
          </a:xfrm>
          <a:prstGeom prst="rect">
            <a:avLst/>
          </a:prstGeom>
          <a:noFill/>
          <a:ln/>
        </p:spPr>
        <p:txBody>
          <a:bodyPr wrap="square" lIns="0" tIns="0" rIns="0" bIns="0" rtlCol="0" anchor="t"/>
          <a:lstStyle/>
          <a:p>
            <a:pPr marL="0" indent="0">
              <a:buNone/>
            </a:pPr>
            <a:r>
              <a:rPr lang="en-US" sz="1400" dirty="0">
                <a:solidFill>
                  <a:schemeClr val="bg1"/>
                </a:solidFill>
              </a:rPr>
              <a:t>Démonstration de l'application</a:t>
            </a:r>
            <a:endParaRPr lang="en-US" sz="1400" dirty="0"/>
          </a:p>
        </p:txBody>
      </p:sp>
      <p:sp>
        <p:nvSpPr>
          <p:cNvPr id="25" name="Slide Number Placeholder 0">
            <a:extLst>
              <a:ext uri="{FF2B5EF4-FFF2-40B4-BE49-F238E27FC236}">
                <a16:creationId xmlns:a16="http://schemas.microsoft.com/office/drawing/2014/main" id="{08A25FCE-9FB5-16C8-A169-FA3AF06ED905}"/>
              </a:ext>
            </a:extLst>
          </p:cNvPr>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fld id="{F7021451-1387-4CA6-816F-3879F97B5CBC}" type="slidenum">
              <a:rPr lang="en-US" b="0"/>
              <a:t>3</a:t>
            </a:fld>
            <a:endParaRPr lang="en-US"/>
          </a:p>
        </p:txBody>
      </p:sp>
    </p:spTree>
    <p:extLst>
      <p:ext uri="{BB962C8B-B14F-4D97-AF65-F5344CB8AC3E}">
        <p14:creationId xmlns:p14="http://schemas.microsoft.com/office/powerpoint/2010/main" val="843572877"/>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7CD900-B7BA-D445-0284-60472B20C85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F8609CE-7CD4-A3EF-CF27-64F6DFFF69C8}"/>
              </a:ext>
            </a:extLst>
          </p:cNvPr>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Plan de la présentation</a:t>
            </a:r>
            <a:endParaRPr lang="en-US" sz="3400" dirty="0"/>
          </a:p>
        </p:txBody>
      </p:sp>
      <p:sp>
        <p:nvSpPr>
          <p:cNvPr id="7" name="Text 4">
            <a:extLst>
              <a:ext uri="{FF2B5EF4-FFF2-40B4-BE49-F238E27FC236}">
                <a16:creationId xmlns:a16="http://schemas.microsoft.com/office/drawing/2014/main" id="{F0642FF2-1155-3C52-D427-9E0D6390C793}"/>
              </a:ext>
            </a:extLst>
          </p:cNvPr>
          <p:cNvSpPr txBox="1"/>
          <p:nvPr/>
        </p:nvSpPr>
        <p:spPr>
          <a:xfrm>
            <a:off x="822960" y="4069080"/>
            <a:ext cx="2057400" cy="1554480"/>
          </a:xfrm>
          <a:prstGeom prst="rect">
            <a:avLst/>
          </a:prstGeom>
          <a:noFill/>
          <a:ln/>
        </p:spPr>
        <p:txBody>
          <a:bodyPr wrap="square" lIns="0" tIns="0" rIns="0" bIns="0" rtlCol="0" anchor="t"/>
          <a:lstStyle/>
          <a:p>
            <a:pPr marL="0" indent="0">
              <a:buNone/>
            </a:pPr>
            <a:r>
              <a:rPr lang="en-US" sz="1400" dirty="0">
                <a:solidFill>
                  <a:schemeClr val="bg1"/>
                </a:solidFill>
              </a:rPr>
              <a:t>Contexte et problématique</a:t>
            </a:r>
            <a:endParaRPr lang="en-US" sz="1400" dirty="0"/>
          </a:p>
        </p:txBody>
      </p:sp>
      <p:sp>
        <p:nvSpPr>
          <p:cNvPr id="8" name="Card Étude préalable">
            <a:extLst>
              <a:ext uri="{FF2B5EF4-FFF2-40B4-BE49-F238E27FC236}">
                <a16:creationId xmlns:a16="http://schemas.microsoft.com/office/drawing/2014/main" id="{BBA91165-AF16-C408-D307-AE2790DA034C}"/>
              </a:ext>
            </a:extLst>
          </p:cNvPr>
          <p:cNvSpPr/>
          <p:nvPr/>
        </p:nvSpPr>
        <p:spPr>
          <a:xfrm>
            <a:off x="939281" y="1645920"/>
            <a:ext cx="2606040" cy="4206240"/>
          </a:xfrm>
          <a:prstGeom prst="roundRect">
            <a:avLst>
              <a:gd name="adj" fmla="val 4211"/>
            </a:avLst>
          </a:prstGeom>
          <a:solidFill>
            <a:schemeClr val="bg2"/>
          </a:solidFill>
          <a:ln w="12700">
            <a:solidFill>
              <a:schemeClr val="bg2"/>
            </a:solidFill>
            <a:prstDash val="solid"/>
          </a:ln>
        </p:spPr>
      </p:sp>
      <p:sp>
        <p:nvSpPr>
          <p:cNvPr id="9" name="Text 6">
            <a:extLst>
              <a:ext uri="{FF2B5EF4-FFF2-40B4-BE49-F238E27FC236}">
                <a16:creationId xmlns:a16="http://schemas.microsoft.com/office/drawing/2014/main" id="{9A4131E2-995E-CA63-945A-5BFB786C4173}"/>
              </a:ext>
            </a:extLst>
          </p:cNvPr>
          <p:cNvSpPr txBox="1"/>
          <p:nvPr/>
        </p:nvSpPr>
        <p:spPr>
          <a:xfrm>
            <a:off x="1213601" y="1828800"/>
            <a:ext cx="2057400" cy="1280160"/>
          </a:xfrm>
          <a:prstGeom prst="rect">
            <a:avLst/>
          </a:prstGeom>
          <a:noFill/>
          <a:ln/>
        </p:spPr>
        <p:txBody>
          <a:bodyPr wrap="square" lIns="0" tIns="0" rIns="0" bIns="0" rtlCol="0" anchor="ctr"/>
          <a:lstStyle/>
          <a:p>
            <a:pPr marL="0" indent="0">
              <a:buNone/>
            </a:pPr>
            <a:r>
              <a:rPr lang="en-US" sz="6600" b="1" dirty="0">
                <a:solidFill>
                  <a:schemeClr val="accent2"/>
                </a:solidFill>
                <a:latin typeface="Cambria" pitchFamily="34" charset="0"/>
                <a:ea typeface="Cambria" pitchFamily="34" charset="-122"/>
                <a:cs typeface="Cambria" pitchFamily="34" charset="-120"/>
              </a:rPr>
              <a:t>1</a:t>
            </a:r>
            <a:endParaRPr lang="en-US" sz="6600" dirty="0"/>
          </a:p>
        </p:txBody>
      </p:sp>
      <p:sp>
        <p:nvSpPr>
          <p:cNvPr id="10" name="Text 7">
            <a:extLst>
              <a:ext uri="{FF2B5EF4-FFF2-40B4-BE49-F238E27FC236}">
                <a16:creationId xmlns:a16="http://schemas.microsoft.com/office/drawing/2014/main" id="{63B41282-9851-EF99-BDFB-0F5CA06A93C6}"/>
              </a:ext>
            </a:extLst>
          </p:cNvPr>
          <p:cNvSpPr txBox="1"/>
          <p:nvPr/>
        </p:nvSpPr>
        <p:spPr>
          <a:xfrm>
            <a:off x="1213601" y="3291840"/>
            <a:ext cx="2057400" cy="731520"/>
          </a:xfrm>
          <a:prstGeom prst="rect">
            <a:avLst/>
          </a:prstGeom>
          <a:noFill/>
          <a:ln/>
        </p:spPr>
        <p:txBody>
          <a:bodyPr wrap="square" lIns="0" tIns="0" rIns="0" bIns="0" rtlCol="0" anchor="t"/>
          <a:lstStyle/>
          <a:p>
            <a:pPr marL="0" indent="0">
              <a:buNone/>
            </a:pPr>
            <a:r>
              <a:rPr lang="en-US" sz="2000" b="1" dirty="0">
                <a:solidFill>
                  <a:schemeClr val="tx2"/>
                </a:solidFill>
              </a:rPr>
              <a:t>Étude préalable</a:t>
            </a:r>
            <a:endParaRPr lang="en-US" sz="2000" dirty="0"/>
          </a:p>
        </p:txBody>
      </p:sp>
      <p:sp>
        <p:nvSpPr>
          <p:cNvPr id="11" name="Text 8">
            <a:extLst>
              <a:ext uri="{FF2B5EF4-FFF2-40B4-BE49-F238E27FC236}">
                <a16:creationId xmlns:a16="http://schemas.microsoft.com/office/drawing/2014/main" id="{48CB2DD3-AFCF-724E-FE98-2B155AC27266}"/>
              </a:ext>
            </a:extLst>
          </p:cNvPr>
          <p:cNvSpPr txBox="1"/>
          <p:nvPr/>
        </p:nvSpPr>
        <p:spPr>
          <a:xfrm>
            <a:off x="1213601" y="4069080"/>
            <a:ext cx="2057400" cy="1554480"/>
          </a:xfrm>
          <a:prstGeom prst="rect">
            <a:avLst/>
          </a:prstGeom>
          <a:noFill/>
          <a:ln/>
        </p:spPr>
        <p:txBody>
          <a:bodyPr wrap="square" lIns="0" tIns="0" rIns="0" bIns="0" rtlCol="0" anchor="t"/>
          <a:lstStyle/>
          <a:p>
            <a:pPr marL="0" indent="0">
              <a:buNone/>
            </a:pPr>
            <a:r>
              <a:rPr lang="en-US" sz="1400" dirty="0">
                <a:solidFill>
                  <a:schemeClr val="tx1"/>
                </a:solidFill>
              </a:rPr>
              <a:t>Société, existant, proposition de solution, solution retenue</a:t>
            </a:r>
            <a:endParaRPr lang="en-US" sz="1400" dirty="0"/>
          </a:p>
        </p:txBody>
      </p:sp>
      <p:sp>
        <p:nvSpPr>
          <p:cNvPr id="12" name="Card Étude détaillée">
            <a:extLst>
              <a:ext uri="{FF2B5EF4-FFF2-40B4-BE49-F238E27FC236}">
                <a16:creationId xmlns:a16="http://schemas.microsoft.com/office/drawing/2014/main" id="{AC65A4F6-04EA-CCAF-E007-3426B7DFA8D2}"/>
              </a:ext>
            </a:extLst>
          </p:cNvPr>
          <p:cNvSpPr/>
          <p:nvPr/>
        </p:nvSpPr>
        <p:spPr>
          <a:xfrm>
            <a:off x="4668543" y="1645920"/>
            <a:ext cx="2606040" cy="4206240"/>
          </a:xfrm>
          <a:prstGeom prst="roundRect">
            <a:avLst>
              <a:gd name="adj" fmla="val 4211"/>
            </a:avLst>
          </a:prstGeom>
          <a:solidFill>
            <a:schemeClr val="bg2"/>
          </a:solidFill>
          <a:ln w="12700">
            <a:solidFill>
              <a:schemeClr val="bg2"/>
            </a:solidFill>
            <a:prstDash val="solid"/>
          </a:ln>
        </p:spPr>
      </p:sp>
      <p:sp>
        <p:nvSpPr>
          <p:cNvPr id="13" name="Text 10">
            <a:extLst>
              <a:ext uri="{FF2B5EF4-FFF2-40B4-BE49-F238E27FC236}">
                <a16:creationId xmlns:a16="http://schemas.microsoft.com/office/drawing/2014/main" id="{7F29F1D6-F797-1418-A425-C69F34D7BAB4}"/>
              </a:ext>
            </a:extLst>
          </p:cNvPr>
          <p:cNvSpPr txBox="1"/>
          <p:nvPr/>
        </p:nvSpPr>
        <p:spPr>
          <a:xfrm>
            <a:off x="4942863" y="1828800"/>
            <a:ext cx="2057400" cy="1280160"/>
          </a:xfrm>
          <a:prstGeom prst="rect">
            <a:avLst/>
          </a:prstGeom>
          <a:noFill/>
          <a:ln/>
        </p:spPr>
        <p:txBody>
          <a:bodyPr wrap="square" lIns="0" tIns="0" rIns="0" bIns="0" rtlCol="0" anchor="ctr"/>
          <a:lstStyle/>
          <a:p>
            <a:pPr marL="0" indent="0">
              <a:buNone/>
            </a:pPr>
            <a:r>
              <a:rPr lang="en-US" sz="6600" b="1" dirty="0">
                <a:solidFill>
                  <a:schemeClr val="accent2"/>
                </a:solidFill>
                <a:latin typeface="Cambria" pitchFamily="34" charset="0"/>
                <a:ea typeface="Cambria" pitchFamily="34" charset="-122"/>
                <a:cs typeface="Cambria" pitchFamily="34" charset="-120"/>
              </a:rPr>
              <a:t>2</a:t>
            </a:r>
            <a:endParaRPr lang="en-US" sz="6600" dirty="0"/>
          </a:p>
        </p:txBody>
      </p:sp>
      <p:sp>
        <p:nvSpPr>
          <p:cNvPr id="14" name="Text 11">
            <a:extLst>
              <a:ext uri="{FF2B5EF4-FFF2-40B4-BE49-F238E27FC236}">
                <a16:creationId xmlns:a16="http://schemas.microsoft.com/office/drawing/2014/main" id="{7CDBE593-B4B6-8F60-64F8-491FF8830077}"/>
              </a:ext>
            </a:extLst>
          </p:cNvPr>
          <p:cNvSpPr txBox="1"/>
          <p:nvPr/>
        </p:nvSpPr>
        <p:spPr>
          <a:xfrm>
            <a:off x="4942863" y="3291840"/>
            <a:ext cx="2057400" cy="731520"/>
          </a:xfrm>
          <a:prstGeom prst="rect">
            <a:avLst/>
          </a:prstGeom>
          <a:noFill/>
          <a:ln/>
        </p:spPr>
        <p:txBody>
          <a:bodyPr wrap="square" lIns="0" tIns="0" rIns="0" bIns="0" rtlCol="0" anchor="t"/>
          <a:lstStyle/>
          <a:p>
            <a:pPr marL="0" indent="0">
              <a:buNone/>
            </a:pPr>
            <a:r>
              <a:rPr lang="en-US" sz="2000" b="1" dirty="0">
                <a:solidFill>
                  <a:schemeClr val="tx2"/>
                </a:solidFill>
              </a:rPr>
              <a:t>Étude détaillée</a:t>
            </a:r>
            <a:endParaRPr lang="en-US" sz="2000" dirty="0"/>
          </a:p>
        </p:txBody>
      </p:sp>
      <p:sp>
        <p:nvSpPr>
          <p:cNvPr id="15" name="Text 12">
            <a:extLst>
              <a:ext uri="{FF2B5EF4-FFF2-40B4-BE49-F238E27FC236}">
                <a16:creationId xmlns:a16="http://schemas.microsoft.com/office/drawing/2014/main" id="{3E9936D9-D339-BCF8-370A-06AEE8C1D2C4}"/>
              </a:ext>
            </a:extLst>
          </p:cNvPr>
          <p:cNvSpPr txBox="1"/>
          <p:nvPr/>
        </p:nvSpPr>
        <p:spPr>
          <a:xfrm>
            <a:off x="4942863" y="4069080"/>
            <a:ext cx="2057400" cy="1554480"/>
          </a:xfrm>
          <a:prstGeom prst="rect">
            <a:avLst/>
          </a:prstGeom>
          <a:noFill/>
          <a:ln/>
        </p:spPr>
        <p:txBody>
          <a:bodyPr wrap="square" lIns="0" tIns="0" rIns="0" bIns="0" rtlCol="0" anchor="t"/>
          <a:lstStyle/>
          <a:p>
            <a:pPr marL="0" indent="0">
              <a:buNone/>
            </a:pPr>
            <a:r>
              <a:rPr lang="en-US" sz="1400" dirty="0">
                <a:solidFill>
                  <a:schemeClr val="tx1"/>
                </a:solidFill>
              </a:rPr>
              <a:t>Diagrammes UML : cas d'utilisation, séquence, activité, classes</a:t>
            </a:r>
            <a:endParaRPr lang="en-US" sz="1400" dirty="0"/>
          </a:p>
        </p:txBody>
      </p:sp>
      <p:sp>
        <p:nvSpPr>
          <p:cNvPr id="16" name="Card Réalisation">
            <a:extLst>
              <a:ext uri="{FF2B5EF4-FFF2-40B4-BE49-F238E27FC236}">
                <a16:creationId xmlns:a16="http://schemas.microsoft.com/office/drawing/2014/main" id="{C8FC13BB-2357-AC27-628C-E9F3F8EC383F}"/>
              </a:ext>
            </a:extLst>
          </p:cNvPr>
          <p:cNvSpPr/>
          <p:nvPr/>
        </p:nvSpPr>
        <p:spPr>
          <a:xfrm>
            <a:off x="8397805" y="1671438"/>
            <a:ext cx="2606040" cy="4206240"/>
          </a:xfrm>
          <a:prstGeom prst="roundRect">
            <a:avLst>
              <a:gd name="adj" fmla="val 4211"/>
            </a:avLst>
          </a:prstGeom>
          <a:solidFill>
            <a:schemeClr val="tx2"/>
          </a:solidFill>
          <a:ln w="12700">
            <a:solidFill>
              <a:schemeClr val="tx2"/>
            </a:solidFill>
            <a:prstDash val="solid"/>
          </a:ln>
        </p:spPr>
      </p:sp>
      <p:sp>
        <p:nvSpPr>
          <p:cNvPr id="17" name="Text 14">
            <a:extLst>
              <a:ext uri="{FF2B5EF4-FFF2-40B4-BE49-F238E27FC236}">
                <a16:creationId xmlns:a16="http://schemas.microsoft.com/office/drawing/2014/main" id="{26639AE5-FD76-B3D9-4D4A-0401B0448A97}"/>
              </a:ext>
            </a:extLst>
          </p:cNvPr>
          <p:cNvSpPr txBox="1"/>
          <p:nvPr/>
        </p:nvSpPr>
        <p:spPr>
          <a:xfrm>
            <a:off x="8672125" y="1854318"/>
            <a:ext cx="2057400" cy="1280160"/>
          </a:xfrm>
          <a:prstGeom prst="rect">
            <a:avLst/>
          </a:prstGeom>
          <a:noFill/>
          <a:ln/>
        </p:spPr>
        <p:txBody>
          <a:bodyPr wrap="square" lIns="0" tIns="0" rIns="0" bIns="0" rtlCol="0" anchor="ctr"/>
          <a:lstStyle/>
          <a:p>
            <a:pPr marL="0" indent="0">
              <a:buNone/>
            </a:pPr>
            <a:r>
              <a:rPr lang="en-US" sz="6600" b="1" dirty="0">
                <a:solidFill>
                  <a:schemeClr val="accent1"/>
                </a:solidFill>
                <a:latin typeface="Cambria" pitchFamily="34" charset="0"/>
                <a:ea typeface="Cambria" pitchFamily="34" charset="-122"/>
                <a:cs typeface="Cambria" pitchFamily="34" charset="-120"/>
              </a:rPr>
              <a:t>3</a:t>
            </a:r>
            <a:endParaRPr lang="en-US" sz="6600" dirty="0"/>
          </a:p>
        </p:txBody>
      </p:sp>
      <p:sp>
        <p:nvSpPr>
          <p:cNvPr id="18" name="Text 15">
            <a:extLst>
              <a:ext uri="{FF2B5EF4-FFF2-40B4-BE49-F238E27FC236}">
                <a16:creationId xmlns:a16="http://schemas.microsoft.com/office/drawing/2014/main" id="{82607A12-3B12-4372-D43B-B5A06B86CB42}"/>
              </a:ext>
            </a:extLst>
          </p:cNvPr>
          <p:cNvSpPr txBox="1"/>
          <p:nvPr/>
        </p:nvSpPr>
        <p:spPr>
          <a:xfrm>
            <a:off x="8672125" y="3317358"/>
            <a:ext cx="2057400" cy="731520"/>
          </a:xfrm>
          <a:prstGeom prst="rect">
            <a:avLst/>
          </a:prstGeom>
          <a:noFill/>
          <a:ln/>
        </p:spPr>
        <p:txBody>
          <a:bodyPr wrap="square" lIns="0" tIns="0" rIns="0" bIns="0" rtlCol="0" anchor="t"/>
          <a:lstStyle/>
          <a:p>
            <a:pPr marL="0" indent="0">
              <a:buNone/>
            </a:pPr>
            <a:r>
              <a:rPr lang="en-US" sz="2000" b="1" dirty="0">
                <a:solidFill>
                  <a:schemeClr val="bg1"/>
                </a:solidFill>
              </a:rPr>
              <a:t>Réalisation</a:t>
            </a:r>
            <a:endParaRPr lang="en-US" sz="2000" dirty="0"/>
          </a:p>
        </p:txBody>
      </p:sp>
      <p:sp>
        <p:nvSpPr>
          <p:cNvPr id="19" name="Text 16">
            <a:extLst>
              <a:ext uri="{FF2B5EF4-FFF2-40B4-BE49-F238E27FC236}">
                <a16:creationId xmlns:a16="http://schemas.microsoft.com/office/drawing/2014/main" id="{D16250C6-A678-661C-FD91-9BDDB360E2C3}"/>
              </a:ext>
            </a:extLst>
          </p:cNvPr>
          <p:cNvSpPr txBox="1"/>
          <p:nvPr/>
        </p:nvSpPr>
        <p:spPr>
          <a:xfrm>
            <a:off x="8672125" y="4094598"/>
            <a:ext cx="2057400" cy="1554480"/>
          </a:xfrm>
          <a:prstGeom prst="rect">
            <a:avLst/>
          </a:prstGeom>
          <a:noFill/>
          <a:ln/>
        </p:spPr>
        <p:txBody>
          <a:bodyPr wrap="square" lIns="0" tIns="0" rIns="0" bIns="0" rtlCol="0" anchor="t"/>
          <a:lstStyle/>
          <a:p>
            <a:pPr marL="0" indent="0">
              <a:buNone/>
            </a:pPr>
            <a:r>
              <a:rPr lang="en-US" sz="1400" dirty="0">
                <a:solidFill>
                  <a:schemeClr val="bg1"/>
                </a:solidFill>
              </a:rPr>
              <a:t>Démonstration de l'application</a:t>
            </a:r>
            <a:endParaRPr lang="en-US" sz="1400" dirty="0"/>
          </a:p>
        </p:txBody>
      </p:sp>
      <p:sp>
        <p:nvSpPr>
          <p:cNvPr id="25" name="Slide Number Placeholder 0">
            <a:extLst>
              <a:ext uri="{FF2B5EF4-FFF2-40B4-BE49-F238E27FC236}">
                <a16:creationId xmlns:a16="http://schemas.microsoft.com/office/drawing/2014/main" id="{BE64E834-A032-3FD9-7968-EDD737226509}"/>
              </a:ext>
            </a:extLst>
          </p:cNvPr>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fld id="{F7021451-1387-4CA6-816F-3879F97B5CBC}" type="slidenum">
              <a:rPr lang="en-US" b="0"/>
              <a:t>4</a:t>
            </a:fld>
            <a:endParaRPr lang="en-US"/>
          </a:p>
        </p:txBody>
      </p:sp>
    </p:spTree>
    <p:extLst>
      <p:ext uri="{BB962C8B-B14F-4D97-AF65-F5344CB8AC3E}">
        <p14:creationId xmlns:p14="http://schemas.microsoft.com/office/powerpoint/2010/main" val="173305061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468880"/>
            <a:ext cx="10515600" cy="1097280"/>
          </a:xfrm>
          <a:prstGeom prst="rect">
            <a:avLst/>
          </a:prstGeom>
          <a:noFill/>
          <a:ln/>
        </p:spPr>
        <p:txBody>
          <a:bodyPr wrap="square" lIns="0" tIns="0" rIns="0" bIns="0" rtlCol="0" anchor="ctr"/>
          <a:lstStyle/>
          <a:p>
            <a:pPr marL="0" indent="0" algn="l">
              <a:buNone/>
            </a:pPr>
            <a:r>
              <a:rPr lang="en-US" sz="4400" b="1" dirty="0">
                <a:solidFill>
                  <a:schemeClr val="bg1"/>
                </a:solidFill>
              </a:rPr>
              <a:t>Partie 1 : Étude préalable</a:t>
            </a:r>
            <a:endParaRPr lang="en-US" sz="4400" dirty="0"/>
          </a:p>
        </p:txBody>
      </p:sp>
      <p:sp>
        <p:nvSpPr>
          <p:cNvPr id="3" name="Text 0"/>
          <p:cNvSpPr>
            <a:spLocks noGrp="1"/>
          </p:cNvSpPr>
          <p:nvPr>
            <p:ph type="body" idx="101" hasCustomPrompt="1"/>
          </p:nvPr>
        </p:nvSpPr>
        <p:spPr>
          <a:xfrm>
            <a:off x="731520" y="3657600"/>
            <a:ext cx="10515600" cy="914400"/>
          </a:xfrm>
          <a:prstGeom prst="rect">
            <a:avLst/>
          </a:prstGeom>
          <a:noFill/>
          <a:ln/>
        </p:spPr>
        <p:txBody>
          <a:bodyPr wrap="square" lIns="0" tIns="0" rIns="0" bIns="0" rtlCol="0" anchor="t"/>
          <a:lstStyle/>
          <a:p>
            <a:pPr marL="0" indent="0" algn="l">
              <a:buNone/>
            </a:pPr>
            <a:r>
              <a:rPr lang="en-US" sz="2200" dirty="0">
                <a:solidFill>
                  <a:schemeClr val="accent1"/>
                </a:solidFill>
              </a:rPr>
              <a:t>Société, existant, proposition de solution, solution retenue</a:t>
            </a:r>
            <a:endParaRPr lang="en-US" sz="2200" dirty="0"/>
          </a:p>
        </p:txBody>
      </p:sp>
      <p:sp>
        <p:nvSpPr>
          <p:cNvPr id="4" name="Slide Number Placeholder 0">
            <a:extLst>
              <a:ext uri="{FF2B5EF4-FFF2-40B4-BE49-F238E27FC236}">
                <a16:creationId xmlns:a16="http://schemas.microsoft.com/office/drawing/2014/main" id="{C47BBEF3-CA19-0E87-62ED-108B7FC34EC1}"/>
              </a:ext>
            </a:extLst>
          </p:cNvPr>
          <p:cNvSpPr txBox="1">
            <a:spLocks/>
          </p:cNvSpPr>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7021451-1387-4CA6-816F-3879F97B5CBC}" type="slidenum">
              <a:rPr lang="en-US" smtClean="0">
                <a:solidFill>
                  <a:schemeClr val="bg1"/>
                </a:solidFill>
              </a:rPr>
              <a:pPr algn="r"/>
              <a:t>5</a:t>
            </a:fld>
            <a:endParaRPr lang="en-US" dirty="0">
              <a:solidFill>
                <a:schemeClr val="bg1"/>
              </a:solidFill>
            </a:endParaRPr>
          </a:p>
        </p:txBody>
      </p:sp>
    </p:spTree>
  </p:cSld>
  <p:clrMapOvr>
    <a:masterClrMapping/>
  </p:clrMapOvr>
  <p:transition spd="slow">
    <p:push/>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AUXIMAD et son service AUXIASSUR</a:t>
            </a:r>
            <a:endParaRPr lang="en-US" sz="3400" dirty="0"/>
          </a:p>
        </p:txBody>
      </p:sp>
      <p:sp>
        <p:nvSpPr>
          <p:cNvPr id="4" name="Card 1902"/>
          <p:cNvSpPr/>
          <p:nvPr/>
        </p:nvSpPr>
        <p:spPr>
          <a:xfrm>
            <a:off x="548640" y="1645920"/>
            <a:ext cx="4480560" cy="1280160"/>
          </a:xfrm>
          <a:prstGeom prst="roundRect">
            <a:avLst>
              <a:gd name="adj" fmla="val 8571"/>
            </a:avLst>
          </a:prstGeom>
          <a:solidFill>
            <a:schemeClr val="bg2"/>
          </a:solidFill>
          <a:ln w="12700">
            <a:solidFill>
              <a:schemeClr val="bg2"/>
            </a:solidFill>
            <a:prstDash val="solid"/>
          </a:ln>
        </p:spPr>
      </p:sp>
      <p:sp>
        <p:nvSpPr>
          <p:cNvPr id="5" name="Text 2"/>
          <p:cNvSpPr txBox="1"/>
          <p:nvPr/>
        </p:nvSpPr>
        <p:spPr>
          <a:xfrm>
            <a:off x="777240" y="1645920"/>
            <a:ext cx="1737360" cy="1280160"/>
          </a:xfrm>
          <a:prstGeom prst="rect">
            <a:avLst/>
          </a:prstGeom>
          <a:noFill/>
          <a:ln/>
        </p:spPr>
        <p:txBody>
          <a:bodyPr wrap="square" lIns="0" tIns="0" rIns="0" bIns="0" rtlCol="0" anchor="ctr"/>
          <a:lstStyle/>
          <a:p>
            <a:pPr marL="0" indent="0">
              <a:buNone/>
            </a:pPr>
            <a:r>
              <a:rPr lang="en-US" sz="3600" b="1" dirty="0">
                <a:solidFill>
                  <a:schemeClr val="accent2"/>
                </a:solidFill>
                <a:latin typeface="Cambria" pitchFamily="34" charset="0"/>
                <a:ea typeface="Cambria" pitchFamily="34" charset="-122"/>
                <a:cs typeface="Cambria" pitchFamily="34" charset="-120"/>
              </a:rPr>
              <a:t>1902</a:t>
            </a:r>
            <a:endParaRPr lang="en-US" sz="3600" dirty="0"/>
          </a:p>
        </p:txBody>
      </p:sp>
      <p:sp>
        <p:nvSpPr>
          <p:cNvPr id="6" name="Text 3"/>
          <p:cNvSpPr txBox="1"/>
          <p:nvPr/>
        </p:nvSpPr>
        <p:spPr>
          <a:xfrm>
            <a:off x="2560320" y="1737360"/>
            <a:ext cx="2286000" cy="1097280"/>
          </a:xfrm>
          <a:prstGeom prst="rect">
            <a:avLst/>
          </a:prstGeom>
          <a:noFill/>
          <a:ln/>
        </p:spPr>
        <p:txBody>
          <a:bodyPr wrap="square" lIns="0" tIns="0" rIns="0" bIns="0" rtlCol="0" anchor="ctr"/>
          <a:lstStyle/>
          <a:p>
            <a:pPr marL="0" indent="0">
              <a:buNone/>
            </a:pPr>
            <a:r>
              <a:rPr lang="en-US" sz="1400" dirty="0">
                <a:solidFill>
                  <a:schemeClr val="tx1"/>
                </a:solidFill>
              </a:rPr>
              <a:t>Fondation du Wharf de Tamatave, à l'origine d'AUXIMAD</a:t>
            </a:r>
            <a:endParaRPr lang="en-US" sz="1400" dirty="0"/>
          </a:p>
        </p:txBody>
      </p:sp>
      <p:sp>
        <p:nvSpPr>
          <p:cNvPr id="7" name="Card 1952"/>
          <p:cNvSpPr/>
          <p:nvPr/>
        </p:nvSpPr>
        <p:spPr>
          <a:xfrm>
            <a:off x="548640" y="3108960"/>
            <a:ext cx="4480560" cy="1280160"/>
          </a:xfrm>
          <a:prstGeom prst="roundRect">
            <a:avLst>
              <a:gd name="adj" fmla="val 8571"/>
            </a:avLst>
          </a:prstGeom>
          <a:solidFill>
            <a:schemeClr val="bg2"/>
          </a:solidFill>
          <a:ln w="12700">
            <a:solidFill>
              <a:schemeClr val="bg2"/>
            </a:solidFill>
            <a:prstDash val="solid"/>
          </a:ln>
        </p:spPr>
      </p:sp>
      <p:sp>
        <p:nvSpPr>
          <p:cNvPr id="8" name="Text 5"/>
          <p:cNvSpPr txBox="1"/>
          <p:nvPr/>
        </p:nvSpPr>
        <p:spPr>
          <a:xfrm>
            <a:off x="777240" y="3108960"/>
            <a:ext cx="1737360" cy="1280160"/>
          </a:xfrm>
          <a:prstGeom prst="rect">
            <a:avLst/>
          </a:prstGeom>
          <a:noFill/>
          <a:ln/>
        </p:spPr>
        <p:txBody>
          <a:bodyPr wrap="square" lIns="0" tIns="0" rIns="0" bIns="0" rtlCol="0" anchor="ctr"/>
          <a:lstStyle/>
          <a:p>
            <a:pPr marL="0" indent="0">
              <a:buNone/>
            </a:pPr>
            <a:r>
              <a:rPr lang="en-US" sz="3600" b="1" dirty="0">
                <a:solidFill>
                  <a:schemeClr val="accent2"/>
                </a:solidFill>
                <a:latin typeface="Cambria" pitchFamily="34" charset="0"/>
                <a:ea typeface="Cambria" pitchFamily="34" charset="-122"/>
                <a:cs typeface="Cambria" pitchFamily="34" charset="-120"/>
              </a:rPr>
              <a:t>1952</a:t>
            </a:r>
            <a:endParaRPr lang="en-US" sz="3600" dirty="0"/>
          </a:p>
        </p:txBody>
      </p:sp>
      <p:sp>
        <p:nvSpPr>
          <p:cNvPr id="9" name="Text 6"/>
          <p:cNvSpPr txBox="1"/>
          <p:nvPr/>
        </p:nvSpPr>
        <p:spPr>
          <a:xfrm>
            <a:off x="2560320" y="3200400"/>
            <a:ext cx="2286000" cy="1097280"/>
          </a:xfrm>
          <a:prstGeom prst="rect">
            <a:avLst/>
          </a:prstGeom>
          <a:noFill/>
          <a:ln/>
        </p:spPr>
        <p:txBody>
          <a:bodyPr wrap="square" lIns="0" tIns="0" rIns="0" bIns="0" rtlCol="0" anchor="ctr"/>
          <a:lstStyle/>
          <a:p>
            <a:pPr marL="0" indent="0">
              <a:buNone/>
            </a:pPr>
            <a:r>
              <a:rPr lang="en-US" sz="1400" dirty="0">
                <a:solidFill>
                  <a:schemeClr val="tx1"/>
                </a:solidFill>
              </a:rPr>
              <a:t>Naissance de la Société Auxiliaire Maritime de Madagascar</a:t>
            </a:r>
            <a:endParaRPr lang="en-US" sz="1400" dirty="0"/>
          </a:p>
        </p:txBody>
      </p:sp>
      <p:sp>
        <p:nvSpPr>
          <p:cNvPr id="10" name="Card 61,2 %"/>
          <p:cNvSpPr/>
          <p:nvPr/>
        </p:nvSpPr>
        <p:spPr>
          <a:xfrm>
            <a:off x="548640" y="4572000"/>
            <a:ext cx="4480560" cy="1280160"/>
          </a:xfrm>
          <a:prstGeom prst="roundRect">
            <a:avLst>
              <a:gd name="adj" fmla="val 8571"/>
            </a:avLst>
          </a:prstGeom>
          <a:solidFill>
            <a:schemeClr val="bg2"/>
          </a:solidFill>
          <a:ln w="12700">
            <a:solidFill>
              <a:schemeClr val="bg2"/>
            </a:solidFill>
            <a:prstDash val="solid"/>
          </a:ln>
        </p:spPr>
      </p:sp>
      <p:sp>
        <p:nvSpPr>
          <p:cNvPr id="11" name="Text 8"/>
          <p:cNvSpPr txBox="1"/>
          <p:nvPr/>
        </p:nvSpPr>
        <p:spPr>
          <a:xfrm>
            <a:off x="777240" y="4572000"/>
            <a:ext cx="1737360" cy="1280160"/>
          </a:xfrm>
          <a:prstGeom prst="rect">
            <a:avLst/>
          </a:prstGeom>
          <a:noFill/>
          <a:ln/>
        </p:spPr>
        <p:txBody>
          <a:bodyPr wrap="square" lIns="0" tIns="0" rIns="0" bIns="0" rtlCol="0" anchor="ctr"/>
          <a:lstStyle/>
          <a:p>
            <a:pPr marL="0" indent="0">
              <a:buNone/>
            </a:pPr>
            <a:r>
              <a:rPr lang="en-US" sz="3600" b="1" dirty="0">
                <a:solidFill>
                  <a:schemeClr val="accent2"/>
                </a:solidFill>
                <a:latin typeface="Cambria" pitchFamily="34" charset="0"/>
                <a:ea typeface="Cambria" pitchFamily="34" charset="-122"/>
                <a:cs typeface="Cambria" pitchFamily="34" charset="-120"/>
              </a:rPr>
              <a:t>61,2 %</a:t>
            </a:r>
            <a:endParaRPr lang="en-US" sz="3600" dirty="0"/>
          </a:p>
        </p:txBody>
      </p:sp>
      <p:sp>
        <p:nvSpPr>
          <p:cNvPr id="12" name="Text 9"/>
          <p:cNvSpPr txBox="1"/>
          <p:nvPr/>
        </p:nvSpPr>
        <p:spPr>
          <a:xfrm>
            <a:off x="2560320" y="4663440"/>
            <a:ext cx="2286000" cy="1097280"/>
          </a:xfrm>
          <a:prstGeom prst="rect">
            <a:avLst/>
          </a:prstGeom>
          <a:noFill/>
          <a:ln/>
        </p:spPr>
        <p:txBody>
          <a:bodyPr wrap="square" lIns="0" tIns="0" rIns="0" bIns="0" rtlCol="0" anchor="ctr"/>
          <a:lstStyle/>
          <a:p>
            <a:pPr marL="0" indent="0">
              <a:buNone/>
            </a:pPr>
            <a:r>
              <a:rPr lang="en-US" sz="1400" dirty="0">
                <a:solidFill>
                  <a:schemeClr val="tx1"/>
                </a:solidFill>
              </a:rPr>
              <a:t>Part de marché d'ARO, compagnie dont AUXIASSUR est Agent Général</a:t>
            </a:r>
            <a:endParaRPr lang="en-US" sz="1400" dirty="0"/>
          </a:p>
        </p:txBody>
      </p:sp>
      <p:sp>
        <p:nvSpPr>
          <p:cNvPr id="13" name="Card AUXIMAD"/>
          <p:cNvSpPr/>
          <p:nvPr/>
        </p:nvSpPr>
        <p:spPr>
          <a:xfrm>
            <a:off x="5303520" y="1645920"/>
            <a:ext cx="3108960" cy="4206240"/>
          </a:xfrm>
          <a:prstGeom prst="roundRect">
            <a:avLst>
              <a:gd name="adj" fmla="val 3529"/>
            </a:avLst>
          </a:prstGeom>
          <a:solidFill>
            <a:schemeClr val="bg2"/>
          </a:solidFill>
          <a:ln w="12700">
            <a:solidFill>
              <a:schemeClr val="bg2"/>
            </a:solidFill>
            <a:prstDash val="solid"/>
          </a:ln>
        </p:spPr>
      </p:sp>
      <p:sp>
        <p:nvSpPr>
          <p:cNvPr id="14" name="Pastille FaBuilding"/>
          <p:cNvSpPr/>
          <p:nvPr/>
        </p:nvSpPr>
        <p:spPr>
          <a:xfrm>
            <a:off x="5577840" y="1920240"/>
            <a:ext cx="594360" cy="594360"/>
          </a:xfrm>
          <a:prstGeom prst="ellipse">
            <a:avLst/>
          </a:prstGeom>
          <a:solidFill>
            <a:schemeClr val="accent2"/>
          </a:solidFill>
          <a:ln w="12700">
            <a:solidFill>
              <a:schemeClr val="accent2"/>
            </a:solidFill>
            <a:prstDash val="solid"/>
          </a:ln>
        </p:spPr>
      </p:sp>
      <p:pic>
        <p:nvPicPr>
          <p:cNvPr id="15" name="Image 0" descr="FaBuilding"/>
          <p:cNvPicPr>
            <a:picLocks noChangeAspect="1"/>
          </p:cNvPicPr>
          <p:nvPr/>
        </p:nvPicPr>
        <p:blipFill>
          <a:blip r:embed="rId3"/>
          <a:stretch>
            <a:fillRect/>
          </a:stretch>
        </p:blipFill>
        <p:spPr>
          <a:xfrm>
            <a:off x="5744261" y="2086661"/>
            <a:ext cx="261518" cy="261518"/>
          </a:xfrm>
          <a:prstGeom prst="rect">
            <a:avLst/>
          </a:prstGeom>
        </p:spPr>
      </p:pic>
      <p:sp>
        <p:nvSpPr>
          <p:cNvPr id="16" name="Text 12"/>
          <p:cNvSpPr txBox="1"/>
          <p:nvPr/>
        </p:nvSpPr>
        <p:spPr>
          <a:xfrm>
            <a:off x="5577840" y="2651760"/>
            <a:ext cx="2560320" cy="457200"/>
          </a:xfrm>
          <a:prstGeom prst="rect">
            <a:avLst/>
          </a:prstGeom>
          <a:noFill/>
          <a:ln/>
        </p:spPr>
        <p:txBody>
          <a:bodyPr wrap="square" lIns="0" tIns="0" rIns="0" bIns="0" rtlCol="0" anchor="t"/>
          <a:lstStyle/>
          <a:p>
            <a:pPr marL="0" indent="0">
              <a:buNone/>
            </a:pPr>
            <a:r>
              <a:rPr lang="en-US" sz="1800" b="1" dirty="0">
                <a:solidFill>
                  <a:schemeClr val="tx2"/>
                </a:solidFill>
              </a:rPr>
              <a:t>AUXIMAD</a:t>
            </a:r>
            <a:endParaRPr lang="en-US" sz="1800" dirty="0"/>
          </a:p>
        </p:txBody>
      </p:sp>
      <p:sp>
        <p:nvSpPr>
          <p:cNvPr id="17" name="Text 13"/>
          <p:cNvSpPr txBox="1"/>
          <p:nvPr/>
        </p:nvSpPr>
        <p:spPr>
          <a:xfrm>
            <a:off x="5577840" y="3154680"/>
            <a:ext cx="2560320" cy="2514600"/>
          </a:xfrm>
          <a:prstGeom prst="rect">
            <a:avLst/>
          </a:prstGeom>
          <a:noFill/>
          <a:ln/>
        </p:spPr>
        <p:txBody>
          <a:bodyPr wrap="square" lIns="0" tIns="0" rIns="0" bIns="0" rtlCol="0" anchor="t"/>
          <a:lstStyle/>
          <a:p>
            <a:pPr marL="0" indent="0">
              <a:buNone/>
            </a:pPr>
            <a:r>
              <a:rPr lang="en-US" sz="1400" dirty="0">
                <a:solidFill>
                  <a:schemeClr val="tx1"/>
                </a:solidFill>
              </a:rPr>
              <a:t>Prestataire de Services Logistiques : consignation de navires, transit et dédouanement, manutention et transport, entreposage, groupage.</a:t>
            </a:r>
            <a:endParaRPr lang="en-US" sz="1400" dirty="0"/>
          </a:p>
        </p:txBody>
      </p:sp>
      <p:sp>
        <p:nvSpPr>
          <p:cNvPr id="18" name="Card AUXIASSUR"/>
          <p:cNvSpPr/>
          <p:nvPr/>
        </p:nvSpPr>
        <p:spPr>
          <a:xfrm>
            <a:off x="8595360" y="1645920"/>
            <a:ext cx="3044952" cy="4206240"/>
          </a:xfrm>
          <a:prstGeom prst="roundRect">
            <a:avLst>
              <a:gd name="adj" fmla="val 3604"/>
            </a:avLst>
          </a:prstGeom>
          <a:solidFill>
            <a:schemeClr val="tx2"/>
          </a:solidFill>
          <a:ln w="12700">
            <a:solidFill>
              <a:schemeClr val="tx2"/>
            </a:solidFill>
            <a:prstDash val="solid"/>
          </a:ln>
        </p:spPr>
      </p:sp>
      <p:sp>
        <p:nvSpPr>
          <p:cNvPr id="19" name="Pastille FaShieldAlt"/>
          <p:cNvSpPr/>
          <p:nvPr/>
        </p:nvSpPr>
        <p:spPr>
          <a:xfrm>
            <a:off x="8869680" y="1920240"/>
            <a:ext cx="594360" cy="594360"/>
          </a:xfrm>
          <a:prstGeom prst="ellipse">
            <a:avLst/>
          </a:prstGeom>
          <a:solidFill>
            <a:schemeClr val="accent1"/>
          </a:solidFill>
          <a:ln w="12700">
            <a:solidFill>
              <a:schemeClr val="accent1"/>
            </a:solidFill>
            <a:prstDash val="solid"/>
          </a:ln>
        </p:spPr>
      </p:sp>
      <p:pic>
        <p:nvPicPr>
          <p:cNvPr id="20" name="Image 1" descr="FaShieldAlt"/>
          <p:cNvPicPr>
            <a:picLocks noChangeAspect="1"/>
          </p:cNvPicPr>
          <p:nvPr/>
        </p:nvPicPr>
        <p:blipFill>
          <a:blip r:embed="rId4"/>
          <a:stretch>
            <a:fillRect/>
          </a:stretch>
        </p:blipFill>
        <p:spPr>
          <a:xfrm>
            <a:off x="9036101" y="2086661"/>
            <a:ext cx="261518" cy="261518"/>
          </a:xfrm>
          <a:prstGeom prst="rect">
            <a:avLst/>
          </a:prstGeom>
        </p:spPr>
      </p:pic>
      <p:sp>
        <p:nvSpPr>
          <p:cNvPr id="21" name="Text 16"/>
          <p:cNvSpPr txBox="1"/>
          <p:nvPr/>
        </p:nvSpPr>
        <p:spPr>
          <a:xfrm>
            <a:off x="8869680" y="2651760"/>
            <a:ext cx="2496312" cy="457200"/>
          </a:xfrm>
          <a:prstGeom prst="rect">
            <a:avLst/>
          </a:prstGeom>
          <a:noFill/>
          <a:ln/>
        </p:spPr>
        <p:txBody>
          <a:bodyPr wrap="square" lIns="0" tIns="0" rIns="0" bIns="0" rtlCol="0" anchor="t"/>
          <a:lstStyle/>
          <a:p>
            <a:pPr marL="0" indent="0">
              <a:buNone/>
            </a:pPr>
            <a:r>
              <a:rPr lang="en-US" sz="1800" b="1" dirty="0">
                <a:solidFill>
                  <a:schemeClr val="bg1"/>
                </a:solidFill>
              </a:rPr>
              <a:t>AUXIASSUR</a:t>
            </a:r>
            <a:endParaRPr lang="en-US" sz="1800" dirty="0"/>
          </a:p>
        </p:txBody>
      </p:sp>
      <p:sp>
        <p:nvSpPr>
          <p:cNvPr id="22" name="Text 17"/>
          <p:cNvSpPr txBox="1"/>
          <p:nvPr/>
        </p:nvSpPr>
        <p:spPr>
          <a:xfrm>
            <a:off x="8869680" y="3154680"/>
            <a:ext cx="2496312" cy="2514600"/>
          </a:xfrm>
          <a:prstGeom prst="rect">
            <a:avLst/>
          </a:prstGeom>
          <a:noFill/>
          <a:ln/>
        </p:spPr>
        <p:txBody>
          <a:bodyPr wrap="square" lIns="0" tIns="0" rIns="0" bIns="0" rtlCol="0" anchor="t"/>
          <a:lstStyle/>
          <a:p>
            <a:pPr marL="0" indent="0">
              <a:buNone/>
            </a:pPr>
            <a:r>
              <a:rPr lang="en-US" sz="1400" dirty="0">
                <a:solidFill>
                  <a:schemeClr val="bg1"/>
                </a:solidFill>
              </a:rPr>
              <a:t>Service assurance d'AUXIMAD, Agent Général d'ARO. Périmètre du projet : la branche automobile.</a:t>
            </a:r>
            <a:endParaRPr lang="en-US" sz="14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fld id="{F7021451-1387-4CA6-816F-3879F97B5CBC}" type="slidenum">
              <a:rPr lang="en-US" b="0"/>
              <a:t>6</a:t>
            </a:fld>
            <a:endParaRPr lang="en-US"/>
          </a:p>
        </p:txBody>
      </p:sp>
    </p:spTree>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46B43C2-AD1B-409D-6DB4-01F5A78B0AA5}"/>
              </a:ext>
            </a:extLst>
          </p:cNvPr>
          <p:cNvSpPr>
            <a:spLocks noGrp="1"/>
          </p:cNvSpPr>
          <p:nvPr>
            <p:ph type="title" idx="100"/>
          </p:nvPr>
        </p:nvSpPr>
        <p:spPr>
          <a:xfrm>
            <a:off x="563880" y="452388"/>
            <a:ext cx="11064240" cy="914400"/>
          </a:xfrm>
        </p:spPr>
        <p:txBody>
          <a:bodyPr/>
          <a:lstStyle/>
          <a:p>
            <a:pPr algn="ctr"/>
            <a:r>
              <a:rPr lang="fr-FR" dirty="0"/>
              <a:t>Organigramme générale</a:t>
            </a:r>
            <a:endParaRPr lang="LID4096" dirty="0"/>
          </a:p>
        </p:txBody>
      </p:sp>
      <p:graphicFrame>
        <p:nvGraphicFramePr>
          <p:cNvPr id="3" name="Diagramme 2">
            <a:extLst>
              <a:ext uri="{FF2B5EF4-FFF2-40B4-BE49-F238E27FC236}">
                <a16:creationId xmlns:a16="http://schemas.microsoft.com/office/drawing/2014/main" id="{E75F2BA9-0713-87F3-AC6F-FD7B952A8A4F}"/>
              </a:ext>
            </a:extLst>
          </p:cNvPr>
          <p:cNvGraphicFramePr/>
          <p:nvPr>
            <p:extLst>
              <p:ext uri="{D42A27DB-BD31-4B8C-83A1-F6EECF244321}">
                <p14:modId xmlns:p14="http://schemas.microsoft.com/office/powerpoint/2010/main" val="2257013000"/>
              </p:ext>
            </p:extLst>
          </p:nvPr>
        </p:nvGraphicFramePr>
        <p:xfrm>
          <a:off x="579120" y="1280160"/>
          <a:ext cx="11033760" cy="48581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Slide Number Placeholder 0">
            <a:extLst>
              <a:ext uri="{FF2B5EF4-FFF2-40B4-BE49-F238E27FC236}">
                <a16:creationId xmlns:a16="http://schemas.microsoft.com/office/drawing/2014/main" id="{A67FEFD2-A788-64BF-FB78-53AFBA1F1027}"/>
              </a:ext>
            </a:extLst>
          </p:cNvPr>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fld id="{F7021451-1387-4CA6-816F-3879F97B5CBC}" type="slidenum">
              <a:rPr lang="en-US" b="0"/>
              <a:t>7</a:t>
            </a:fld>
            <a:endParaRPr lang="en-US"/>
          </a:p>
        </p:txBody>
      </p:sp>
    </p:spTree>
    <p:extLst>
      <p:ext uri="{BB962C8B-B14F-4D97-AF65-F5344CB8AC3E}">
        <p14:creationId xmlns:p14="http://schemas.microsoft.com/office/powerpoint/2010/main" val="2707525566"/>
      </p:ext>
    </p:extLst>
  </p:cSld>
  <p:clrMapOvr>
    <a:masterClrMapping/>
  </p:clrMapOvr>
  <p:transition spd="slow">
    <p:push/>
  </p:transition>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dirty="0" err="1"/>
              <a:t>Présentation</a:t>
            </a:r>
            <a:r>
              <a:rPr lang="en-US" sz="3400" dirty="0"/>
              <a:t> du </a:t>
            </a:r>
            <a:r>
              <a:rPr lang="en-US" sz="3400" dirty="0" err="1"/>
              <a:t>Projet</a:t>
            </a:r>
            <a:r>
              <a:rPr lang="en-US" sz="3400" dirty="0"/>
              <a:t> : AUXIDRIVE</a:t>
            </a:r>
          </a:p>
        </p:txBody>
      </p:sp>
      <p:pic>
        <p:nvPicPr>
          <p:cNvPr id="36" name="Image 0" descr="FaUsers"/>
          <p:cNvPicPr>
            <a:picLocks noChangeAspect="1"/>
          </p:cNvPicPr>
          <p:nvPr/>
        </p:nvPicPr>
        <p:blipFill>
          <a:blip r:embed="rId3"/>
          <a:stretch>
            <a:fillRect/>
          </a:stretch>
        </p:blipFill>
        <p:spPr>
          <a:xfrm>
            <a:off x="989381" y="5081321"/>
            <a:ext cx="261518" cy="261518"/>
          </a:xfrm>
          <a:prstGeom prst="rect">
            <a:avLst/>
          </a:prstGeom>
        </p:spPr>
      </p:pic>
      <p:pic>
        <p:nvPicPr>
          <p:cNvPr id="40" name="Image 1" descr="FaDatabase"/>
          <p:cNvPicPr>
            <a:picLocks noChangeAspect="1"/>
          </p:cNvPicPr>
          <p:nvPr/>
        </p:nvPicPr>
        <p:blipFill>
          <a:blip r:embed="rId4"/>
          <a:stretch>
            <a:fillRect/>
          </a:stretch>
        </p:blipFill>
        <p:spPr>
          <a:xfrm>
            <a:off x="6640373" y="5081321"/>
            <a:ext cx="261518" cy="261518"/>
          </a:xfrm>
          <a:prstGeom prst="rect">
            <a:avLst/>
          </a:prstGeom>
        </p:spPr>
      </p:pic>
      <p:sp>
        <p:nvSpPr>
          <p:cNvPr id="3"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fld id="{F7021451-1387-4CA6-816F-3879F97B5CBC}" type="slidenum">
              <a:rPr lang="en-US" b="0"/>
              <a:t>8</a:t>
            </a:fld>
            <a:endParaRPr lang="en-US"/>
          </a:p>
        </p:txBody>
      </p:sp>
      <p:sp>
        <p:nvSpPr>
          <p:cNvPr id="42" name="ZoneTexte 41">
            <a:extLst>
              <a:ext uri="{FF2B5EF4-FFF2-40B4-BE49-F238E27FC236}">
                <a16:creationId xmlns:a16="http://schemas.microsoft.com/office/drawing/2014/main" id="{9E1AA129-50DC-EE1F-9C35-44762FF75A0C}"/>
              </a:ext>
            </a:extLst>
          </p:cNvPr>
          <p:cNvSpPr txBox="1"/>
          <p:nvPr/>
        </p:nvSpPr>
        <p:spPr>
          <a:xfrm>
            <a:off x="548640" y="1852731"/>
            <a:ext cx="11582530" cy="1323439"/>
          </a:xfrm>
          <a:prstGeom prst="rect">
            <a:avLst/>
          </a:prstGeom>
          <a:noFill/>
        </p:spPr>
        <p:txBody>
          <a:bodyPr wrap="none" rtlCol="0">
            <a:spAutoFit/>
          </a:bodyPr>
          <a:lstStyle/>
          <a:p>
            <a:pPr marL="342900" indent="-342900">
              <a:buFont typeface="Arial" panose="020B0604020202020204" pitchFamily="34" charset="0"/>
              <a:buChar char="•"/>
            </a:pPr>
            <a:r>
              <a:rPr lang="" sz="2000" dirty="0">
                <a:latin typeface="Times New Roman" panose="02020603050405020304" pitchFamily="18" charset="0"/>
                <a:cs typeface="Times New Roman" panose="02020603050405020304" pitchFamily="18" charset="0"/>
              </a:rPr>
              <a:t>Unifier l'écosystème logiciel au sein d'une seule application web sur-mesure.</a:t>
            </a:r>
          </a:p>
          <a:p>
            <a:pPr marL="342900" indent="-342900">
              <a:buFont typeface="Arial" panose="020B0604020202020204" pitchFamily="34" charset="0"/>
              <a:buChar char="•"/>
            </a:pPr>
            <a:r>
              <a:rPr lang="" sz="2000" dirty="0">
                <a:latin typeface="Times New Roman" panose="02020603050405020304" pitchFamily="18" charset="0"/>
                <a:cs typeface="Times New Roman" panose="02020603050405020304" pitchFamily="18" charset="0"/>
              </a:rPr>
              <a:t>Automatiser la tarification des primes (Monovéhicule et Flotte) et l'application des règles de bonus-malus.</a:t>
            </a:r>
          </a:p>
          <a:p>
            <a:pPr marL="342900" indent="-342900">
              <a:buFont typeface="Arial" panose="020B0604020202020204" pitchFamily="34" charset="0"/>
              <a:buChar char="•"/>
            </a:pPr>
            <a:r>
              <a:rPr lang="" sz="2000" dirty="0">
                <a:latin typeface="Times New Roman" panose="02020603050405020304" pitchFamily="18" charset="0"/>
                <a:cs typeface="Times New Roman" panose="02020603050405020304" pitchFamily="18" charset="0"/>
              </a:rPr>
              <a:t>Dématérialiser le suivi documentaire, les alertes d'échéance et la déclaration en ligne des sinistres.</a:t>
            </a:r>
          </a:p>
          <a:p>
            <a:pPr marL="342900" indent="-342900">
              <a:buFont typeface="Arial" panose="020B0604020202020204" pitchFamily="34" charset="0"/>
              <a:buChar char="•"/>
            </a:pPr>
            <a:r>
              <a:rPr lang="" sz="2000" dirty="0">
                <a:latin typeface="Times New Roman" panose="02020603050405020304" pitchFamily="18" charset="0"/>
                <a:cs typeface="Times New Roman" panose="02020603050405020304" pitchFamily="18" charset="0"/>
              </a:rPr>
              <a:t>Offrir un outil de pilotage statistique consolidé pour les agents et l'administration.</a:t>
            </a:r>
            <a:endParaRPr lang="LID4096" sz="2000" dirty="0">
              <a:latin typeface="Times New Roman" panose="02020603050405020304" pitchFamily="18" charset="0"/>
              <a:cs typeface="Times New Roman" panose="02020603050405020304" pitchFamily="18" charset="0"/>
            </a:endParaRPr>
          </a:p>
        </p:txBody>
      </p:sp>
      <p:sp>
        <p:nvSpPr>
          <p:cNvPr id="43" name="ZoneTexte 42">
            <a:extLst>
              <a:ext uri="{FF2B5EF4-FFF2-40B4-BE49-F238E27FC236}">
                <a16:creationId xmlns:a16="http://schemas.microsoft.com/office/drawing/2014/main" id="{716C1F3B-E532-E06D-B64D-2EFF85E223C1}"/>
              </a:ext>
            </a:extLst>
          </p:cNvPr>
          <p:cNvSpPr txBox="1"/>
          <p:nvPr/>
        </p:nvSpPr>
        <p:spPr>
          <a:xfrm>
            <a:off x="548640" y="1387944"/>
            <a:ext cx="2170979" cy="400110"/>
          </a:xfrm>
          <a:prstGeom prst="rect">
            <a:avLst/>
          </a:prstGeom>
          <a:noFill/>
        </p:spPr>
        <p:txBody>
          <a:bodyPr wrap="none" rtlCol="0">
            <a:spAutoFit/>
          </a:bodyPr>
          <a:lstStyle/>
          <a:p>
            <a:r>
              <a:rPr lang="fr-FR" sz="2000" b="1" dirty="0">
                <a:latin typeface="Times New Roman" panose="02020603050405020304" pitchFamily="18" charset="0"/>
                <a:cs typeface="Times New Roman" panose="02020603050405020304" pitchFamily="18" charset="0"/>
              </a:rPr>
              <a:t>Objectif du Projet</a:t>
            </a:r>
          </a:p>
        </p:txBody>
      </p:sp>
      <p:sp>
        <p:nvSpPr>
          <p:cNvPr id="44" name="ZoneTexte 43">
            <a:extLst>
              <a:ext uri="{FF2B5EF4-FFF2-40B4-BE49-F238E27FC236}">
                <a16:creationId xmlns:a16="http://schemas.microsoft.com/office/drawing/2014/main" id="{F9F4A545-2804-D042-C92D-50DC86F064D2}"/>
              </a:ext>
            </a:extLst>
          </p:cNvPr>
          <p:cNvSpPr txBox="1"/>
          <p:nvPr/>
        </p:nvSpPr>
        <p:spPr>
          <a:xfrm>
            <a:off x="513341" y="3345172"/>
            <a:ext cx="2241576" cy="400110"/>
          </a:xfrm>
          <a:prstGeom prst="rect">
            <a:avLst/>
          </a:prstGeom>
          <a:noFill/>
        </p:spPr>
        <p:txBody>
          <a:bodyPr wrap="none" rtlCol="0">
            <a:spAutoFit/>
          </a:bodyPr>
          <a:lstStyle/>
          <a:p>
            <a:r>
              <a:rPr lang="" sz="2000" b="1" dirty="0">
                <a:latin typeface="Times New Roman" panose="02020603050405020304" pitchFamily="18" charset="0"/>
                <a:cs typeface="Times New Roman" panose="02020603050405020304" pitchFamily="18" charset="0"/>
              </a:rPr>
              <a:t>Résultats Attendus</a:t>
            </a:r>
            <a:endParaRPr lang="LID4096" sz="2000" b="1" dirty="0">
              <a:latin typeface="Times New Roman" panose="02020603050405020304" pitchFamily="18" charset="0"/>
              <a:cs typeface="Times New Roman" panose="02020603050405020304" pitchFamily="18" charset="0"/>
            </a:endParaRPr>
          </a:p>
        </p:txBody>
      </p:sp>
      <p:sp>
        <p:nvSpPr>
          <p:cNvPr id="45" name="ZoneTexte 44">
            <a:extLst>
              <a:ext uri="{FF2B5EF4-FFF2-40B4-BE49-F238E27FC236}">
                <a16:creationId xmlns:a16="http://schemas.microsoft.com/office/drawing/2014/main" id="{73E11375-0CBE-228C-0BF0-BFA9533EBD17}"/>
              </a:ext>
            </a:extLst>
          </p:cNvPr>
          <p:cNvSpPr txBox="1"/>
          <p:nvPr/>
        </p:nvSpPr>
        <p:spPr>
          <a:xfrm>
            <a:off x="548640" y="3969130"/>
            <a:ext cx="10784910" cy="1631216"/>
          </a:xfrm>
          <a:prstGeom prst="rect">
            <a:avLst/>
          </a:prstGeom>
          <a:noFill/>
        </p:spPr>
        <p:txBody>
          <a:bodyPr wrap="square" rtlCol="0">
            <a:spAutoFit/>
          </a:bodyPr>
          <a:lstStyle/>
          <a:p>
            <a:pPr marL="285750" indent="-285750">
              <a:buFont typeface="Arial" panose="020B0604020202020204" pitchFamily="34" charset="0"/>
              <a:buChar char="•"/>
            </a:pPr>
            <a:r>
              <a:rPr lang="" sz="2000" dirty="0">
                <a:latin typeface="Times New Roman" panose="02020603050405020304" pitchFamily="18" charset="0"/>
                <a:cs typeface="Times New Roman" panose="02020603050405020304" pitchFamily="18" charset="0"/>
              </a:rPr>
              <a:t>Remplacement définitif de la combinaison Odoo/Excel et suppression des ressaisies manuelles</a:t>
            </a:r>
          </a:p>
          <a:p>
            <a:pPr marL="285750" indent="-285750">
              <a:buFont typeface="Arial" panose="020B0604020202020204" pitchFamily="34" charset="0"/>
              <a:buChar char="•"/>
            </a:pPr>
            <a:r>
              <a:rPr lang="" sz="2000" dirty="0"/>
              <a:t>Un espace client ergonomique pour le téléversement des pièces justificatives et le suivi autonome.</a:t>
            </a:r>
          </a:p>
          <a:p>
            <a:pPr marL="285750" indent="-285750">
              <a:buFont typeface="Arial" panose="020B0604020202020204" pitchFamily="34" charset="0"/>
              <a:buChar char="•"/>
            </a:pPr>
            <a:r>
              <a:rPr lang="" sz="2000" dirty="0"/>
              <a:t>Génération automatique de factures conformes au format PDF côté serveur.</a:t>
            </a:r>
          </a:p>
          <a:p>
            <a:pPr marL="285750" indent="-285750">
              <a:buFont typeface="Arial" panose="020B0604020202020204" pitchFamily="34" charset="0"/>
              <a:buChar char="•"/>
            </a:pPr>
            <a:r>
              <a:rPr lang="" sz="2000" dirty="0"/>
              <a:t>Réduction du temps de traitement des dossiers grâce à la traçabilité numérique des états des sinistres.</a:t>
            </a:r>
            <a:endParaRPr lang="LID4096" sz="2000" dirty="0">
              <a:latin typeface="Times New Roman" panose="02020603050405020304" pitchFamily="18" charset="0"/>
              <a:cs typeface="Times New Roman" panose="02020603050405020304" pitchFamily="18" charset="0"/>
            </a:endParaRPr>
          </a:p>
        </p:txBody>
      </p:sp>
    </p:spTree>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E33FAD-240B-9227-029C-E81B48A69C26}"/>
            </a:ext>
          </a:extLst>
        </p:cNvPr>
        <p:cNvGrpSpPr/>
        <p:nvPr/>
      </p:nvGrpSpPr>
      <p:grpSpPr>
        <a:xfrm>
          <a:off x="0" y="0"/>
          <a:ext cx="0" cy="0"/>
          <a:chOff x="0" y="0"/>
          <a:chExt cx="0" cy="0"/>
        </a:xfrm>
      </p:grpSpPr>
      <p:sp>
        <p:nvSpPr>
          <p:cNvPr id="8" name="Card Affaires nouvelles lourdes">
            <a:extLst>
              <a:ext uri="{FF2B5EF4-FFF2-40B4-BE49-F238E27FC236}">
                <a16:creationId xmlns:a16="http://schemas.microsoft.com/office/drawing/2014/main" id="{DA61ED52-4E3B-1545-A505-CC5F35980BA1}"/>
              </a:ext>
            </a:extLst>
          </p:cNvPr>
          <p:cNvSpPr/>
          <p:nvPr/>
        </p:nvSpPr>
        <p:spPr>
          <a:xfrm>
            <a:off x="548638" y="1484486"/>
            <a:ext cx="3822945" cy="4202331"/>
          </a:xfrm>
          <a:prstGeom prst="roundRect">
            <a:avLst>
              <a:gd name="adj" fmla="val 5455"/>
            </a:avLst>
          </a:prstGeom>
          <a:solidFill>
            <a:schemeClr val="bg2"/>
          </a:solidFill>
          <a:ln w="12700">
            <a:solidFill>
              <a:schemeClr val="bg2"/>
            </a:solidFill>
            <a:prstDash val="solid"/>
          </a:ln>
        </p:spPr>
      </p:sp>
      <p:sp>
        <p:nvSpPr>
          <p:cNvPr id="2" name="Text 0">
            <a:extLst>
              <a:ext uri="{FF2B5EF4-FFF2-40B4-BE49-F238E27FC236}">
                <a16:creationId xmlns:a16="http://schemas.microsoft.com/office/drawing/2014/main" id="{33BCABAD-14EA-538E-D78A-855886A47853}"/>
              </a:ext>
            </a:extLst>
          </p:cNvPr>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dirty="0"/>
              <a:t>Etude de </a:t>
            </a:r>
            <a:r>
              <a:rPr lang="en-US" dirty="0" err="1"/>
              <a:t>l’éxistant</a:t>
            </a:r>
            <a:endParaRPr lang="en-US" sz="3400" dirty="0"/>
          </a:p>
        </p:txBody>
      </p:sp>
      <p:pic>
        <p:nvPicPr>
          <p:cNvPr id="36" name="Image 0" descr="FaUsers">
            <a:extLst>
              <a:ext uri="{FF2B5EF4-FFF2-40B4-BE49-F238E27FC236}">
                <a16:creationId xmlns:a16="http://schemas.microsoft.com/office/drawing/2014/main" id="{D6C7DEDB-2209-DE22-7624-25ECA0D8F4F3}"/>
              </a:ext>
            </a:extLst>
          </p:cNvPr>
          <p:cNvPicPr>
            <a:picLocks noChangeAspect="1"/>
          </p:cNvPicPr>
          <p:nvPr/>
        </p:nvPicPr>
        <p:blipFill>
          <a:blip r:embed="rId3"/>
          <a:stretch>
            <a:fillRect/>
          </a:stretch>
        </p:blipFill>
        <p:spPr>
          <a:xfrm>
            <a:off x="989381" y="5081321"/>
            <a:ext cx="261518" cy="261518"/>
          </a:xfrm>
          <a:prstGeom prst="rect">
            <a:avLst/>
          </a:prstGeom>
        </p:spPr>
      </p:pic>
      <p:pic>
        <p:nvPicPr>
          <p:cNvPr id="40" name="Image 1" descr="FaDatabase">
            <a:extLst>
              <a:ext uri="{FF2B5EF4-FFF2-40B4-BE49-F238E27FC236}">
                <a16:creationId xmlns:a16="http://schemas.microsoft.com/office/drawing/2014/main" id="{9AD84503-835D-BAE6-4AA9-56837F468BDC}"/>
              </a:ext>
            </a:extLst>
          </p:cNvPr>
          <p:cNvPicPr>
            <a:picLocks noChangeAspect="1"/>
          </p:cNvPicPr>
          <p:nvPr/>
        </p:nvPicPr>
        <p:blipFill>
          <a:blip r:embed="rId4"/>
          <a:stretch>
            <a:fillRect/>
          </a:stretch>
        </p:blipFill>
        <p:spPr>
          <a:xfrm>
            <a:off x="6640373" y="5081321"/>
            <a:ext cx="261518" cy="261518"/>
          </a:xfrm>
          <a:prstGeom prst="rect">
            <a:avLst/>
          </a:prstGeom>
        </p:spPr>
      </p:pic>
      <p:sp>
        <p:nvSpPr>
          <p:cNvPr id="3" name="Slide Number Placeholder 0">
            <a:extLst>
              <a:ext uri="{FF2B5EF4-FFF2-40B4-BE49-F238E27FC236}">
                <a16:creationId xmlns:a16="http://schemas.microsoft.com/office/drawing/2014/main" id="{8020CA93-D3DA-5EC0-759C-5285A4B5088F}"/>
              </a:ext>
            </a:extLst>
          </p:cNvPr>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fld id="{F7021451-1387-4CA6-816F-3879F97B5CBC}" type="slidenum">
              <a:rPr lang="en-US" b="0"/>
              <a:t>9</a:t>
            </a:fld>
            <a:endParaRPr lang="en-US" dirty="0"/>
          </a:p>
        </p:txBody>
      </p:sp>
      <p:sp>
        <p:nvSpPr>
          <p:cNvPr id="4" name="ZoneTexte 3">
            <a:extLst>
              <a:ext uri="{FF2B5EF4-FFF2-40B4-BE49-F238E27FC236}">
                <a16:creationId xmlns:a16="http://schemas.microsoft.com/office/drawing/2014/main" id="{2821108E-740A-4AF7-4F8B-571A7ABD79D1}"/>
              </a:ext>
            </a:extLst>
          </p:cNvPr>
          <p:cNvSpPr txBox="1"/>
          <p:nvPr/>
        </p:nvSpPr>
        <p:spPr>
          <a:xfrm>
            <a:off x="1691014" y="6413326"/>
            <a:ext cx="184731" cy="369332"/>
          </a:xfrm>
          <a:prstGeom prst="rect">
            <a:avLst/>
          </a:prstGeom>
          <a:noFill/>
        </p:spPr>
        <p:txBody>
          <a:bodyPr wrap="none" rtlCol="0">
            <a:spAutoFit/>
          </a:bodyPr>
          <a:lstStyle/>
          <a:p>
            <a:endParaRPr lang="LID4096" dirty="0"/>
          </a:p>
        </p:txBody>
      </p:sp>
      <p:sp>
        <p:nvSpPr>
          <p:cNvPr id="5" name="ZoneTexte 4">
            <a:extLst>
              <a:ext uri="{FF2B5EF4-FFF2-40B4-BE49-F238E27FC236}">
                <a16:creationId xmlns:a16="http://schemas.microsoft.com/office/drawing/2014/main" id="{F1DD2306-0319-7BC3-F3AD-9506985CE243}"/>
              </a:ext>
            </a:extLst>
          </p:cNvPr>
          <p:cNvSpPr txBox="1"/>
          <p:nvPr/>
        </p:nvSpPr>
        <p:spPr>
          <a:xfrm>
            <a:off x="824443" y="1980871"/>
            <a:ext cx="3359125" cy="400110"/>
          </a:xfrm>
          <a:prstGeom prst="rect">
            <a:avLst/>
          </a:prstGeom>
          <a:noFill/>
        </p:spPr>
        <p:txBody>
          <a:bodyPr wrap="none" rtlCol="0">
            <a:spAutoFit/>
          </a:bodyPr>
          <a:lstStyle/>
          <a:p>
            <a:r>
              <a:rPr lang="" sz="2000" dirty="0">
                <a:latin typeface="Times New Roman" panose="02020603050405020304" pitchFamily="18" charset="0"/>
                <a:cs typeface="Times New Roman" panose="02020603050405020304" pitchFamily="18" charset="0"/>
              </a:rPr>
              <a:t>Description du Système Actuel</a:t>
            </a:r>
            <a:endParaRPr lang="LID4096" sz="2000" dirty="0">
              <a:latin typeface="Times New Roman" panose="02020603050405020304" pitchFamily="18" charset="0"/>
              <a:cs typeface="Times New Roman" panose="02020603050405020304" pitchFamily="18" charset="0"/>
            </a:endParaRPr>
          </a:p>
        </p:txBody>
      </p:sp>
      <p:sp>
        <p:nvSpPr>
          <p:cNvPr id="6" name="ZoneTexte 5">
            <a:extLst>
              <a:ext uri="{FF2B5EF4-FFF2-40B4-BE49-F238E27FC236}">
                <a16:creationId xmlns:a16="http://schemas.microsoft.com/office/drawing/2014/main" id="{040C059D-7DDF-5860-51BE-1BCB09E47327}"/>
              </a:ext>
            </a:extLst>
          </p:cNvPr>
          <p:cNvSpPr txBox="1"/>
          <p:nvPr/>
        </p:nvSpPr>
        <p:spPr>
          <a:xfrm>
            <a:off x="824443" y="2515715"/>
            <a:ext cx="2699099" cy="2862322"/>
          </a:xfrm>
          <a:prstGeom prst="rect">
            <a:avLst/>
          </a:prstGeom>
          <a:noFill/>
        </p:spPr>
        <p:txBody>
          <a:bodyPr wrap="square" rtlCol="0">
            <a:spAutoFit/>
          </a:bodyPr>
          <a:lstStyle/>
          <a:p>
            <a:pPr marL="342900" indent="-342900">
              <a:buFont typeface="+mj-lt"/>
              <a:buAutoNum type="arabicPeriod"/>
            </a:pPr>
            <a:r>
              <a:rPr lang="" b="1" dirty="0"/>
              <a:t>Mission :</a:t>
            </a:r>
            <a:r>
              <a:rPr lang="" dirty="0"/>
              <a:t> Pilotage du cycle des contrats d'assurance automobile (Affaires nouvelles et Renouvellements).</a:t>
            </a:r>
          </a:p>
          <a:p>
            <a:pPr marL="342900" indent="-342900">
              <a:buFont typeface="+mj-lt"/>
              <a:buAutoNum type="arabicPeriod"/>
            </a:pPr>
            <a:r>
              <a:rPr lang="" b="1" dirty="0"/>
              <a:t>Acteurs clés en Agence :</a:t>
            </a:r>
            <a:r>
              <a:rPr lang="" dirty="0"/>
              <a:t> Chargé de Production Automobile, Directeur d'Agence et Caissier.</a:t>
            </a:r>
            <a:endParaRPr lang="LID4096" dirty="0"/>
          </a:p>
        </p:txBody>
      </p:sp>
      <p:sp>
        <p:nvSpPr>
          <p:cNvPr id="18" name="Card Affaires nouvelles lourdes">
            <a:extLst>
              <a:ext uri="{FF2B5EF4-FFF2-40B4-BE49-F238E27FC236}">
                <a16:creationId xmlns:a16="http://schemas.microsoft.com/office/drawing/2014/main" id="{7178C1C7-982A-BB94-ACBE-839CC9E02EE7}"/>
              </a:ext>
            </a:extLst>
          </p:cNvPr>
          <p:cNvSpPr/>
          <p:nvPr/>
        </p:nvSpPr>
        <p:spPr>
          <a:xfrm>
            <a:off x="5171340" y="3595009"/>
            <a:ext cx="6746340" cy="2742629"/>
          </a:xfrm>
          <a:prstGeom prst="roundRect">
            <a:avLst>
              <a:gd name="adj" fmla="val 5455"/>
            </a:avLst>
          </a:prstGeom>
          <a:solidFill>
            <a:schemeClr val="tx2"/>
          </a:solidFill>
          <a:ln w="12700">
            <a:solidFill>
              <a:schemeClr val="bg2"/>
            </a:solidFill>
            <a:prstDash val="solid"/>
          </a:ln>
        </p:spPr>
      </p:sp>
      <p:sp>
        <p:nvSpPr>
          <p:cNvPr id="20" name="ZoneTexte 19">
            <a:extLst>
              <a:ext uri="{FF2B5EF4-FFF2-40B4-BE49-F238E27FC236}">
                <a16:creationId xmlns:a16="http://schemas.microsoft.com/office/drawing/2014/main" id="{1F5C204A-83C2-088A-6D5A-4345743BAA46}"/>
              </a:ext>
            </a:extLst>
          </p:cNvPr>
          <p:cNvSpPr txBox="1"/>
          <p:nvPr/>
        </p:nvSpPr>
        <p:spPr>
          <a:xfrm>
            <a:off x="5458938" y="4590067"/>
            <a:ext cx="5990196" cy="1200329"/>
          </a:xfrm>
          <a:prstGeom prst="rect">
            <a:avLst/>
          </a:prstGeom>
          <a:noFill/>
        </p:spPr>
        <p:txBody>
          <a:bodyPr wrap="square" rtlCol="0">
            <a:spAutoFit/>
          </a:bodyPr>
          <a:lstStyle/>
          <a:p>
            <a:pPr marL="342900" indent="-342900">
              <a:buFont typeface="+mj-lt"/>
              <a:buAutoNum type="arabicPeriod"/>
            </a:pPr>
            <a:r>
              <a:rPr lang="" b="1" dirty="0">
                <a:solidFill>
                  <a:schemeClr val="bg1"/>
                </a:solidFill>
              </a:rPr>
              <a:t>Progiciel Odoo :</a:t>
            </a:r>
            <a:r>
              <a:rPr lang="" dirty="0">
                <a:solidFill>
                  <a:schemeClr val="bg1"/>
                </a:solidFill>
              </a:rPr>
              <a:t> Enregistrement des souscriptions et historisation de la base des assurés.</a:t>
            </a:r>
          </a:p>
          <a:p>
            <a:pPr marL="342900" indent="-342900">
              <a:buFont typeface="+mj-lt"/>
              <a:buAutoNum type="arabicPeriod"/>
            </a:pPr>
            <a:r>
              <a:rPr lang="" b="1" dirty="0">
                <a:solidFill>
                  <a:schemeClr val="bg1"/>
                </a:solidFill>
              </a:rPr>
              <a:t>Microsoft Excel :</a:t>
            </a:r>
            <a:r>
              <a:rPr lang="" dirty="0">
                <a:solidFill>
                  <a:schemeClr val="bg1"/>
                </a:solidFill>
              </a:rPr>
              <a:t> Utilisé en "mode dégradé" pour la saisie manuelle et les calculs en cas de panne réseau.</a:t>
            </a:r>
            <a:endParaRPr lang="LID4096" dirty="0">
              <a:solidFill>
                <a:schemeClr val="bg1"/>
              </a:solidFill>
            </a:endParaRPr>
          </a:p>
        </p:txBody>
      </p:sp>
      <p:sp>
        <p:nvSpPr>
          <p:cNvPr id="22" name="Card Affaires nouvelles lourdes">
            <a:extLst>
              <a:ext uri="{FF2B5EF4-FFF2-40B4-BE49-F238E27FC236}">
                <a16:creationId xmlns:a16="http://schemas.microsoft.com/office/drawing/2014/main" id="{E482DAE1-2C05-295D-6085-575A8E25D366}"/>
              </a:ext>
            </a:extLst>
          </p:cNvPr>
          <p:cNvSpPr/>
          <p:nvPr/>
        </p:nvSpPr>
        <p:spPr>
          <a:xfrm>
            <a:off x="5171340" y="501495"/>
            <a:ext cx="6746340" cy="2742629"/>
          </a:xfrm>
          <a:prstGeom prst="roundRect">
            <a:avLst>
              <a:gd name="adj" fmla="val 5455"/>
            </a:avLst>
          </a:prstGeom>
          <a:solidFill>
            <a:schemeClr val="accent2"/>
          </a:solidFill>
          <a:ln w="12700">
            <a:solidFill>
              <a:schemeClr val="bg2"/>
            </a:solidFill>
            <a:prstDash val="solid"/>
          </a:ln>
        </p:spPr>
      </p:sp>
      <p:sp>
        <p:nvSpPr>
          <p:cNvPr id="24" name="ZoneTexte 23">
            <a:extLst>
              <a:ext uri="{FF2B5EF4-FFF2-40B4-BE49-F238E27FC236}">
                <a16:creationId xmlns:a16="http://schemas.microsoft.com/office/drawing/2014/main" id="{68BCA3E2-E0FA-5614-A9F1-B5307D515B49}"/>
              </a:ext>
            </a:extLst>
          </p:cNvPr>
          <p:cNvSpPr txBox="1"/>
          <p:nvPr/>
        </p:nvSpPr>
        <p:spPr>
          <a:xfrm>
            <a:off x="5549412" y="1507814"/>
            <a:ext cx="5990196" cy="1200329"/>
          </a:xfrm>
          <a:prstGeom prst="rect">
            <a:avLst/>
          </a:prstGeom>
          <a:noFill/>
        </p:spPr>
        <p:txBody>
          <a:bodyPr wrap="square" rtlCol="0">
            <a:spAutoFit/>
          </a:bodyPr>
          <a:lstStyle/>
          <a:p>
            <a:pPr marL="342900" indent="-342900">
              <a:buFont typeface="+mj-lt"/>
              <a:buAutoNum type="arabicPeriod"/>
            </a:pPr>
            <a:r>
              <a:rPr lang="" b="1" dirty="0">
                <a:solidFill>
                  <a:schemeClr val="bg1"/>
                </a:solidFill>
              </a:rPr>
              <a:t>Pièces d'entrée obligatoires :</a:t>
            </a:r>
            <a:r>
              <a:rPr lang="" dirty="0">
                <a:solidFill>
                  <a:schemeClr val="bg1"/>
                </a:solidFill>
              </a:rPr>
              <a:t> Carte Grise (véhicule) et Carte d'Identité Nationale (souscripteur)</a:t>
            </a:r>
          </a:p>
          <a:p>
            <a:pPr marL="342900" indent="-342900">
              <a:buFont typeface="+mj-lt"/>
              <a:buAutoNum type="arabicPeriod"/>
            </a:pPr>
            <a:r>
              <a:rPr lang="" b="1" dirty="0">
                <a:solidFill>
                  <a:schemeClr val="bg1"/>
                </a:solidFill>
              </a:rPr>
              <a:t>Documents de sortie :</a:t>
            </a:r>
            <a:r>
              <a:rPr lang="" dirty="0">
                <a:solidFill>
                  <a:schemeClr val="bg1"/>
                </a:solidFill>
              </a:rPr>
              <a:t> Attestation officielle, Contrat d'assurance (en 3 exemplaires) et Dossier de Sinistre.</a:t>
            </a:r>
            <a:endParaRPr lang="LID4096" dirty="0">
              <a:solidFill>
                <a:schemeClr val="bg1"/>
              </a:solidFill>
            </a:endParaRPr>
          </a:p>
        </p:txBody>
      </p:sp>
      <p:sp>
        <p:nvSpPr>
          <p:cNvPr id="26" name="ZoneTexte 25">
            <a:extLst>
              <a:ext uri="{FF2B5EF4-FFF2-40B4-BE49-F238E27FC236}">
                <a16:creationId xmlns:a16="http://schemas.microsoft.com/office/drawing/2014/main" id="{6C08ECF5-3DC2-0033-A075-52FD6AF85388}"/>
              </a:ext>
            </a:extLst>
          </p:cNvPr>
          <p:cNvSpPr txBox="1"/>
          <p:nvPr/>
        </p:nvSpPr>
        <p:spPr>
          <a:xfrm>
            <a:off x="7024606" y="839985"/>
            <a:ext cx="2858860" cy="400110"/>
          </a:xfrm>
          <a:prstGeom prst="rect">
            <a:avLst/>
          </a:prstGeom>
          <a:noFill/>
        </p:spPr>
        <p:txBody>
          <a:bodyPr wrap="none" rtlCol="0">
            <a:spAutoFit/>
          </a:bodyPr>
          <a:lstStyle/>
          <a:p>
            <a:r>
              <a:rPr lang="" sz="2000" b="1" dirty="0">
                <a:solidFill>
                  <a:schemeClr val="bg1"/>
                </a:solidFill>
                <a:latin typeface="Times New Roman" panose="02020603050405020304" pitchFamily="18" charset="0"/>
                <a:cs typeface="Times New Roman" panose="02020603050405020304" pitchFamily="18" charset="0"/>
              </a:rPr>
              <a:t>Typologie Documentaire</a:t>
            </a:r>
            <a:endParaRPr lang="LID4096" sz="2000" b="1" dirty="0">
              <a:solidFill>
                <a:schemeClr val="bg1"/>
              </a:solidFill>
              <a:latin typeface="Times New Roman" panose="02020603050405020304" pitchFamily="18" charset="0"/>
              <a:cs typeface="Times New Roman" panose="02020603050405020304" pitchFamily="18" charset="0"/>
            </a:endParaRPr>
          </a:p>
        </p:txBody>
      </p:sp>
      <p:sp>
        <p:nvSpPr>
          <p:cNvPr id="30" name="ZoneTexte 29">
            <a:extLst>
              <a:ext uri="{FF2B5EF4-FFF2-40B4-BE49-F238E27FC236}">
                <a16:creationId xmlns:a16="http://schemas.microsoft.com/office/drawing/2014/main" id="{723405A6-AF2E-614B-775E-69965834510F}"/>
              </a:ext>
            </a:extLst>
          </p:cNvPr>
          <p:cNvSpPr txBox="1"/>
          <p:nvPr/>
        </p:nvSpPr>
        <p:spPr>
          <a:xfrm>
            <a:off x="6732860" y="3952010"/>
            <a:ext cx="3623300" cy="400110"/>
          </a:xfrm>
          <a:prstGeom prst="rect">
            <a:avLst/>
          </a:prstGeom>
          <a:noFill/>
        </p:spPr>
        <p:txBody>
          <a:bodyPr wrap="none" rtlCol="0">
            <a:spAutoFit/>
          </a:bodyPr>
          <a:lstStyle/>
          <a:p>
            <a:r>
              <a:rPr lang="" sz="2000" b="1" dirty="0">
                <a:solidFill>
                  <a:schemeClr val="bg1"/>
                </a:solidFill>
                <a:latin typeface="Times New Roman" panose="02020603050405020304" pitchFamily="18" charset="0"/>
                <a:cs typeface="Times New Roman" panose="02020603050405020304" pitchFamily="18" charset="0"/>
              </a:rPr>
              <a:t>Environnement Logitiel existan</a:t>
            </a:r>
            <a:endParaRPr lang="LID4096" sz="2000" b="1"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32425823"/>
      </p:ext>
    </p:extLst>
  </p:cSld>
  <p:clrMapOvr>
    <a:masterClrMapping/>
  </p:clrMapOvr>
  <mc:AlternateContent xmlns:mc="http://schemas.openxmlformats.org/markup-compatibility/2006" xmlns:p14="http://schemas.microsoft.com/office/powerpoint/2010/main">
    <mc:Choice Requires="p14">
      <p:transition spd="slow" p14:dur="1600">
        <p14:conveyor dir="l"/>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Limites du système actuel</a:t>
            </a:r>
            <a:endParaRPr lang="en-US" sz="3400" dirty="0"/>
          </a:p>
        </p:txBody>
      </p:sp>
      <p:sp>
        <p:nvSpPr>
          <p:cNvPr id="4" name="Card Affaires nouvelles lourdes"/>
          <p:cNvSpPr/>
          <p:nvPr/>
        </p:nvSpPr>
        <p:spPr>
          <a:xfrm>
            <a:off x="548640" y="1645920"/>
            <a:ext cx="3520440" cy="2011680"/>
          </a:xfrm>
          <a:prstGeom prst="roundRect">
            <a:avLst>
              <a:gd name="adj" fmla="val 5455"/>
            </a:avLst>
          </a:prstGeom>
          <a:solidFill>
            <a:schemeClr val="bg2"/>
          </a:solidFill>
          <a:ln w="12700">
            <a:solidFill>
              <a:schemeClr val="bg2"/>
            </a:solidFill>
            <a:prstDash val="solid"/>
          </a:ln>
        </p:spPr>
      </p:sp>
      <p:sp>
        <p:nvSpPr>
          <p:cNvPr id="5" name="Pastille FaPen"/>
          <p:cNvSpPr/>
          <p:nvPr/>
        </p:nvSpPr>
        <p:spPr>
          <a:xfrm>
            <a:off x="822960" y="2354580"/>
            <a:ext cx="594360" cy="594360"/>
          </a:xfrm>
          <a:prstGeom prst="ellipse">
            <a:avLst/>
          </a:prstGeom>
          <a:solidFill>
            <a:schemeClr val="accent2"/>
          </a:solidFill>
          <a:ln w="12700">
            <a:solidFill>
              <a:schemeClr val="accent2"/>
            </a:solidFill>
            <a:prstDash val="solid"/>
          </a:ln>
        </p:spPr>
      </p:sp>
      <p:pic>
        <p:nvPicPr>
          <p:cNvPr id="6" name="Image 0" descr="FaPen"/>
          <p:cNvPicPr>
            <a:picLocks noChangeAspect="1"/>
          </p:cNvPicPr>
          <p:nvPr/>
        </p:nvPicPr>
        <p:blipFill>
          <a:blip r:embed="rId3"/>
          <a:stretch>
            <a:fillRect/>
          </a:stretch>
        </p:blipFill>
        <p:spPr>
          <a:xfrm>
            <a:off x="989381" y="2521001"/>
            <a:ext cx="261518" cy="261518"/>
          </a:xfrm>
          <a:prstGeom prst="rect">
            <a:avLst/>
          </a:prstGeom>
        </p:spPr>
      </p:pic>
      <p:sp>
        <p:nvSpPr>
          <p:cNvPr id="7" name="Text 3"/>
          <p:cNvSpPr txBox="1"/>
          <p:nvPr/>
        </p:nvSpPr>
        <p:spPr>
          <a:xfrm>
            <a:off x="1645920" y="1737360"/>
            <a:ext cx="2148840" cy="1828800"/>
          </a:xfrm>
          <a:prstGeom prst="rect">
            <a:avLst/>
          </a:prstGeom>
          <a:noFill/>
          <a:ln/>
        </p:spPr>
        <p:txBody>
          <a:bodyPr wrap="square" lIns="0" tIns="0" rIns="0" bIns="0" rtlCol="0" anchor="ctr"/>
          <a:lstStyle/>
          <a:p>
            <a:pPr marL="0" indent="0">
              <a:buNone/>
            </a:pPr>
            <a:r>
              <a:rPr lang="en-US" sz="1800" b="1" dirty="0">
                <a:solidFill>
                  <a:schemeClr val="tx2"/>
                </a:solidFill>
              </a:rPr>
              <a:t>Affaires nouvelles lourdes</a:t>
            </a:r>
            <a:endParaRPr lang="en-US" sz="1800" dirty="0"/>
          </a:p>
          <a:p>
            <a:pPr marL="0" indent="0">
              <a:buNone/>
            </a:pPr>
            <a:r>
              <a:rPr lang="en-US" sz="1400" dirty="0">
                <a:solidFill>
                  <a:schemeClr val="tx1"/>
                </a:solidFill>
              </a:rPr>
              <a:t>Ressaisie manuelle des justificatifs et déplacements du document entre bureaux.</a:t>
            </a:r>
            <a:endParaRPr lang="en-US" sz="1800" dirty="0"/>
          </a:p>
        </p:txBody>
      </p:sp>
      <p:sp>
        <p:nvSpPr>
          <p:cNvPr id="8" name="Card Goulot de validation"/>
          <p:cNvSpPr/>
          <p:nvPr/>
        </p:nvSpPr>
        <p:spPr>
          <a:xfrm>
            <a:off x="4334256" y="1645920"/>
            <a:ext cx="3520440" cy="2011680"/>
          </a:xfrm>
          <a:prstGeom prst="roundRect">
            <a:avLst>
              <a:gd name="adj" fmla="val 5455"/>
            </a:avLst>
          </a:prstGeom>
          <a:solidFill>
            <a:schemeClr val="bg2"/>
          </a:solidFill>
          <a:ln w="12700">
            <a:solidFill>
              <a:schemeClr val="bg2"/>
            </a:solidFill>
            <a:prstDash val="solid"/>
          </a:ln>
        </p:spPr>
      </p:sp>
      <p:sp>
        <p:nvSpPr>
          <p:cNvPr id="9" name="Pastille FaClock"/>
          <p:cNvSpPr/>
          <p:nvPr/>
        </p:nvSpPr>
        <p:spPr>
          <a:xfrm>
            <a:off x="4608576" y="2354580"/>
            <a:ext cx="594360" cy="594360"/>
          </a:xfrm>
          <a:prstGeom prst="ellipse">
            <a:avLst/>
          </a:prstGeom>
          <a:solidFill>
            <a:schemeClr val="accent2"/>
          </a:solidFill>
          <a:ln w="12700">
            <a:solidFill>
              <a:schemeClr val="accent2"/>
            </a:solidFill>
            <a:prstDash val="solid"/>
          </a:ln>
        </p:spPr>
      </p:sp>
      <p:pic>
        <p:nvPicPr>
          <p:cNvPr id="10" name="Image 1" descr="FaClock"/>
          <p:cNvPicPr>
            <a:picLocks noChangeAspect="1"/>
          </p:cNvPicPr>
          <p:nvPr/>
        </p:nvPicPr>
        <p:blipFill>
          <a:blip r:embed="rId4"/>
          <a:stretch>
            <a:fillRect/>
          </a:stretch>
        </p:blipFill>
        <p:spPr>
          <a:xfrm>
            <a:off x="4774997" y="2521001"/>
            <a:ext cx="261518" cy="261518"/>
          </a:xfrm>
          <a:prstGeom prst="rect">
            <a:avLst/>
          </a:prstGeom>
        </p:spPr>
      </p:pic>
      <p:sp>
        <p:nvSpPr>
          <p:cNvPr id="11" name="Text 6"/>
          <p:cNvSpPr txBox="1"/>
          <p:nvPr/>
        </p:nvSpPr>
        <p:spPr>
          <a:xfrm>
            <a:off x="5431536" y="1737360"/>
            <a:ext cx="2148840" cy="1828800"/>
          </a:xfrm>
          <a:prstGeom prst="rect">
            <a:avLst/>
          </a:prstGeom>
          <a:noFill/>
          <a:ln/>
        </p:spPr>
        <p:txBody>
          <a:bodyPr wrap="square" lIns="0" tIns="0" rIns="0" bIns="0" rtlCol="0" anchor="ctr"/>
          <a:lstStyle/>
          <a:p>
            <a:pPr marL="0" indent="0">
              <a:buNone/>
            </a:pPr>
            <a:r>
              <a:rPr lang="en-US" sz="1800" b="1" dirty="0">
                <a:solidFill>
                  <a:schemeClr val="tx2"/>
                </a:solidFill>
              </a:rPr>
              <a:t>Goulot de validation</a:t>
            </a:r>
            <a:endParaRPr lang="en-US" sz="1800" dirty="0"/>
          </a:p>
          <a:p>
            <a:pPr marL="0" indent="0">
              <a:buNone/>
            </a:pPr>
            <a:r>
              <a:rPr lang="en-US" sz="1400" dirty="0">
                <a:solidFill>
                  <a:schemeClr val="tx1"/>
                </a:solidFill>
              </a:rPr>
              <a:t>La signature physique du Directeur précède la caisse : le client attend.</a:t>
            </a:r>
            <a:endParaRPr lang="en-US" sz="1800" dirty="0"/>
          </a:p>
        </p:txBody>
      </p:sp>
      <p:sp>
        <p:nvSpPr>
          <p:cNvPr id="12" name="Card Dépendance à Internet"/>
          <p:cNvSpPr/>
          <p:nvPr/>
        </p:nvSpPr>
        <p:spPr>
          <a:xfrm>
            <a:off x="8119872" y="1645920"/>
            <a:ext cx="3520440" cy="2011680"/>
          </a:xfrm>
          <a:prstGeom prst="roundRect">
            <a:avLst>
              <a:gd name="adj" fmla="val 5455"/>
            </a:avLst>
          </a:prstGeom>
          <a:solidFill>
            <a:schemeClr val="bg2"/>
          </a:solidFill>
          <a:ln w="12700">
            <a:solidFill>
              <a:schemeClr val="bg2"/>
            </a:solidFill>
            <a:prstDash val="solid"/>
          </a:ln>
        </p:spPr>
      </p:sp>
      <p:sp>
        <p:nvSpPr>
          <p:cNvPr id="13" name="Pastille FaWifi"/>
          <p:cNvSpPr/>
          <p:nvPr/>
        </p:nvSpPr>
        <p:spPr>
          <a:xfrm>
            <a:off x="8394192" y="2354580"/>
            <a:ext cx="594360" cy="594360"/>
          </a:xfrm>
          <a:prstGeom prst="ellipse">
            <a:avLst/>
          </a:prstGeom>
          <a:solidFill>
            <a:schemeClr val="accent2"/>
          </a:solidFill>
          <a:ln w="12700">
            <a:solidFill>
              <a:schemeClr val="accent2"/>
            </a:solidFill>
            <a:prstDash val="solid"/>
          </a:ln>
        </p:spPr>
      </p:sp>
      <p:pic>
        <p:nvPicPr>
          <p:cNvPr id="14" name="Image 2" descr="FaWifi"/>
          <p:cNvPicPr>
            <a:picLocks noChangeAspect="1"/>
          </p:cNvPicPr>
          <p:nvPr/>
        </p:nvPicPr>
        <p:blipFill>
          <a:blip r:embed="rId5"/>
          <a:stretch>
            <a:fillRect/>
          </a:stretch>
        </p:blipFill>
        <p:spPr>
          <a:xfrm>
            <a:off x="8560613" y="2521001"/>
            <a:ext cx="261518" cy="261518"/>
          </a:xfrm>
          <a:prstGeom prst="rect">
            <a:avLst/>
          </a:prstGeom>
        </p:spPr>
      </p:pic>
      <p:sp>
        <p:nvSpPr>
          <p:cNvPr id="15" name="Text 9"/>
          <p:cNvSpPr txBox="1"/>
          <p:nvPr/>
        </p:nvSpPr>
        <p:spPr>
          <a:xfrm>
            <a:off x="9217152" y="1737360"/>
            <a:ext cx="2148840" cy="1828800"/>
          </a:xfrm>
          <a:prstGeom prst="rect">
            <a:avLst/>
          </a:prstGeom>
          <a:noFill/>
          <a:ln/>
        </p:spPr>
        <p:txBody>
          <a:bodyPr wrap="square" lIns="0" tIns="0" rIns="0" bIns="0" rtlCol="0" anchor="ctr"/>
          <a:lstStyle/>
          <a:p>
            <a:pPr marL="0" indent="0">
              <a:buNone/>
            </a:pPr>
            <a:r>
              <a:rPr lang="en-US" sz="1800" b="1" dirty="0">
                <a:solidFill>
                  <a:schemeClr val="tx2"/>
                </a:solidFill>
              </a:rPr>
              <a:t>Dépendance à Internet</a:t>
            </a:r>
            <a:endParaRPr lang="en-US" sz="1800" dirty="0"/>
          </a:p>
          <a:p>
            <a:pPr marL="0" indent="0">
              <a:buNone/>
            </a:pPr>
            <a:r>
              <a:rPr lang="en-US" sz="1400" dirty="0">
                <a:solidFill>
                  <a:schemeClr val="tx1"/>
                </a:solidFill>
              </a:rPr>
              <a:t>Sans réseau, Odoo est inaccessible : bascule sur Excel et double saisie.</a:t>
            </a:r>
            <a:endParaRPr lang="en-US" sz="1800" dirty="0"/>
          </a:p>
        </p:txBody>
      </p:sp>
      <p:sp>
        <p:nvSpPr>
          <p:cNvPr id="16" name="Card Corrections complexes"/>
          <p:cNvSpPr/>
          <p:nvPr/>
        </p:nvSpPr>
        <p:spPr>
          <a:xfrm>
            <a:off x="548640" y="3840480"/>
            <a:ext cx="3520440" cy="2011680"/>
          </a:xfrm>
          <a:prstGeom prst="roundRect">
            <a:avLst>
              <a:gd name="adj" fmla="val 5455"/>
            </a:avLst>
          </a:prstGeom>
          <a:solidFill>
            <a:schemeClr val="bg2"/>
          </a:solidFill>
          <a:ln w="12700">
            <a:solidFill>
              <a:schemeClr val="bg2"/>
            </a:solidFill>
            <a:prstDash val="solid"/>
          </a:ln>
        </p:spPr>
      </p:sp>
      <p:sp>
        <p:nvSpPr>
          <p:cNvPr id="17" name="Pastille FaExclamationTriangle"/>
          <p:cNvSpPr/>
          <p:nvPr/>
        </p:nvSpPr>
        <p:spPr>
          <a:xfrm>
            <a:off x="822960" y="4549140"/>
            <a:ext cx="594360" cy="594360"/>
          </a:xfrm>
          <a:prstGeom prst="ellipse">
            <a:avLst/>
          </a:prstGeom>
          <a:solidFill>
            <a:schemeClr val="accent2"/>
          </a:solidFill>
          <a:ln w="12700">
            <a:solidFill>
              <a:schemeClr val="accent2"/>
            </a:solidFill>
            <a:prstDash val="solid"/>
          </a:ln>
        </p:spPr>
      </p:sp>
      <p:pic>
        <p:nvPicPr>
          <p:cNvPr id="18" name="Image 3" descr="FaExclamationTriangle"/>
          <p:cNvPicPr>
            <a:picLocks noChangeAspect="1"/>
          </p:cNvPicPr>
          <p:nvPr/>
        </p:nvPicPr>
        <p:blipFill>
          <a:blip r:embed="rId6"/>
          <a:stretch>
            <a:fillRect/>
          </a:stretch>
        </p:blipFill>
        <p:spPr>
          <a:xfrm>
            <a:off x="989381" y="4715561"/>
            <a:ext cx="261518" cy="261518"/>
          </a:xfrm>
          <a:prstGeom prst="rect">
            <a:avLst/>
          </a:prstGeom>
        </p:spPr>
      </p:pic>
      <p:sp>
        <p:nvSpPr>
          <p:cNvPr id="19" name="Text 12"/>
          <p:cNvSpPr txBox="1"/>
          <p:nvPr/>
        </p:nvSpPr>
        <p:spPr>
          <a:xfrm>
            <a:off x="1645920" y="3931920"/>
            <a:ext cx="2148840" cy="1828800"/>
          </a:xfrm>
          <a:prstGeom prst="rect">
            <a:avLst/>
          </a:prstGeom>
          <a:noFill/>
          <a:ln/>
        </p:spPr>
        <p:txBody>
          <a:bodyPr wrap="square" lIns="0" tIns="0" rIns="0" bIns="0" rtlCol="0" anchor="ctr"/>
          <a:lstStyle/>
          <a:p>
            <a:pPr marL="0" indent="0">
              <a:buNone/>
            </a:pPr>
            <a:r>
              <a:rPr lang="en-US" sz="1800" b="1" dirty="0">
                <a:solidFill>
                  <a:schemeClr val="tx2"/>
                </a:solidFill>
              </a:rPr>
              <a:t>Corrections complexes</a:t>
            </a:r>
            <a:endParaRPr lang="en-US" sz="1800" dirty="0"/>
          </a:p>
          <a:p>
            <a:pPr marL="0" indent="0">
              <a:buNone/>
            </a:pPr>
            <a:r>
              <a:rPr lang="en-US" sz="1400" dirty="0">
                <a:solidFill>
                  <a:schemeClr val="tx1"/>
                </a:solidFill>
              </a:rPr>
              <a:t>Une erreur détectée après l'envoi mensuel impose des régularisations avec le siège.</a:t>
            </a:r>
            <a:endParaRPr lang="en-US" sz="1800" dirty="0"/>
          </a:p>
        </p:txBody>
      </p:sp>
      <p:sp>
        <p:nvSpPr>
          <p:cNvPr id="20" name="Card Transmission tardive"/>
          <p:cNvSpPr/>
          <p:nvPr/>
        </p:nvSpPr>
        <p:spPr>
          <a:xfrm>
            <a:off x="4334256" y="3840480"/>
            <a:ext cx="3520440" cy="2011680"/>
          </a:xfrm>
          <a:prstGeom prst="roundRect">
            <a:avLst>
              <a:gd name="adj" fmla="val 5455"/>
            </a:avLst>
          </a:prstGeom>
          <a:solidFill>
            <a:schemeClr val="bg2"/>
          </a:solidFill>
          <a:ln w="12700">
            <a:solidFill>
              <a:schemeClr val="bg2"/>
            </a:solidFill>
            <a:prstDash val="solid"/>
          </a:ln>
        </p:spPr>
      </p:sp>
      <p:sp>
        <p:nvSpPr>
          <p:cNvPr id="21" name="Pastille FaFolderOpen"/>
          <p:cNvSpPr/>
          <p:nvPr/>
        </p:nvSpPr>
        <p:spPr>
          <a:xfrm>
            <a:off x="4608576" y="4549140"/>
            <a:ext cx="594360" cy="594360"/>
          </a:xfrm>
          <a:prstGeom prst="ellipse">
            <a:avLst/>
          </a:prstGeom>
          <a:solidFill>
            <a:schemeClr val="accent2"/>
          </a:solidFill>
          <a:ln w="12700">
            <a:solidFill>
              <a:schemeClr val="accent2"/>
            </a:solidFill>
            <a:prstDash val="solid"/>
          </a:ln>
        </p:spPr>
      </p:sp>
      <p:pic>
        <p:nvPicPr>
          <p:cNvPr id="22" name="Image 4" descr="FaFolderOpen"/>
          <p:cNvPicPr>
            <a:picLocks noChangeAspect="1"/>
          </p:cNvPicPr>
          <p:nvPr/>
        </p:nvPicPr>
        <p:blipFill>
          <a:blip r:embed="rId7"/>
          <a:stretch>
            <a:fillRect/>
          </a:stretch>
        </p:blipFill>
        <p:spPr>
          <a:xfrm>
            <a:off x="4774997" y="4715561"/>
            <a:ext cx="261518" cy="261518"/>
          </a:xfrm>
          <a:prstGeom prst="rect">
            <a:avLst/>
          </a:prstGeom>
        </p:spPr>
      </p:pic>
      <p:sp>
        <p:nvSpPr>
          <p:cNvPr id="23" name="Text 15"/>
          <p:cNvSpPr txBox="1"/>
          <p:nvPr/>
        </p:nvSpPr>
        <p:spPr>
          <a:xfrm>
            <a:off x="5431536" y="3931920"/>
            <a:ext cx="2148840" cy="1828800"/>
          </a:xfrm>
          <a:prstGeom prst="rect">
            <a:avLst/>
          </a:prstGeom>
          <a:noFill/>
          <a:ln/>
        </p:spPr>
        <p:txBody>
          <a:bodyPr wrap="square" lIns="0" tIns="0" rIns="0" bIns="0" rtlCol="0" anchor="ctr"/>
          <a:lstStyle/>
          <a:p>
            <a:pPr marL="0" indent="0">
              <a:buNone/>
            </a:pPr>
            <a:r>
              <a:rPr lang="en-US" sz="1800" b="1" dirty="0">
                <a:solidFill>
                  <a:schemeClr val="tx2"/>
                </a:solidFill>
              </a:rPr>
              <a:t>Transmission tardive</a:t>
            </a:r>
            <a:endParaRPr lang="en-US" sz="1800" dirty="0"/>
          </a:p>
          <a:p>
            <a:pPr marL="0" indent="0">
              <a:buNone/>
            </a:pPr>
            <a:r>
              <a:rPr lang="en-US" sz="1400" dirty="0">
                <a:solidFill>
                  <a:schemeClr val="tx1"/>
                </a:solidFill>
              </a:rPr>
              <a:t>Dossiers envoyés au siège une fois par mois : consolidation différée.</a:t>
            </a:r>
            <a:endParaRPr lang="en-US" sz="1800" dirty="0"/>
          </a:p>
        </p:txBody>
      </p:sp>
      <p:sp>
        <p:nvSpPr>
          <p:cNvPr id="24" name="Card À conserver"/>
          <p:cNvSpPr/>
          <p:nvPr/>
        </p:nvSpPr>
        <p:spPr>
          <a:xfrm>
            <a:off x="8119872" y="3840480"/>
            <a:ext cx="3520440" cy="2011680"/>
          </a:xfrm>
          <a:prstGeom prst="roundRect">
            <a:avLst>
              <a:gd name="adj" fmla="val 5455"/>
            </a:avLst>
          </a:prstGeom>
          <a:solidFill>
            <a:schemeClr val="tx2"/>
          </a:solidFill>
          <a:ln w="12700">
            <a:solidFill>
              <a:schemeClr val="tx2"/>
            </a:solidFill>
            <a:prstDash val="solid"/>
          </a:ln>
        </p:spPr>
      </p:sp>
      <p:sp>
        <p:nvSpPr>
          <p:cNvPr id="25" name="Pastille FaCheckCircle"/>
          <p:cNvSpPr/>
          <p:nvPr/>
        </p:nvSpPr>
        <p:spPr>
          <a:xfrm>
            <a:off x="8394192" y="4549140"/>
            <a:ext cx="594360" cy="594360"/>
          </a:xfrm>
          <a:prstGeom prst="ellipse">
            <a:avLst/>
          </a:prstGeom>
          <a:solidFill>
            <a:schemeClr val="accent1"/>
          </a:solidFill>
          <a:ln w="12700">
            <a:solidFill>
              <a:schemeClr val="accent1"/>
            </a:solidFill>
            <a:prstDash val="solid"/>
          </a:ln>
        </p:spPr>
      </p:sp>
      <p:pic>
        <p:nvPicPr>
          <p:cNvPr id="26" name="Image 5" descr="FaCheckCircle"/>
          <p:cNvPicPr>
            <a:picLocks noChangeAspect="1"/>
          </p:cNvPicPr>
          <p:nvPr/>
        </p:nvPicPr>
        <p:blipFill>
          <a:blip r:embed="rId8"/>
          <a:stretch>
            <a:fillRect/>
          </a:stretch>
        </p:blipFill>
        <p:spPr>
          <a:xfrm>
            <a:off x="8560613" y="4715561"/>
            <a:ext cx="261518" cy="261518"/>
          </a:xfrm>
          <a:prstGeom prst="rect">
            <a:avLst/>
          </a:prstGeom>
        </p:spPr>
      </p:pic>
      <p:sp>
        <p:nvSpPr>
          <p:cNvPr id="27" name="Text 18"/>
          <p:cNvSpPr txBox="1"/>
          <p:nvPr/>
        </p:nvSpPr>
        <p:spPr>
          <a:xfrm>
            <a:off x="9217152" y="3931920"/>
            <a:ext cx="2148840" cy="1828800"/>
          </a:xfrm>
          <a:prstGeom prst="rect">
            <a:avLst/>
          </a:prstGeom>
          <a:noFill/>
          <a:ln/>
        </p:spPr>
        <p:txBody>
          <a:bodyPr wrap="square" lIns="0" tIns="0" rIns="0" bIns="0" rtlCol="0" anchor="ctr"/>
          <a:lstStyle/>
          <a:p>
            <a:pPr marL="0" indent="0">
              <a:buNone/>
            </a:pPr>
            <a:r>
              <a:rPr lang="en-US" sz="1800" b="1" dirty="0">
                <a:solidFill>
                  <a:schemeClr val="bg1"/>
                </a:solidFill>
              </a:rPr>
              <a:t>À conserver</a:t>
            </a:r>
            <a:endParaRPr lang="en-US" sz="1800" dirty="0"/>
          </a:p>
          <a:p>
            <a:pPr marL="0" indent="0">
              <a:buNone/>
            </a:pPr>
            <a:r>
              <a:rPr lang="en-US" sz="1400" dirty="0">
                <a:solidFill>
                  <a:schemeClr val="bg1"/>
                </a:solidFill>
              </a:rPr>
              <a:t>Double signature, contrôle de la caisse, trois exemplaires : sécurité et traçabilité.</a:t>
            </a:r>
            <a:endParaRPr lang="en-US" sz="1800" dirty="0"/>
          </a:p>
        </p:txBody>
      </p:sp>
      <p:sp>
        <p:nvSpPr>
          <p:cNvPr id="3"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fld id="{F7021451-1387-4CA6-816F-3879F97B5CBC}" type="slidenum">
              <a:rPr lang="en-US" b="0"/>
              <a:t>10</a:t>
            </a:fld>
            <a:endParaRPr lang="en-US"/>
          </a:p>
        </p:txBody>
      </p:sp>
    </p:spTree>
  </p:cSld>
  <p:clrMapOvr>
    <a:masterClrMapping/>
  </p:clrMapOvr>
  <mc:AlternateContent xmlns:mc="http://schemas.openxmlformats.org/markup-compatibility/2006" xmlns:p14="http://schemas.microsoft.com/office/powerpoint/2010/main">
    <mc:Choice Requires="p14">
      <p:transition spd="slow" p14:dur="2000">
        <p14:prism dir="u" isContent="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err="1">
                <a:solidFill>
                  <a:schemeClr val="tx2"/>
                </a:solidFill>
              </a:rPr>
              <a:t>Comparaisons</a:t>
            </a:r>
            <a:r>
              <a:rPr lang="en-US" sz="3400" b="1" dirty="0">
                <a:solidFill>
                  <a:schemeClr val="tx2"/>
                </a:solidFill>
              </a:rPr>
              <a:t> des solutions</a:t>
            </a:r>
            <a:endParaRPr lang="en-US" sz="3400" dirty="0"/>
          </a:p>
        </p:txBody>
      </p:sp>
      <p:pic>
        <p:nvPicPr>
          <p:cNvPr id="6" name="Image 0" descr="FaUsers"/>
          <p:cNvPicPr>
            <a:picLocks noChangeAspect="1"/>
          </p:cNvPicPr>
          <p:nvPr/>
        </p:nvPicPr>
        <p:blipFill>
          <a:blip r:embed="rId3"/>
          <a:stretch>
            <a:fillRect/>
          </a:stretch>
        </p:blipFill>
        <p:spPr>
          <a:xfrm>
            <a:off x="989381" y="2086661"/>
            <a:ext cx="261518" cy="261518"/>
          </a:xfrm>
          <a:prstGeom prst="rect">
            <a:avLst/>
          </a:prstGeom>
        </p:spPr>
      </p:pic>
      <p:pic>
        <p:nvPicPr>
          <p:cNvPr id="16" name="Image 2" descr="FaCalculator"/>
          <p:cNvPicPr>
            <a:picLocks noChangeAspect="1"/>
          </p:cNvPicPr>
          <p:nvPr/>
        </p:nvPicPr>
        <p:blipFill>
          <a:blip r:embed="rId4"/>
          <a:stretch>
            <a:fillRect/>
          </a:stretch>
        </p:blipFill>
        <p:spPr>
          <a:xfrm>
            <a:off x="989381" y="4898441"/>
            <a:ext cx="261518" cy="261518"/>
          </a:xfrm>
          <a:prstGeom prst="rect">
            <a:avLst/>
          </a:prstGeom>
        </p:spPr>
      </p:pic>
      <p:pic>
        <p:nvPicPr>
          <p:cNvPr id="24" name="Image 4" descr="FaClipboardList"/>
          <p:cNvPicPr>
            <a:picLocks noChangeAspect="1"/>
          </p:cNvPicPr>
          <p:nvPr/>
        </p:nvPicPr>
        <p:blipFill>
          <a:blip r:embed="rId5"/>
          <a:stretch>
            <a:fillRect/>
          </a:stretch>
        </p:blipFill>
        <p:spPr>
          <a:xfrm>
            <a:off x="6658661" y="4898441"/>
            <a:ext cx="261518" cy="261518"/>
          </a:xfrm>
          <a:prstGeom prst="rect">
            <a:avLst/>
          </a:prstGeom>
        </p:spPr>
      </p:pic>
      <p:pic>
        <p:nvPicPr>
          <p:cNvPr id="28" name="Image 5" descr="FaChartLine"/>
          <p:cNvPicPr>
            <a:picLocks noChangeAspect="1"/>
          </p:cNvPicPr>
          <p:nvPr/>
        </p:nvPicPr>
        <p:blipFill>
          <a:blip r:embed="rId6"/>
          <a:stretch>
            <a:fillRect/>
          </a:stretch>
        </p:blipFill>
        <p:spPr>
          <a:xfrm>
            <a:off x="9493301" y="4898441"/>
            <a:ext cx="261518" cy="261518"/>
          </a:xfrm>
          <a:prstGeom prst="rect">
            <a:avLst/>
          </a:prstGeom>
        </p:spPr>
      </p:pic>
      <p:sp>
        <p:nvSpPr>
          <p:cNvPr id="3"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fld id="{F7021451-1387-4CA6-816F-3879F97B5CBC}" type="slidenum">
              <a:rPr lang="en-US" b="0"/>
              <a:t>11</a:t>
            </a:fld>
            <a:endParaRPr lang="en-US"/>
          </a:p>
        </p:txBody>
      </p:sp>
      <p:graphicFrame>
        <p:nvGraphicFramePr>
          <p:cNvPr id="31" name="Tableau 30">
            <a:extLst>
              <a:ext uri="{FF2B5EF4-FFF2-40B4-BE49-F238E27FC236}">
                <a16:creationId xmlns:a16="http://schemas.microsoft.com/office/drawing/2014/main" id="{DA7A1D67-8996-7EC6-02BB-A95F7F5E7647}"/>
              </a:ext>
            </a:extLst>
          </p:cNvPr>
          <p:cNvGraphicFramePr>
            <a:graphicFrameLocks noGrp="1"/>
          </p:cNvGraphicFramePr>
          <p:nvPr>
            <p:extLst>
              <p:ext uri="{D42A27DB-BD31-4B8C-83A1-F6EECF244321}">
                <p14:modId xmlns:p14="http://schemas.microsoft.com/office/powerpoint/2010/main" val="760860312"/>
              </p:ext>
            </p:extLst>
          </p:nvPr>
        </p:nvGraphicFramePr>
        <p:xfrm>
          <a:off x="548639" y="1280159"/>
          <a:ext cx="11064240" cy="4835508"/>
        </p:xfrm>
        <a:graphic>
          <a:graphicData uri="http://schemas.openxmlformats.org/drawingml/2006/table">
            <a:tbl>
              <a:tblPr firstRow="1" bandRow="1">
                <a:tableStyleId>{72833802-FEF1-4C79-8D5D-14CF1EAF98D9}</a:tableStyleId>
              </a:tblPr>
              <a:tblGrid>
                <a:gridCol w="3688080">
                  <a:extLst>
                    <a:ext uri="{9D8B030D-6E8A-4147-A177-3AD203B41FA5}">
                      <a16:colId xmlns:a16="http://schemas.microsoft.com/office/drawing/2014/main" val="2064375527"/>
                    </a:ext>
                  </a:extLst>
                </a:gridCol>
                <a:gridCol w="3688080">
                  <a:extLst>
                    <a:ext uri="{9D8B030D-6E8A-4147-A177-3AD203B41FA5}">
                      <a16:colId xmlns:a16="http://schemas.microsoft.com/office/drawing/2014/main" val="334862137"/>
                    </a:ext>
                  </a:extLst>
                </a:gridCol>
                <a:gridCol w="3688080">
                  <a:extLst>
                    <a:ext uri="{9D8B030D-6E8A-4147-A177-3AD203B41FA5}">
                      <a16:colId xmlns:a16="http://schemas.microsoft.com/office/drawing/2014/main" val="2492204388"/>
                    </a:ext>
                  </a:extLst>
                </a:gridCol>
              </a:tblGrid>
              <a:tr h="805918">
                <a:tc>
                  <a:txBody>
                    <a:bodyPr/>
                    <a:lstStyle/>
                    <a:p>
                      <a:pPr algn="ctr"/>
                      <a:r>
                        <a:rPr lang="" sz="2000" dirty="0">
                          <a:latin typeface="Times New Roman" panose="02020603050405020304" pitchFamily="18" charset="0"/>
                          <a:cs typeface="Times New Roman" panose="02020603050405020304" pitchFamily="18" charset="0"/>
                        </a:rPr>
                        <a:t>Critères d'évaluation</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dirty="0">
                          <a:latin typeface="Times New Roman" panose="02020603050405020304" pitchFamily="18" charset="0"/>
                          <a:cs typeface="Times New Roman" panose="02020603050405020304" pitchFamily="18" charset="0"/>
                        </a:rPr>
                        <a:t>🌐 Solution 1 : Application Web</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dirty="0">
                          <a:latin typeface="Times New Roman" panose="02020603050405020304" pitchFamily="18" charset="0"/>
                          <a:cs typeface="Times New Roman" panose="02020603050405020304" pitchFamily="18" charset="0"/>
                        </a:rPr>
                        <a:t>💻 Solution 2 : Logiciel Desktop</a:t>
                      </a:r>
                      <a:endParaRPr lang="LID4096" sz="20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3891811488"/>
                  </a:ext>
                </a:extLst>
              </a:tr>
              <a:tr h="805918">
                <a:tc>
                  <a:txBody>
                    <a:bodyPr/>
                    <a:lstStyle/>
                    <a:p>
                      <a:pPr algn="ctr"/>
                      <a:r>
                        <a:rPr lang="" sz="2000" dirty="0">
                          <a:latin typeface="Times New Roman" panose="02020603050405020304" pitchFamily="18" charset="0"/>
                          <a:cs typeface="Times New Roman" panose="02020603050405020304" pitchFamily="18" charset="0"/>
                        </a:rPr>
                        <a:t>Coût initial</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i="0" dirty="0">
                          <a:latin typeface="Times New Roman" panose="02020603050405020304" pitchFamily="18" charset="0"/>
                          <a:cs typeface="Times New Roman" panose="02020603050405020304" pitchFamily="18" charset="0"/>
                        </a:rPr>
                        <a:t>Modéré à réduit</a:t>
                      </a:r>
                      <a:endParaRPr lang="LID4096" sz="2000" b="1" i="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dirty="0">
                          <a:latin typeface="Times New Roman" panose="02020603050405020304" pitchFamily="18" charset="0"/>
                          <a:cs typeface="Times New Roman" panose="02020603050405020304" pitchFamily="18" charset="0"/>
                        </a:rPr>
                        <a:t>Élevé</a:t>
                      </a:r>
                      <a:endParaRPr lang="LID4096" sz="2000" b="1"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230453901"/>
                  </a:ext>
                </a:extLst>
              </a:tr>
              <a:tr h="805918">
                <a:tc>
                  <a:txBody>
                    <a:bodyPr/>
                    <a:lstStyle/>
                    <a:p>
                      <a:pPr algn="ctr"/>
                      <a:r>
                        <a:rPr lang="" sz="2000" dirty="0">
                          <a:latin typeface="Times New Roman" panose="02020603050405020304" pitchFamily="18" charset="0"/>
                          <a:cs typeface="Times New Roman" panose="02020603050405020304" pitchFamily="18" charset="0"/>
                        </a:rPr>
                        <a:t>Matériel nécessaire</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Minimal</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Variable</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754175374"/>
                  </a:ext>
                </a:extLst>
              </a:tr>
              <a:tr h="805918">
                <a:tc>
                  <a:txBody>
                    <a:bodyPr/>
                    <a:lstStyle/>
                    <a:p>
                      <a:pPr algn="ctr"/>
                      <a:r>
                        <a:rPr lang="" sz="2000" dirty="0">
                          <a:latin typeface="Times New Roman" panose="02020603050405020304" pitchFamily="18" charset="0"/>
                          <a:cs typeface="Times New Roman" panose="02020603050405020304" pitchFamily="18" charset="0"/>
                        </a:rPr>
                        <a:t>Déploiement</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Centralisé</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Lourd</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517259082"/>
                  </a:ext>
                </a:extLst>
              </a:tr>
              <a:tr h="805918">
                <a:tc>
                  <a:txBody>
                    <a:bodyPr/>
                    <a:lstStyle/>
                    <a:p>
                      <a:pPr algn="ctr"/>
                      <a:r>
                        <a:rPr lang="" sz="2000" dirty="0">
                          <a:latin typeface="Times New Roman" panose="02020603050405020304" pitchFamily="18" charset="0"/>
                          <a:cs typeface="Times New Roman" panose="02020603050405020304" pitchFamily="18" charset="0"/>
                        </a:rPr>
                        <a:t>Gestion des alertes</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Dynamique</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Limitée</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954926928"/>
                  </a:ext>
                </a:extLst>
              </a:tr>
              <a:tr h="805918">
                <a:tc>
                  <a:txBody>
                    <a:bodyPr/>
                    <a:lstStyle/>
                    <a:p>
                      <a:pPr algn="ctr"/>
                      <a:r>
                        <a:rPr lang="" sz="2000" dirty="0">
                          <a:latin typeface="Times New Roman" panose="02020603050405020304" pitchFamily="18" charset="0"/>
                          <a:cs typeface="Times New Roman" panose="02020603050405020304" pitchFamily="18" charset="0"/>
                        </a:rPr>
                        <a:t>Charges humaines (Maintenance)</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Optimisée</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Lourde</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180338887"/>
                  </a:ext>
                </a:extLst>
              </a:tr>
            </a:tbl>
          </a:graphicData>
        </a:graphic>
      </p:graphicFrame>
    </p:spTree>
  </p:cSld>
  <p:clrMapOvr>
    <a:masterClrMapping/>
  </p:clrMapOvr>
  <mc:AlternateContent xmlns:mc="http://schemas.openxmlformats.org/markup-compatibility/2006" xmlns:p14="http://schemas.microsoft.com/office/powerpoint/2010/main">
    <mc:Choice Requires="p14">
      <p:transition spd="slow" p14:dur="1600">
        <p14:prism isContent="1" isInverted="1"/>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Solution retenue : une application web</a:t>
            </a:r>
            <a:endParaRPr lang="en-US" sz="3400" dirty="0"/>
          </a:p>
        </p:txBody>
      </p:sp>
      <p:sp>
        <p:nvSpPr>
          <p:cNvPr id="4" name="Text 1"/>
          <p:cNvSpPr txBox="1"/>
          <p:nvPr/>
        </p:nvSpPr>
        <p:spPr>
          <a:xfrm>
            <a:off x="548640" y="1600200"/>
            <a:ext cx="5486400" cy="365760"/>
          </a:xfrm>
          <a:prstGeom prst="rect">
            <a:avLst/>
          </a:prstGeom>
          <a:noFill/>
          <a:ln/>
        </p:spPr>
        <p:txBody>
          <a:bodyPr wrap="square" lIns="0" tIns="0" rIns="0" bIns="0" rtlCol="0" anchor="ctr"/>
          <a:lstStyle/>
          <a:p>
            <a:pPr marL="0" indent="0">
              <a:buNone/>
            </a:pPr>
            <a:r>
              <a:rPr lang="en-US" sz="2000" b="1" dirty="0">
                <a:solidFill>
                  <a:schemeClr val="tx2"/>
                </a:solidFill>
              </a:rPr>
              <a:t>Pourquoi le web ?</a:t>
            </a:r>
            <a:endParaRPr lang="en-US" sz="2000" dirty="0"/>
          </a:p>
        </p:txBody>
      </p:sp>
      <p:sp>
        <p:nvSpPr>
          <p:cNvPr id="5" name="Card Accès immédiat"/>
          <p:cNvSpPr/>
          <p:nvPr/>
        </p:nvSpPr>
        <p:spPr>
          <a:xfrm>
            <a:off x="548640" y="2103120"/>
            <a:ext cx="5486400" cy="1188720"/>
          </a:xfrm>
          <a:prstGeom prst="roundRect">
            <a:avLst>
              <a:gd name="adj" fmla="val 9231"/>
            </a:avLst>
          </a:prstGeom>
          <a:solidFill>
            <a:schemeClr val="bg2"/>
          </a:solidFill>
          <a:ln w="12700">
            <a:solidFill>
              <a:schemeClr val="bg2"/>
            </a:solidFill>
            <a:prstDash val="solid"/>
          </a:ln>
        </p:spPr>
      </p:sp>
      <p:sp>
        <p:nvSpPr>
          <p:cNvPr id="6" name="Pastille FaGlobe"/>
          <p:cNvSpPr/>
          <p:nvPr/>
        </p:nvSpPr>
        <p:spPr>
          <a:xfrm>
            <a:off x="822960" y="2400300"/>
            <a:ext cx="594360" cy="594360"/>
          </a:xfrm>
          <a:prstGeom prst="ellipse">
            <a:avLst/>
          </a:prstGeom>
          <a:solidFill>
            <a:schemeClr val="accent2"/>
          </a:solidFill>
          <a:ln w="12700">
            <a:solidFill>
              <a:schemeClr val="accent2"/>
            </a:solidFill>
            <a:prstDash val="solid"/>
          </a:ln>
        </p:spPr>
      </p:sp>
      <p:pic>
        <p:nvPicPr>
          <p:cNvPr id="7" name="Image 0" descr="FaGlobe"/>
          <p:cNvPicPr>
            <a:picLocks noChangeAspect="1"/>
          </p:cNvPicPr>
          <p:nvPr/>
        </p:nvPicPr>
        <p:blipFill>
          <a:blip r:embed="rId3"/>
          <a:stretch>
            <a:fillRect/>
          </a:stretch>
        </p:blipFill>
        <p:spPr>
          <a:xfrm>
            <a:off x="989381" y="2566721"/>
            <a:ext cx="261518" cy="261518"/>
          </a:xfrm>
          <a:prstGeom prst="rect">
            <a:avLst/>
          </a:prstGeom>
        </p:spPr>
      </p:pic>
      <p:sp>
        <p:nvSpPr>
          <p:cNvPr id="8" name="Text 4"/>
          <p:cNvSpPr txBox="1"/>
          <p:nvPr/>
        </p:nvSpPr>
        <p:spPr>
          <a:xfrm>
            <a:off x="1645920" y="2194560"/>
            <a:ext cx="4114800" cy="1005840"/>
          </a:xfrm>
          <a:prstGeom prst="rect">
            <a:avLst/>
          </a:prstGeom>
          <a:noFill/>
          <a:ln/>
        </p:spPr>
        <p:txBody>
          <a:bodyPr wrap="square" lIns="0" tIns="0" rIns="0" bIns="0" rtlCol="0" anchor="ctr"/>
          <a:lstStyle/>
          <a:p>
            <a:pPr marL="0" indent="0">
              <a:buNone/>
            </a:pPr>
            <a:r>
              <a:rPr lang="en-US" sz="1800" b="1" dirty="0">
                <a:solidFill>
                  <a:schemeClr val="tx2"/>
                </a:solidFill>
              </a:rPr>
              <a:t>Accès immédiat</a:t>
            </a:r>
            <a:endParaRPr lang="en-US" sz="1800" dirty="0"/>
          </a:p>
          <a:p>
            <a:pPr marL="0" indent="0">
              <a:buNone/>
            </a:pPr>
            <a:r>
              <a:rPr lang="en-US" sz="1400" dirty="0">
                <a:solidFill>
                  <a:schemeClr val="tx1"/>
                </a:solidFill>
              </a:rPr>
              <a:t>Navigateur seul, aucune installation pour l'assuré</a:t>
            </a:r>
            <a:endParaRPr lang="en-US" sz="1800" dirty="0"/>
          </a:p>
        </p:txBody>
      </p:sp>
      <p:sp>
        <p:nvSpPr>
          <p:cNvPr id="9" name="Card Maintenance centralisée"/>
          <p:cNvSpPr/>
          <p:nvPr/>
        </p:nvSpPr>
        <p:spPr>
          <a:xfrm>
            <a:off x="548640" y="3474720"/>
            <a:ext cx="5486400" cy="1188720"/>
          </a:xfrm>
          <a:prstGeom prst="roundRect">
            <a:avLst>
              <a:gd name="adj" fmla="val 9231"/>
            </a:avLst>
          </a:prstGeom>
          <a:solidFill>
            <a:schemeClr val="bg2"/>
          </a:solidFill>
          <a:ln w="12700">
            <a:solidFill>
              <a:schemeClr val="bg2"/>
            </a:solidFill>
            <a:prstDash val="solid"/>
          </a:ln>
        </p:spPr>
      </p:sp>
      <p:sp>
        <p:nvSpPr>
          <p:cNvPr id="10" name="Pastille FaSync"/>
          <p:cNvSpPr/>
          <p:nvPr/>
        </p:nvSpPr>
        <p:spPr>
          <a:xfrm>
            <a:off x="822960" y="3771900"/>
            <a:ext cx="594360" cy="594360"/>
          </a:xfrm>
          <a:prstGeom prst="ellipse">
            <a:avLst/>
          </a:prstGeom>
          <a:solidFill>
            <a:schemeClr val="accent2"/>
          </a:solidFill>
          <a:ln w="12700">
            <a:solidFill>
              <a:schemeClr val="accent2"/>
            </a:solidFill>
            <a:prstDash val="solid"/>
          </a:ln>
        </p:spPr>
      </p:sp>
      <p:pic>
        <p:nvPicPr>
          <p:cNvPr id="11" name="Image 1" descr="FaSync"/>
          <p:cNvPicPr>
            <a:picLocks noChangeAspect="1"/>
          </p:cNvPicPr>
          <p:nvPr/>
        </p:nvPicPr>
        <p:blipFill>
          <a:blip r:embed="rId4"/>
          <a:stretch>
            <a:fillRect/>
          </a:stretch>
        </p:blipFill>
        <p:spPr>
          <a:xfrm>
            <a:off x="989381" y="3938321"/>
            <a:ext cx="261518" cy="261518"/>
          </a:xfrm>
          <a:prstGeom prst="rect">
            <a:avLst/>
          </a:prstGeom>
        </p:spPr>
      </p:pic>
      <p:sp>
        <p:nvSpPr>
          <p:cNvPr id="12" name="Text 7"/>
          <p:cNvSpPr txBox="1"/>
          <p:nvPr/>
        </p:nvSpPr>
        <p:spPr>
          <a:xfrm>
            <a:off x="1645920" y="3566160"/>
            <a:ext cx="4114800" cy="1005840"/>
          </a:xfrm>
          <a:prstGeom prst="rect">
            <a:avLst/>
          </a:prstGeom>
          <a:noFill/>
          <a:ln/>
        </p:spPr>
        <p:txBody>
          <a:bodyPr wrap="square" lIns="0" tIns="0" rIns="0" bIns="0" rtlCol="0" anchor="ctr"/>
          <a:lstStyle/>
          <a:p>
            <a:pPr marL="0" indent="0">
              <a:buNone/>
            </a:pPr>
            <a:r>
              <a:rPr lang="en-US" sz="1800" b="1" dirty="0">
                <a:solidFill>
                  <a:schemeClr val="tx2"/>
                </a:solidFill>
              </a:rPr>
              <a:t>Maintenance centralisée</a:t>
            </a:r>
            <a:endParaRPr lang="en-US" sz="1800" dirty="0"/>
          </a:p>
          <a:p>
            <a:pPr marL="0" indent="0">
              <a:buNone/>
            </a:pPr>
            <a:r>
              <a:rPr lang="en-US" sz="1400" dirty="0">
                <a:solidFill>
                  <a:schemeClr val="tx1"/>
                </a:solidFill>
              </a:rPr>
              <a:t>Mise à jour sur le serveur, au service informatique</a:t>
            </a:r>
            <a:endParaRPr lang="en-US" sz="1800" dirty="0"/>
          </a:p>
        </p:txBody>
      </p:sp>
      <p:sp>
        <p:nvSpPr>
          <p:cNvPr id="13" name="Card Adapté au backoffice"/>
          <p:cNvSpPr/>
          <p:nvPr/>
        </p:nvSpPr>
        <p:spPr>
          <a:xfrm>
            <a:off x="548640" y="4846320"/>
            <a:ext cx="5486400" cy="1188720"/>
          </a:xfrm>
          <a:prstGeom prst="roundRect">
            <a:avLst>
              <a:gd name="adj" fmla="val 9231"/>
            </a:avLst>
          </a:prstGeom>
          <a:solidFill>
            <a:schemeClr val="bg2"/>
          </a:solidFill>
          <a:ln w="12700">
            <a:solidFill>
              <a:schemeClr val="bg2"/>
            </a:solidFill>
            <a:prstDash val="solid"/>
          </a:ln>
        </p:spPr>
      </p:sp>
      <p:sp>
        <p:nvSpPr>
          <p:cNvPr id="14" name="Pastille FaDatabase"/>
          <p:cNvSpPr/>
          <p:nvPr/>
        </p:nvSpPr>
        <p:spPr>
          <a:xfrm>
            <a:off x="822960" y="5143500"/>
            <a:ext cx="594360" cy="594360"/>
          </a:xfrm>
          <a:prstGeom prst="ellipse">
            <a:avLst/>
          </a:prstGeom>
          <a:solidFill>
            <a:schemeClr val="accent2"/>
          </a:solidFill>
          <a:ln w="12700">
            <a:solidFill>
              <a:schemeClr val="accent2"/>
            </a:solidFill>
            <a:prstDash val="solid"/>
          </a:ln>
        </p:spPr>
      </p:sp>
      <p:pic>
        <p:nvPicPr>
          <p:cNvPr id="15" name="Image 2" descr="FaDatabase"/>
          <p:cNvPicPr>
            <a:picLocks noChangeAspect="1"/>
          </p:cNvPicPr>
          <p:nvPr/>
        </p:nvPicPr>
        <p:blipFill>
          <a:blip r:embed="rId5"/>
          <a:stretch>
            <a:fillRect/>
          </a:stretch>
        </p:blipFill>
        <p:spPr>
          <a:xfrm>
            <a:off x="989381" y="5309921"/>
            <a:ext cx="261518" cy="261518"/>
          </a:xfrm>
          <a:prstGeom prst="rect">
            <a:avLst/>
          </a:prstGeom>
        </p:spPr>
      </p:pic>
      <p:sp>
        <p:nvSpPr>
          <p:cNvPr id="16" name="Text 10"/>
          <p:cNvSpPr txBox="1"/>
          <p:nvPr/>
        </p:nvSpPr>
        <p:spPr>
          <a:xfrm>
            <a:off x="1645920" y="4937760"/>
            <a:ext cx="4114800" cy="1005840"/>
          </a:xfrm>
          <a:prstGeom prst="rect">
            <a:avLst/>
          </a:prstGeom>
          <a:noFill/>
          <a:ln/>
        </p:spPr>
        <p:txBody>
          <a:bodyPr wrap="square" lIns="0" tIns="0" rIns="0" bIns="0" rtlCol="0" anchor="ctr"/>
          <a:lstStyle/>
          <a:p>
            <a:pPr marL="0" indent="0">
              <a:buNone/>
            </a:pPr>
            <a:r>
              <a:rPr lang="en-US" sz="1800" b="1" dirty="0">
                <a:solidFill>
                  <a:schemeClr val="tx2"/>
                </a:solidFill>
              </a:rPr>
              <a:t>Adapté au backoffice</a:t>
            </a:r>
            <a:endParaRPr lang="en-US" sz="1800" dirty="0"/>
          </a:p>
          <a:p>
            <a:pPr marL="0" indent="0">
              <a:buNone/>
            </a:pPr>
            <a:r>
              <a:rPr lang="en-US" sz="1400" dirty="0">
                <a:solidFill>
                  <a:schemeClr val="tx1"/>
                </a:solidFill>
              </a:rPr>
              <a:t>Grands tableaux de données, saisie lourde</a:t>
            </a:r>
            <a:endParaRPr lang="en-US" sz="1800" dirty="0"/>
          </a:p>
        </p:txBody>
      </p:sp>
      <p:sp>
        <p:nvSpPr>
          <p:cNvPr id="17" name="Card Angular + Bootstrap"/>
          <p:cNvSpPr/>
          <p:nvPr/>
        </p:nvSpPr>
        <p:spPr>
          <a:xfrm>
            <a:off x="6309360" y="1645920"/>
            <a:ext cx="2560320" cy="2011680"/>
          </a:xfrm>
          <a:prstGeom prst="roundRect">
            <a:avLst>
              <a:gd name="adj" fmla="val 5455"/>
            </a:avLst>
          </a:prstGeom>
          <a:solidFill>
            <a:schemeClr val="tx2"/>
          </a:solidFill>
          <a:ln w="12700">
            <a:solidFill>
              <a:schemeClr val="tx2"/>
            </a:solidFill>
            <a:prstDash val="solid"/>
          </a:ln>
        </p:spPr>
      </p:sp>
      <p:sp>
        <p:nvSpPr>
          <p:cNvPr id="18" name="Pastille FaCode"/>
          <p:cNvSpPr/>
          <p:nvPr/>
        </p:nvSpPr>
        <p:spPr>
          <a:xfrm>
            <a:off x="6583680" y="1920240"/>
            <a:ext cx="594360" cy="594360"/>
          </a:xfrm>
          <a:prstGeom prst="ellipse">
            <a:avLst/>
          </a:prstGeom>
          <a:solidFill>
            <a:schemeClr val="accent1"/>
          </a:solidFill>
          <a:ln w="12700">
            <a:solidFill>
              <a:schemeClr val="accent1"/>
            </a:solidFill>
            <a:prstDash val="solid"/>
          </a:ln>
        </p:spPr>
      </p:sp>
      <p:pic>
        <p:nvPicPr>
          <p:cNvPr id="19" name="Image 3" descr="FaCode"/>
          <p:cNvPicPr>
            <a:picLocks noChangeAspect="1"/>
          </p:cNvPicPr>
          <p:nvPr/>
        </p:nvPicPr>
        <p:blipFill>
          <a:blip r:embed="rId6"/>
          <a:stretch>
            <a:fillRect/>
          </a:stretch>
        </p:blipFill>
        <p:spPr>
          <a:xfrm>
            <a:off x="6750101" y="2086661"/>
            <a:ext cx="261518" cy="261518"/>
          </a:xfrm>
          <a:prstGeom prst="rect">
            <a:avLst/>
          </a:prstGeom>
        </p:spPr>
      </p:pic>
      <p:sp>
        <p:nvSpPr>
          <p:cNvPr id="20" name="Text 13"/>
          <p:cNvSpPr txBox="1"/>
          <p:nvPr/>
        </p:nvSpPr>
        <p:spPr>
          <a:xfrm>
            <a:off x="6583680" y="2651760"/>
            <a:ext cx="2011680" cy="457200"/>
          </a:xfrm>
          <a:prstGeom prst="rect">
            <a:avLst/>
          </a:prstGeom>
          <a:noFill/>
          <a:ln/>
        </p:spPr>
        <p:txBody>
          <a:bodyPr wrap="square" lIns="0" tIns="0" rIns="0" bIns="0" rtlCol="0" anchor="t"/>
          <a:lstStyle/>
          <a:p>
            <a:pPr marL="0" indent="0">
              <a:buNone/>
            </a:pPr>
            <a:r>
              <a:rPr lang="en-US" sz="1800" b="1" dirty="0">
                <a:solidFill>
                  <a:schemeClr val="bg1"/>
                </a:solidFill>
              </a:rPr>
              <a:t>Angular + Bootstrap</a:t>
            </a:r>
            <a:endParaRPr lang="en-US" sz="1800" dirty="0"/>
          </a:p>
        </p:txBody>
      </p:sp>
      <p:sp>
        <p:nvSpPr>
          <p:cNvPr id="21" name="Text 14"/>
          <p:cNvSpPr txBox="1"/>
          <p:nvPr/>
        </p:nvSpPr>
        <p:spPr>
          <a:xfrm>
            <a:off x="6583680" y="3154680"/>
            <a:ext cx="2011680" cy="320040"/>
          </a:xfrm>
          <a:prstGeom prst="rect">
            <a:avLst/>
          </a:prstGeom>
          <a:noFill/>
          <a:ln/>
        </p:spPr>
        <p:txBody>
          <a:bodyPr wrap="square" lIns="0" tIns="0" rIns="0" bIns="0" rtlCol="0" anchor="t"/>
          <a:lstStyle/>
          <a:p>
            <a:pPr marL="0" indent="0">
              <a:buNone/>
            </a:pPr>
            <a:r>
              <a:rPr lang="en-US" sz="1400" dirty="0">
                <a:solidFill>
                  <a:schemeClr val="bg1"/>
                </a:solidFill>
              </a:rPr>
              <a:t>Frontend responsive</a:t>
            </a:r>
            <a:endParaRPr lang="en-US" sz="1400" dirty="0"/>
          </a:p>
        </p:txBody>
      </p:sp>
      <p:sp>
        <p:nvSpPr>
          <p:cNvPr id="22" name="Card Spring Boot"/>
          <p:cNvSpPr/>
          <p:nvPr/>
        </p:nvSpPr>
        <p:spPr>
          <a:xfrm>
            <a:off x="9052560" y="1645920"/>
            <a:ext cx="2560320" cy="2011680"/>
          </a:xfrm>
          <a:prstGeom prst="roundRect">
            <a:avLst>
              <a:gd name="adj" fmla="val 5455"/>
            </a:avLst>
          </a:prstGeom>
          <a:solidFill>
            <a:schemeClr val="bg2"/>
          </a:solidFill>
          <a:ln w="12700">
            <a:solidFill>
              <a:schemeClr val="bg2"/>
            </a:solidFill>
            <a:prstDash val="solid"/>
          </a:ln>
        </p:spPr>
      </p:sp>
      <p:sp>
        <p:nvSpPr>
          <p:cNvPr id="23" name="Pastille FaServer"/>
          <p:cNvSpPr/>
          <p:nvPr/>
        </p:nvSpPr>
        <p:spPr>
          <a:xfrm>
            <a:off x="9326880" y="1920240"/>
            <a:ext cx="594360" cy="594360"/>
          </a:xfrm>
          <a:prstGeom prst="ellipse">
            <a:avLst/>
          </a:prstGeom>
          <a:solidFill>
            <a:schemeClr val="accent2"/>
          </a:solidFill>
          <a:ln w="12700">
            <a:solidFill>
              <a:schemeClr val="accent2"/>
            </a:solidFill>
            <a:prstDash val="solid"/>
          </a:ln>
        </p:spPr>
      </p:sp>
      <p:pic>
        <p:nvPicPr>
          <p:cNvPr id="24" name="Image 4" descr="FaServer"/>
          <p:cNvPicPr>
            <a:picLocks noChangeAspect="1"/>
          </p:cNvPicPr>
          <p:nvPr/>
        </p:nvPicPr>
        <p:blipFill>
          <a:blip r:embed="rId7"/>
          <a:stretch>
            <a:fillRect/>
          </a:stretch>
        </p:blipFill>
        <p:spPr>
          <a:xfrm>
            <a:off x="9493301" y="2086661"/>
            <a:ext cx="261518" cy="261518"/>
          </a:xfrm>
          <a:prstGeom prst="rect">
            <a:avLst/>
          </a:prstGeom>
        </p:spPr>
      </p:pic>
      <p:sp>
        <p:nvSpPr>
          <p:cNvPr id="25" name="Text 17"/>
          <p:cNvSpPr txBox="1"/>
          <p:nvPr/>
        </p:nvSpPr>
        <p:spPr>
          <a:xfrm>
            <a:off x="9326880" y="2651760"/>
            <a:ext cx="2011680" cy="457200"/>
          </a:xfrm>
          <a:prstGeom prst="rect">
            <a:avLst/>
          </a:prstGeom>
          <a:noFill/>
          <a:ln/>
        </p:spPr>
        <p:txBody>
          <a:bodyPr wrap="square" lIns="0" tIns="0" rIns="0" bIns="0" rtlCol="0" anchor="t"/>
          <a:lstStyle/>
          <a:p>
            <a:pPr marL="0" indent="0">
              <a:buNone/>
            </a:pPr>
            <a:r>
              <a:rPr lang="en-US" sz="1800" b="1" dirty="0">
                <a:solidFill>
                  <a:schemeClr val="tx2"/>
                </a:solidFill>
              </a:rPr>
              <a:t>Spring Boot</a:t>
            </a:r>
            <a:endParaRPr lang="en-US" sz="1800" dirty="0"/>
          </a:p>
        </p:txBody>
      </p:sp>
      <p:sp>
        <p:nvSpPr>
          <p:cNvPr id="26" name="Text 18"/>
          <p:cNvSpPr txBox="1"/>
          <p:nvPr/>
        </p:nvSpPr>
        <p:spPr>
          <a:xfrm>
            <a:off x="9326880" y="3154680"/>
            <a:ext cx="2011680" cy="320040"/>
          </a:xfrm>
          <a:prstGeom prst="rect">
            <a:avLst/>
          </a:prstGeom>
          <a:noFill/>
          <a:ln/>
        </p:spPr>
        <p:txBody>
          <a:bodyPr wrap="square" lIns="0" tIns="0" rIns="0" bIns="0" rtlCol="0" anchor="t"/>
          <a:lstStyle/>
          <a:p>
            <a:pPr marL="0" indent="0">
              <a:buNone/>
            </a:pPr>
            <a:r>
              <a:rPr lang="en-US" sz="1400" dirty="0">
                <a:solidFill>
                  <a:schemeClr val="tx1"/>
                </a:solidFill>
              </a:rPr>
              <a:t>Backend, API REST</a:t>
            </a:r>
            <a:endParaRPr lang="en-US" sz="1400" dirty="0"/>
          </a:p>
        </p:txBody>
      </p:sp>
      <p:sp>
        <p:nvSpPr>
          <p:cNvPr id="27" name="Card MySQL"/>
          <p:cNvSpPr/>
          <p:nvPr/>
        </p:nvSpPr>
        <p:spPr>
          <a:xfrm>
            <a:off x="6309360" y="3840480"/>
            <a:ext cx="2560320" cy="2011680"/>
          </a:xfrm>
          <a:prstGeom prst="roundRect">
            <a:avLst>
              <a:gd name="adj" fmla="val 5455"/>
            </a:avLst>
          </a:prstGeom>
          <a:solidFill>
            <a:schemeClr val="bg2"/>
          </a:solidFill>
          <a:ln w="12700">
            <a:solidFill>
              <a:schemeClr val="bg2"/>
            </a:solidFill>
            <a:prstDash val="solid"/>
          </a:ln>
        </p:spPr>
      </p:sp>
      <p:sp>
        <p:nvSpPr>
          <p:cNvPr id="28" name="Pastille FaDatabase"/>
          <p:cNvSpPr/>
          <p:nvPr/>
        </p:nvSpPr>
        <p:spPr>
          <a:xfrm>
            <a:off x="6583680" y="4114800"/>
            <a:ext cx="594360" cy="594360"/>
          </a:xfrm>
          <a:prstGeom prst="ellipse">
            <a:avLst/>
          </a:prstGeom>
          <a:solidFill>
            <a:schemeClr val="accent2"/>
          </a:solidFill>
          <a:ln w="12700">
            <a:solidFill>
              <a:schemeClr val="accent2"/>
            </a:solidFill>
            <a:prstDash val="solid"/>
          </a:ln>
        </p:spPr>
      </p:sp>
      <p:pic>
        <p:nvPicPr>
          <p:cNvPr id="29" name="Image 5" descr="FaDatabase"/>
          <p:cNvPicPr>
            <a:picLocks noChangeAspect="1"/>
          </p:cNvPicPr>
          <p:nvPr/>
        </p:nvPicPr>
        <p:blipFill>
          <a:blip r:embed="rId5"/>
          <a:stretch>
            <a:fillRect/>
          </a:stretch>
        </p:blipFill>
        <p:spPr>
          <a:xfrm>
            <a:off x="6750101" y="4281221"/>
            <a:ext cx="261518" cy="261518"/>
          </a:xfrm>
          <a:prstGeom prst="rect">
            <a:avLst/>
          </a:prstGeom>
        </p:spPr>
      </p:pic>
      <p:sp>
        <p:nvSpPr>
          <p:cNvPr id="30" name="Text 21"/>
          <p:cNvSpPr txBox="1"/>
          <p:nvPr/>
        </p:nvSpPr>
        <p:spPr>
          <a:xfrm>
            <a:off x="6583680" y="4846320"/>
            <a:ext cx="2011680" cy="457200"/>
          </a:xfrm>
          <a:prstGeom prst="rect">
            <a:avLst/>
          </a:prstGeom>
          <a:noFill/>
          <a:ln/>
        </p:spPr>
        <p:txBody>
          <a:bodyPr wrap="square" lIns="0" tIns="0" rIns="0" bIns="0" rtlCol="0" anchor="t"/>
          <a:lstStyle/>
          <a:p>
            <a:pPr marL="0" indent="0">
              <a:buNone/>
            </a:pPr>
            <a:r>
              <a:rPr lang="en-US" sz="1800" b="1" dirty="0">
                <a:solidFill>
                  <a:schemeClr val="tx2"/>
                </a:solidFill>
              </a:rPr>
              <a:t>MySQL</a:t>
            </a:r>
            <a:endParaRPr lang="en-US" sz="1800" dirty="0"/>
          </a:p>
        </p:txBody>
      </p:sp>
      <p:sp>
        <p:nvSpPr>
          <p:cNvPr id="31" name="Text 22"/>
          <p:cNvSpPr txBox="1"/>
          <p:nvPr/>
        </p:nvSpPr>
        <p:spPr>
          <a:xfrm>
            <a:off x="6583680" y="5349240"/>
            <a:ext cx="2011680" cy="320040"/>
          </a:xfrm>
          <a:prstGeom prst="rect">
            <a:avLst/>
          </a:prstGeom>
          <a:noFill/>
          <a:ln/>
        </p:spPr>
        <p:txBody>
          <a:bodyPr wrap="square" lIns="0" tIns="0" rIns="0" bIns="0" rtlCol="0" anchor="t"/>
          <a:lstStyle/>
          <a:p>
            <a:pPr marL="0" indent="0">
              <a:buNone/>
            </a:pPr>
            <a:r>
              <a:rPr lang="en-US" sz="1400" dirty="0">
                <a:solidFill>
                  <a:schemeClr val="tx1"/>
                </a:solidFill>
              </a:rPr>
              <a:t>Base de données</a:t>
            </a:r>
            <a:endParaRPr lang="en-US" sz="1400" dirty="0"/>
          </a:p>
        </p:txBody>
      </p:sp>
      <p:sp>
        <p:nvSpPr>
          <p:cNvPr id="32" name="Card UML"/>
          <p:cNvSpPr/>
          <p:nvPr/>
        </p:nvSpPr>
        <p:spPr>
          <a:xfrm>
            <a:off x="9052560" y="3840480"/>
            <a:ext cx="2560320" cy="2011680"/>
          </a:xfrm>
          <a:prstGeom prst="roundRect">
            <a:avLst>
              <a:gd name="adj" fmla="val 5455"/>
            </a:avLst>
          </a:prstGeom>
          <a:solidFill>
            <a:schemeClr val="tx2"/>
          </a:solidFill>
          <a:ln w="12700">
            <a:solidFill>
              <a:schemeClr val="tx2"/>
            </a:solidFill>
            <a:prstDash val="solid"/>
          </a:ln>
        </p:spPr>
      </p:sp>
      <p:sp>
        <p:nvSpPr>
          <p:cNvPr id="33" name="Pastille FaProjectDiagram"/>
          <p:cNvSpPr/>
          <p:nvPr/>
        </p:nvSpPr>
        <p:spPr>
          <a:xfrm>
            <a:off x="9326880" y="4114800"/>
            <a:ext cx="594360" cy="594360"/>
          </a:xfrm>
          <a:prstGeom prst="ellipse">
            <a:avLst/>
          </a:prstGeom>
          <a:solidFill>
            <a:schemeClr val="accent1"/>
          </a:solidFill>
          <a:ln w="12700">
            <a:solidFill>
              <a:schemeClr val="accent1"/>
            </a:solidFill>
            <a:prstDash val="solid"/>
          </a:ln>
        </p:spPr>
      </p:sp>
      <p:pic>
        <p:nvPicPr>
          <p:cNvPr id="34" name="Image 6" descr="FaProjectDiagram"/>
          <p:cNvPicPr>
            <a:picLocks noChangeAspect="1"/>
          </p:cNvPicPr>
          <p:nvPr/>
        </p:nvPicPr>
        <p:blipFill>
          <a:blip r:embed="rId8"/>
          <a:stretch>
            <a:fillRect/>
          </a:stretch>
        </p:blipFill>
        <p:spPr>
          <a:xfrm>
            <a:off x="9493301" y="4281221"/>
            <a:ext cx="261518" cy="261518"/>
          </a:xfrm>
          <a:prstGeom prst="rect">
            <a:avLst/>
          </a:prstGeom>
        </p:spPr>
      </p:pic>
      <p:sp>
        <p:nvSpPr>
          <p:cNvPr id="35" name="Text 25"/>
          <p:cNvSpPr txBox="1"/>
          <p:nvPr/>
        </p:nvSpPr>
        <p:spPr>
          <a:xfrm>
            <a:off x="9326880" y="4846320"/>
            <a:ext cx="2011680" cy="457200"/>
          </a:xfrm>
          <a:prstGeom prst="rect">
            <a:avLst/>
          </a:prstGeom>
          <a:noFill/>
          <a:ln/>
        </p:spPr>
        <p:txBody>
          <a:bodyPr wrap="square" lIns="0" tIns="0" rIns="0" bIns="0" rtlCol="0" anchor="t"/>
          <a:lstStyle/>
          <a:p>
            <a:pPr marL="0" indent="0">
              <a:buNone/>
            </a:pPr>
            <a:r>
              <a:rPr lang="en-US" sz="1800" b="1" dirty="0">
                <a:solidFill>
                  <a:schemeClr val="bg1"/>
                </a:solidFill>
              </a:rPr>
              <a:t>UML</a:t>
            </a:r>
            <a:endParaRPr lang="en-US" sz="1800" dirty="0"/>
          </a:p>
        </p:txBody>
      </p:sp>
      <p:sp>
        <p:nvSpPr>
          <p:cNvPr id="36" name="Text 26"/>
          <p:cNvSpPr txBox="1"/>
          <p:nvPr/>
        </p:nvSpPr>
        <p:spPr>
          <a:xfrm>
            <a:off x="9326880" y="5349240"/>
            <a:ext cx="2011680" cy="320040"/>
          </a:xfrm>
          <a:prstGeom prst="rect">
            <a:avLst/>
          </a:prstGeom>
          <a:noFill/>
          <a:ln/>
        </p:spPr>
        <p:txBody>
          <a:bodyPr wrap="square" lIns="0" tIns="0" rIns="0" bIns="0" rtlCol="0" anchor="t"/>
          <a:lstStyle/>
          <a:p>
            <a:pPr marL="0" indent="0">
              <a:buNone/>
            </a:pPr>
            <a:r>
              <a:rPr lang="en-US" sz="1400" dirty="0">
                <a:solidFill>
                  <a:schemeClr val="bg1"/>
                </a:solidFill>
              </a:rPr>
              <a:t>Conception</a:t>
            </a:r>
            <a:endParaRPr lang="en-US" sz="1400" dirty="0"/>
          </a:p>
        </p:txBody>
      </p:sp>
      <p:sp>
        <p:nvSpPr>
          <p:cNvPr id="3"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fld id="{F7021451-1387-4CA6-816F-3879F97B5CBC}" type="slidenum">
              <a:rPr lang="en-US" b="0"/>
              <a:t>12</a:t>
            </a:fld>
            <a:endParaRPr lang="en-US" dirty="0"/>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wind"/>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468880"/>
            <a:ext cx="10515600" cy="1097280"/>
          </a:xfrm>
          <a:prstGeom prst="rect">
            <a:avLst/>
          </a:prstGeom>
          <a:noFill/>
          <a:ln/>
        </p:spPr>
        <p:txBody>
          <a:bodyPr wrap="square" lIns="0" tIns="0" rIns="0" bIns="0" rtlCol="0" anchor="ctr"/>
          <a:lstStyle/>
          <a:p>
            <a:pPr marL="0" indent="0" algn="l">
              <a:buNone/>
            </a:pPr>
            <a:r>
              <a:rPr lang="en-US" sz="4400" b="1" dirty="0">
                <a:solidFill>
                  <a:schemeClr val="bg1"/>
                </a:solidFill>
              </a:rPr>
              <a:t>Partie 2 : Étude détaillée</a:t>
            </a:r>
            <a:endParaRPr lang="en-US" sz="4400" dirty="0"/>
          </a:p>
        </p:txBody>
      </p:sp>
      <p:sp>
        <p:nvSpPr>
          <p:cNvPr id="3" name="Text 0"/>
          <p:cNvSpPr>
            <a:spLocks noGrp="1"/>
          </p:cNvSpPr>
          <p:nvPr>
            <p:ph type="body" idx="101" hasCustomPrompt="1"/>
          </p:nvPr>
        </p:nvSpPr>
        <p:spPr>
          <a:xfrm>
            <a:off x="731520" y="3657600"/>
            <a:ext cx="10515600" cy="914400"/>
          </a:xfrm>
          <a:prstGeom prst="rect">
            <a:avLst/>
          </a:prstGeom>
          <a:noFill/>
          <a:ln/>
        </p:spPr>
        <p:txBody>
          <a:bodyPr wrap="square" lIns="0" tIns="0" rIns="0" bIns="0" rtlCol="0" anchor="t"/>
          <a:lstStyle/>
          <a:p>
            <a:pPr marL="0" indent="0" algn="l">
              <a:buNone/>
            </a:pPr>
            <a:r>
              <a:rPr lang="en-US" sz="2200" dirty="0">
                <a:solidFill>
                  <a:schemeClr val="accent1"/>
                </a:solidFill>
              </a:rPr>
              <a:t>Diagrammes UML : cas d'utilisation, séquence, activité, classes</a:t>
            </a:r>
            <a:endParaRPr lang="en-US" sz="2200" dirty="0"/>
          </a:p>
        </p:txBody>
      </p:sp>
      <p:sp>
        <p:nvSpPr>
          <p:cNvPr id="4" name="Slide Number Placeholder 0">
            <a:extLst>
              <a:ext uri="{FF2B5EF4-FFF2-40B4-BE49-F238E27FC236}">
                <a16:creationId xmlns:a16="http://schemas.microsoft.com/office/drawing/2014/main" id="{C3BE6626-22D8-B001-A921-205BC2F61A36}"/>
              </a:ext>
            </a:extLst>
          </p:cNvPr>
          <p:cNvSpPr txBox="1">
            <a:spLocks/>
          </p:cNvSpPr>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7021451-1387-4CA6-816F-3879F97B5CBC}" type="slidenum">
              <a:rPr lang="en-US" smtClean="0">
                <a:solidFill>
                  <a:schemeClr val="bg1"/>
                </a:solidFill>
              </a:rPr>
              <a:pPr algn="r"/>
              <a:t>13</a:t>
            </a:fld>
            <a:endParaRPr lang="en-US" dirty="0">
              <a:solidFill>
                <a:schemeClr val="bg1"/>
              </a:solidFill>
            </a:endParaRP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Diagramme de cas d'utilisation</a:t>
            </a:r>
            <a:endParaRPr lang="en-US" sz="3400" dirty="0"/>
          </a:p>
        </p:txBody>
      </p:sp>
      <p:sp>
        <p:nvSpPr>
          <p:cNvPr id="4" name="Card Acteurs"/>
          <p:cNvSpPr/>
          <p:nvPr/>
        </p:nvSpPr>
        <p:spPr>
          <a:xfrm>
            <a:off x="548640" y="8874509"/>
            <a:ext cx="4206240" cy="2011680"/>
          </a:xfrm>
          <a:prstGeom prst="roundRect">
            <a:avLst>
              <a:gd name="adj" fmla="val 5455"/>
            </a:avLst>
          </a:prstGeom>
          <a:solidFill>
            <a:schemeClr val="bg2"/>
          </a:solidFill>
          <a:ln w="12700">
            <a:solidFill>
              <a:schemeClr val="bg2"/>
            </a:solidFill>
            <a:prstDash val="solid"/>
          </a:ln>
        </p:spPr>
      </p:sp>
      <p:sp>
        <p:nvSpPr>
          <p:cNvPr id="5" name="Text 2"/>
          <p:cNvSpPr txBox="1"/>
          <p:nvPr/>
        </p:nvSpPr>
        <p:spPr>
          <a:xfrm>
            <a:off x="822960" y="9011669"/>
            <a:ext cx="3657600" cy="1737360"/>
          </a:xfrm>
          <a:prstGeom prst="rect">
            <a:avLst/>
          </a:prstGeom>
          <a:noFill/>
          <a:ln/>
        </p:spPr>
        <p:txBody>
          <a:bodyPr wrap="square" lIns="0" tIns="0" rIns="0" bIns="0" rtlCol="0" anchor="t"/>
          <a:lstStyle/>
          <a:p>
            <a:pPr marL="0" indent="0">
              <a:buNone/>
            </a:pPr>
            <a:r>
              <a:rPr lang="en-US" sz="1800" b="1" dirty="0">
                <a:solidFill>
                  <a:schemeClr val="tx2"/>
                </a:solidFill>
              </a:rPr>
              <a:t>Acteurs</a:t>
            </a:r>
            <a:endParaRPr lang="en-US" sz="1800" dirty="0"/>
          </a:p>
          <a:p>
            <a:pPr marL="285750" indent="-285750">
              <a:buFont typeface="Arial" panose="020B0604020202020204" pitchFamily="34" charset="0"/>
              <a:buChar char="•"/>
            </a:pPr>
            <a:r>
              <a:rPr lang="en-US" sz="1400" dirty="0" err="1">
                <a:solidFill>
                  <a:schemeClr val="tx1"/>
                </a:solidFill>
              </a:rPr>
              <a:t>Visiteur</a:t>
            </a:r>
            <a:endParaRPr lang="en-US" sz="1400" dirty="0">
              <a:solidFill>
                <a:schemeClr val="tx1"/>
              </a:solidFill>
            </a:endParaRPr>
          </a:p>
          <a:p>
            <a:pPr marL="285750" indent="-285750">
              <a:buFont typeface="Arial" panose="020B0604020202020204" pitchFamily="34" charset="0"/>
              <a:buChar char="•"/>
            </a:pPr>
            <a:r>
              <a:rPr lang="en-US" sz="1400" dirty="0"/>
              <a:t>Compte Client (</a:t>
            </a:r>
            <a:r>
              <a:rPr lang="en-US" sz="1400" dirty="0" err="1"/>
              <a:t>Assuré</a:t>
            </a:r>
            <a:r>
              <a:rPr lang="en-US" sz="1400" dirty="0"/>
              <a:t>)</a:t>
            </a:r>
          </a:p>
          <a:p>
            <a:pPr marL="285750" indent="-285750">
              <a:buFont typeface="Arial" panose="020B0604020202020204" pitchFamily="34" charset="0"/>
              <a:buChar char="•"/>
            </a:pPr>
            <a:r>
              <a:rPr lang="en-US" sz="1400" dirty="0" err="1"/>
              <a:t>Utilisateur</a:t>
            </a:r>
            <a:r>
              <a:rPr lang="en-US" sz="1400" dirty="0"/>
              <a:t> (Agent </a:t>
            </a:r>
            <a:r>
              <a:rPr lang="en-US" sz="1400" dirty="0" err="1"/>
              <a:t>ou</a:t>
            </a:r>
            <a:r>
              <a:rPr lang="en-US" sz="1400" dirty="0"/>
              <a:t> </a:t>
            </a:r>
            <a:r>
              <a:rPr lang="en-US" sz="1400" dirty="0" err="1"/>
              <a:t>Administrateur</a:t>
            </a:r>
            <a:r>
              <a:rPr lang="en-US" sz="1400" dirty="0"/>
              <a:t>)</a:t>
            </a:r>
            <a:endParaRPr lang="en-US" sz="1800" dirty="0"/>
          </a:p>
        </p:txBody>
      </p:sp>
      <p:sp>
        <p:nvSpPr>
          <p:cNvPr id="6" name="Card Modules"/>
          <p:cNvSpPr/>
          <p:nvPr/>
        </p:nvSpPr>
        <p:spPr>
          <a:xfrm>
            <a:off x="548640" y="11309704"/>
            <a:ext cx="4206240" cy="2011680"/>
          </a:xfrm>
          <a:prstGeom prst="roundRect">
            <a:avLst>
              <a:gd name="adj" fmla="val 5455"/>
            </a:avLst>
          </a:prstGeom>
          <a:solidFill>
            <a:schemeClr val="tx2"/>
          </a:solidFill>
          <a:ln w="12700">
            <a:solidFill>
              <a:schemeClr val="tx2"/>
            </a:solidFill>
            <a:prstDash val="solid"/>
          </a:ln>
        </p:spPr>
      </p:sp>
      <p:sp>
        <p:nvSpPr>
          <p:cNvPr id="7" name="Text 4"/>
          <p:cNvSpPr txBox="1"/>
          <p:nvPr/>
        </p:nvSpPr>
        <p:spPr>
          <a:xfrm>
            <a:off x="822960" y="11446864"/>
            <a:ext cx="3657600" cy="1737360"/>
          </a:xfrm>
          <a:prstGeom prst="rect">
            <a:avLst/>
          </a:prstGeom>
          <a:noFill/>
          <a:ln/>
        </p:spPr>
        <p:txBody>
          <a:bodyPr wrap="square" lIns="0" tIns="0" rIns="0" bIns="0" rtlCol="0" anchor="t"/>
          <a:lstStyle/>
          <a:p>
            <a:pPr marL="0" indent="0">
              <a:buNone/>
            </a:pPr>
            <a:r>
              <a:rPr lang="en-US" sz="1800" b="1" dirty="0">
                <a:solidFill>
                  <a:schemeClr val="bg1"/>
                </a:solidFill>
              </a:rPr>
              <a:t>Cinq modules</a:t>
            </a:r>
            <a:endParaRPr lang="en-US" sz="1800" dirty="0"/>
          </a:p>
          <a:p>
            <a:pPr marL="285750" indent="-285750">
              <a:buFont typeface="Arial" panose="020B0604020202020204" pitchFamily="34" charset="0"/>
              <a:buChar char="•"/>
            </a:pPr>
            <a:r>
              <a:rPr lang="en-US" sz="1400" dirty="0">
                <a:solidFill>
                  <a:schemeClr val="bg1"/>
                </a:solidFill>
              </a:rPr>
              <a:t>Comptes et </a:t>
            </a:r>
            <a:r>
              <a:rPr lang="en-US" sz="1400" dirty="0" err="1">
                <a:solidFill>
                  <a:schemeClr val="bg1"/>
                </a:solidFill>
              </a:rPr>
              <a:t>authentification</a:t>
            </a:r>
            <a:r>
              <a:rPr lang="en-US" sz="1400" dirty="0">
                <a:solidFill>
                  <a:schemeClr val="bg1"/>
                </a:solidFill>
              </a:rPr>
              <a:t>,</a:t>
            </a:r>
          </a:p>
          <a:p>
            <a:pPr marL="285750" indent="-285750">
              <a:buFont typeface="Arial" panose="020B0604020202020204" pitchFamily="34" charset="0"/>
              <a:buChar char="•"/>
            </a:pPr>
            <a:r>
              <a:rPr lang="en-US" sz="1400" dirty="0" err="1">
                <a:solidFill>
                  <a:schemeClr val="bg1"/>
                </a:solidFill>
              </a:rPr>
              <a:t>Contrats</a:t>
            </a:r>
            <a:r>
              <a:rPr lang="en-US" sz="1400" dirty="0">
                <a:solidFill>
                  <a:schemeClr val="bg1"/>
                </a:solidFill>
              </a:rPr>
              <a:t>,</a:t>
            </a:r>
          </a:p>
          <a:p>
            <a:pPr marL="285750" indent="-285750">
              <a:buFont typeface="Arial" panose="020B0604020202020204" pitchFamily="34" charset="0"/>
              <a:buChar char="•"/>
            </a:pPr>
            <a:r>
              <a:rPr lang="en-US" sz="1400" dirty="0" err="1">
                <a:solidFill>
                  <a:schemeClr val="bg1"/>
                </a:solidFill>
              </a:rPr>
              <a:t>Facturation</a:t>
            </a:r>
            <a:r>
              <a:rPr lang="en-US" sz="1400" dirty="0">
                <a:solidFill>
                  <a:schemeClr val="bg1"/>
                </a:solidFill>
              </a:rPr>
              <a:t>, </a:t>
            </a:r>
          </a:p>
          <a:p>
            <a:pPr marL="285750" indent="-285750">
              <a:buFont typeface="Arial" panose="020B0604020202020204" pitchFamily="34" charset="0"/>
              <a:buChar char="•"/>
            </a:pPr>
            <a:r>
              <a:rPr lang="en-US" sz="1400" dirty="0" err="1">
                <a:solidFill>
                  <a:schemeClr val="bg1"/>
                </a:solidFill>
              </a:rPr>
              <a:t>Sinistres</a:t>
            </a:r>
            <a:r>
              <a:rPr lang="en-US" sz="1400" dirty="0">
                <a:solidFill>
                  <a:schemeClr val="bg1"/>
                </a:solidFill>
              </a:rPr>
              <a:t>,</a:t>
            </a:r>
          </a:p>
          <a:p>
            <a:pPr marL="285750" indent="-285750">
              <a:buFont typeface="Arial" panose="020B0604020202020204" pitchFamily="34" charset="0"/>
              <a:buChar char="•"/>
            </a:pPr>
            <a:r>
              <a:rPr lang="en-US" sz="1400" dirty="0">
                <a:solidFill>
                  <a:schemeClr val="bg1"/>
                </a:solidFill>
              </a:rPr>
              <a:t>Backoffice</a:t>
            </a:r>
            <a:endParaRPr lang="en-US" sz="18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fld id="{F7021451-1387-4CA6-816F-3879F97B5CBC}" type="slidenum">
              <a:rPr lang="en-US" b="0"/>
              <a:t>14</a:t>
            </a:fld>
            <a:endParaRPr lang="en-US"/>
          </a:p>
        </p:txBody>
      </p:sp>
      <p:pic>
        <p:nvPicPr>
          <p:cNvPr id="10" name="Image 9">
            <a:extLst>
              <a:ext uri="{FF2B5EF4-FFF2-40B4-BE49-F238E27FC236}">
                <a16:creationId xmlns:a16="http://schemas.microsoft.com/office/drawing/2014/main" id="{9C73FC6B-6E07-7EE4-7E8F-AD086A959F3D}"/>
              </a:ext>
            </a:extLst>
          </p:cNvPr>
          <p:cNvPicPr>
            <a:picLocks noChangeAspect="1"/>
          </p:cNvPicPr>
          <p:nvPr/>
        </p:nvPicPr>
        <p:blipFill>
          <a:blip r:embed="rId3"/>
          <a:stretch>
            <a:fillRect/>
          </a:stretch>
        </p:blipFill>
        <p:spPr>
          <a:xfrm>
            <a:off x="5029200" y="7871078"/>
            <a:ext cx="6817016" cy="535886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9A1695-00A3-6F5A-A265-70167C1FE14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DD78F79-61AB-9996-4D87-28E729C97705}"/>
              </a:ext>
            </a:extLst>
          </p:cNvPr>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Diagramme de cas d'utilisation</a:t>
            </a:r>
            <a:endParaRPr lang="en-US" sz="3400" dirty="0"/>
          </a:p>
        </p:txBody>
      </p:sp>
      <p:sp>
        <p:nvSpPr>
          <p:cNvPr id="4" name="Card Acteurs">
            <a:extLst>
              <a:ext uri="{FF2B5EF4-FFF2-40B4-BE49-F238E27FC236}">
                <a16:creationId xmlns:a16="http://schemas.microsoft.com/office/drawing/2014/main" id="{C2809D4A-0B74-9E8B-04C7-7BBC67585FFA}"/>
              </a:ext>
            </a:extLst>
          </p:cNvPr>
          <p:cNvSpPr/>
          <p:nvPr/>
        </p:nvSpPr>
        <p:spPr>
          <a:xfrm>
            <a:off x="548640" y="1645920"/>
            <a:ext cx="4206240" cy="2011680"/>
          </a:xfrm>
          <a:prstGeom prst="roundRect">
            <a:avLst>
              <a:gd name="adj" fmla="val 5455"/>
            </a:avLst>
          </a:prstGeom>
          <a:solidFill>
            <a:schemeClr val="bg2"/>
          </a:solidFill>
          <a:ln w="12700">
            <a:solidFill>
              <a:schemeClr val="bg2"/>
            </a:solidFill>
            <a:prstDash val="solid"/>
          </a:ln>
        </p:spPr>
      </p:sp>
      <p:sp>
        <p:nvSpPr>
          <p:cNvPr id="5" name="Text 2">
            <a:extLst>
              <a:ext uri="{FF2B5EF4-FFF2-40B4-BE49-F238E27FC236}">
                <a16:creationId xmlns:a16="http://schemas.microsoft.com/office/drawing/2014/main" id="{E8B7F572-D96B-9C8B-6E1D-03553F5281BE}"/>
              </a:ext>
            </a:extLst>
          </p:cNvPr>
          <p:cNvSpPr txBox="1"/>
          <p:nvPr/>
        </p:nvSpPr>
        <p:spPr>
          <a:xfrm>
            <a:off x="822960" y="1783080"/>
            <a:ext cx="3657600" cy="1737360"/>
          </a:xfrm>
          <a:prstGeom prst="rect">
            <a:avLst/>
          </a:prstGeom>
          <a:noFill/>
          <a:ln/>
        </p:spPr>
        <p:txBody>
          <a:bodyPr wrap="square" lIns="0" tIns="0" rIns="0" bIns="0" rtlCol="0" anchor="t"/>
          <a:lstStyle/>
          <a:p>
            <a:pPr marL="0" indent="0">
              <a:buNone/>
            </a:pPr>
            <a:r>
              <a:rPr lang="en-US" sz="1800" b="1" dirty="0">
                <a:solidFill>
                  <a:schemeClr val="tx2"/>
                </a:solidFill>
              </a:rPr>
              <a:t>Acteurs</a:t>
            </a:r>
            <a:endParaRPr lang="en-US" sz="1800" dirty="0"/>
          </a:p>
          <a:p>
            <a:pPr marL="285750" indent="-285750">
              <a:buFont typeface="Arial" panose="020B0604020202020204" pitchFamily="34" charset="0"/>
              <a:buChar char="•"/>
            </a:pPr>
            <a:r>
              <a:rPr lang="en-US" sz="1400" dirty="0" err="1">
                <a:solidFill>
                  <a:schemeClr val="tx1"/>
                </a:solidFill>
              </a:rPr>
              <a:t>Visiteur</a:t>
            </a:r>
            <a:endParaRPr lang="en-US" sz="1400" dirty="0">
              <a:solidFill>
                <a:schemeClr val="tx1"/>
              </a:solidFill>
            </a:endParaRPr>
          </a:p>
          <a:p>
            <a:pPr marL="285750" indent="-285750">
              <a:buFont typeface="Arial" panose="020B0604020202020204" pitchFamily="34" charset="0"/>
              <a:buChar char="•"/>
            </a:pPr>
            <a:r>
              <a:rPr lang="en-US" sz="1400" dirty="0"/>
              <a:t>Compte Client (</a:t>
            </a:r>
            <a:r>
              <a:rPr lang="en-US" sz="1400" dirty="0" err="1"/>
              <a:t>Assuré</a:t>
            </a:r>
            <a:r>
              <a:rPr lang="en-US" sz="1400" dirty="0"/>
              <a:t>)</a:t>
            </a:r>
          </a:p>
          <a:p>
            <a:pPr marL="285750" indent="-285750">
              <a:buFont typeface="Arial" panose="020B0604020202020204" pitchFamily="34" charset="0"/>
              <a:buChar char="•"/>
            </a:pPr>
            <a:r>
              <a:rPr lang="en-US" sz="1400" dirty="0" err="1"/>
              <a:t>Utilisateur</a:t>
            </a:r>
            <a:r>
              <a:rPr lang="en-US" sz="1400" dirty="0"/>
              <a:t> (Agent </a:t>
            </a:r>
            <a:r>
              <a:rPr lang="en-US" sz="1400" dirty="0" err="1"/>
              <a:t>ou</a:t>
            </a:r>
            <a:r>
              <a:rPr lang="en-US" sz="1400" dirty="0"/>
              <a:t> </a:t>
            </a:r>
            <a:r>
              <a:rPr lang="en-US" sz="1400" dirty="0" err="1"/>
              <a:t>Administrateur</a:t>
            </a:r>
            <a:r>
              <a:rPr lang="en-US" sz="1400" dirty="0"/>
              <a:t>)</a:t>
            </a:r>
            <a:endParaRPr lang="en-US" sz="1800" dirty="0"/>
          </a:p>
        </p:txBody>
      </p:sp>
      <p:sp>
        <p:nvSpPr>
          <p:cNvPr id="6" name="Card Modules">
            <a:extLst>
              <a:ext uri="{FF2B5EF4-FFF2-40B4-BE49-F238E27FC236}">
                <a16:creationId xmlns:a16="http://schemas.microsoft.com/office/drawing/2014/main" id="{364CE1A9-D68C-60A8-3576-D09A21A08C29}"/>
              </a:ext>
            </a:extLst>
          </p:cNvPr>
          <p:cNvSpPr/>
          <p:nvPr/>
        </p:nvSpPr>
        <p:spPr>
          <a:xfrm>
            <a:off x="548640" y="3840480"/>
            <a:ext cx="4206240" cy="2011680"/>
          </a:xfrm>
          <a:prstGeom prst="roundRect">
            <a:avLst>
              <a:gd name="adj" fmla="val 5455"/>
            </a:avLst>
          </a:prstGeom>
          <a:solidFill>
            <a:schemeClr val="tx2"/>
          </a:solidFill>
          <a:ln w="12700">
            <a:solidFill>
              <a:schemeClr val="tx2"/>
            </a:solidFill>
            <a:prstDash val="solid"/>
          </a:ln>
        </p:spPr>
      </p:sp>
      <p:sp>
        <p:nvSpPr>
          <p:cNvPr id="7" name="Text 4">
            <a:extLst>
              <a:ext uri="{FF2B5EF4-FFF2-40B4-BE49-F238E27FC236}">
                <a16:creationId xmlns:a16="http://schemas.microsoft.com/office/drawing/2014/main" id="{44830EF8-7CA4-09BB-9252-D5B70FD0DEF8}"/>
              </a:ext>
            </a:extLst>
          </p:cNvPr>
          <p:cNvSpPr txBox="1"/>
          <p:nvPr/>
        </p:nvSpPr>
        <p:spPr>
          <a:xfrm>
            <a:off x="822960" y="3977640"/>
            <a:ext cx="3657600" cy="1737360"/>
          </a:xfrm>
          <a:prstGeom prst="rect">
            <a:avLst/>
          </a:prstGeom>
          <a:noFill/>
          <a:ln/>
        </p:spPr>
        <p:txBody>
          <a:bodyPr wrap="square" lIns="0" tIns="0" rIns="0" bIns="0" rtlCol="0" anchor="t"/>
          <a:lstStyle/>
          <a:p>
            <a:pPr marL="0" indent="0">
              <a:buNone/>
            </a:pPr>
            <a:r>
              <a:rPr lang="en-US" sz="1800" b="1" dirty="0">
                <a:solidFill>
                  <a:schemeClr val="bg1"/>
                </a:solidFill>
              </a:rPr>
              <a:t>Cinq modules</a:t>
            </a:r>
            <a:endParaRPr lang="en-US" sz="1800" dirty="0"/>
          </a:p>
          <a:p>
            <a:pPr marL="285750" indent="-285750">
              <a:buFont typeface="Arial" panose="020B0604020202020204" pitchFamily="34" charset="0"/>
              <a:buChar char="•"/>
            </a:pPr>
            <a:r>
              <a:rPr lang="en-US" sz="1400" dirty="0">
                <a:solidFill>
                  <a:schemeClr val="bg1"/>
                </a:solidFill>
              </a:rPr>
              <a:t>Comptes et </a:t>
            </a:r>
            <a:r>
              <a:rPr lang="en-US" sz="1400" dirty="0" err="1">
                <a:solidFill>
                  <a:schemeClr val="bg1"/>
                </a:solidFill>
              </a:rPr>
              <a:t>authentification</a:t>
            </a:r>
            <a:r>
              <a:rPr lang="en-US" sz="1400" dirty="0">
                <a:solidFill>
                  <a:schemeClr val="bg1"/>
                </a:solidFill>
              </a:rPr>
              <a:t>,</a:t>
            </a:r>
          </a:p>
          <a:p>
            <a:pPr marL="285750" indent="-285750">
              <a:buFont typeface="Arial" panose="020B0604020202020204" pitchFamily="34" charset="0"/>
              <a:buChar char="•"/>
            </a:pPr>
            <a:r>
              <a:rPr lang="en-US" sz="1400" dirty="0" err="1">
                <a:solidFill>
                  <a:schemeClr val="bg1"/>
                </a:solidFill>
              </a:rPr>
              <a:t>Contrats</a:t>
            </a:r>
            <a:r>
              <a:rPr lang="en-US" sz="1400" dirty="0">
                <a:solidFill>
                  <a:schemeClr val="bg1"/>
                </a:solidFill>
              </a:rPr>
              <a:t>,</a:t>
            </a:r>
          </a:p>
          <a:p>
            <a:pPr marL="285750" indent="-285750">
              <a:buFont typeface="Arial" panose="020B0604020202020204" pitchFamily="34" charset="0"/>
              <a:buChar char="•"/>
            </a:pPr>
            <a:r>
              <a:rPr lang="en-US" sz="1400" dirty="0" err="1">
                <a:solidFill>
                  <a:schemeClr val="bg1"/>
                </a:solidFill>
              </a:rPr>
              <a:t>Facturation</a:t>
            </a:r>
            <a:r>
              <a:rPr lang="en-US" sz="1400" dirty="0">
                <a:solidFill>
                  <a:schemeClr val="bg1"/>
                </a:solidFill>
              </a:rPr>
              <a:t>, </a:t>
            </a:r>
          </a:p>
          <a:p>
            <a:pPr marL="285750" indent="-285750">
              <a:buFont typeface="Arial" panose="020B0604020202020204" pitchFamily="34" charset="0"/>
              <a:buChar char="•"/>
            </a:pPr>
            <a:r>
              <a:rPr lang="en-US" sz="1400" dirty="0" err="1">
                <a:solidFill>
                  <a:schemeClr val="bg1"/>
                </a:solidFill>
              </a:rPr>
              <a:t>Sinistres</a:t>
            </a:r>
            <a:r>
              <a:rPr lang="en-US" sz="1400" dirty="0">
                <a:solidFill>
                  <a:schemeClr val="bg1"/>
                </a:solidFill>
              </a:rPr>
              <a:t>,</a:t>
            </a:r>
          </a:p>
          <a:p>
            <a:pPr marL="285750" indent="-285750">
              <a:buFont typeface="Arial" panose="020B0604020202020204" pitchFamily="34" charset="0"/>
              <a:buChar char="•"/>
            </a:pPr>
            <a:r>
              <a:rPr lang="en-US" sz="1400" dirty="0">
                <a:solidFill>
                  <a:schemeClr val="bg1"/>
                </a:solidFill>
              </a:rPr>
              <a:t>Backoffice</a:t>
            </a:r>
            <a:endParaRPr lang="en-US" sz="1800" dirty="0"/>
          </a:p>
        </p:txBody>
      </p:sp>
      <p:sp>
        <p:nvSpPr>
          <p:cNvPr id="25" name="Slide Number Placeholder 0">
            <a:extLst>
              <a:ext uri="{FF2B5EF4-FFF2-40B4-BE49-F238E27FC236}">
                <a16:creationId xmlns:a16="http://schemas.microsoft.com/office/drawing/2014/main" id="{E40C5B03-B34D-74E5-5800-2DFB85317E97}"/>
              </a:ext>
            </a:extLst>
          </p:cNvPr>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fld id="{F7021451-1387-4CA6-816F-3879F97B5CBC}" type="slidenum">
              <a:rPr lang="en-US" b="0"/>
              <a:t>15</a:t>
            </a:fld>
            <a:endParaRPr lang="en-US"/>
          </a:p>
        </p:txBody>
      </p:sp>
      <p:pic>
        <p:nvPicPr>
          <p:cNvPr id="10" name="Image 9">
            <a:extLst>
              <a:ext uri="{FF2B5EF4-FFF2-40B4-BE49-F238E27FC236}">
                <a16:creationId xmlns:a16="http://schemas.microsoft.com/office/drawing/2014/main" id="{2AF8C041-9D47-856E-2331-1AA6D3151AA1}"/>
              </a:ext>
            </a:extLst>
          </p:cNvPr>
          <p:cNvPicPr>
            <a:picLocks noChangeAspect="1"/>
          </p:cNvPicPr>
          <p:nvPr/>
        </p:nvPicPr>
        <p:blipFill>
          <a:blip r:embed="rId3"/>
          <a:stretch>
            <a:fillRect/>
          </a:stretch>
        </p:blipFill>
        <p:spPr>
          <a:xfrm>
            <a:off x="5029200" y="1133374"/>
            <a:ext cx="6817016" cy="5358866"/>
          </a:xfrm>
          <a:prstGeom prst="rect">
            <a:avLst/>
          </a:prstGeom>
        </p:spPr>
      </p:pic>
    </p:spTree>
    <p:extLst>
      <p:ext uri="{BB962C8B-B14F-4D97-AF65-F5344CB8AC3E}">
        <p14:creationId xmlns:p14="http://schemas.microsoft.com/office/powerpoint/2010/main" val="14220051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Diagrammes de sequence – </a:t>
            </a:r>
            <a:r>
              <a:rPr lang="en-US" sz="3400" b="1" dirty="0" err="1">
                <a:solidFill>
                  <a:schemeClr val="tx2"/>
                </a:solidFill>
              </a:rPr>
              <a:t>Sinistre</a:t>
            </a:r>
            <a:r>
              <a:rPr lang="en-US" sz="3400" b="1" dirty="0">
                <a:solidFill>
                  <a:schemeClr val="tx2"/>
                </a:solidFill>
              </a:rPr>
              <a:t> Phase 1</a:t>
            </a:r>
            <a:endParaRPr lang="en-US" sz="3400" dirty="0"/>
          </a:p>
        </p:txBody>
      </p:sp>
      <p:sp>
        <p:nvSpPr>
          <p:cNvPr id="6" name="Text 3"/>
          <p:cNvSpPr txBox="1"/>
          <p:nvPr/>
        </p:nvSpPr>
        <p:spPr>
          <a:xfrm>
            <a:off x="9124748" y="1645920"/>
            <a:ext cx="2488132" cy="731520"/>
          </a:xfrm>
          <a:prstGeom prst="rect">
            <a:avLst/>
          </a:prstGeom>
          <a:noFill/>
          <a:ln/>
        </p:spPr>
        <p:txBody>
          <a:bodyPr wrap="square" lIns="0" tIns="0" rIns="0" bIns="0" rtlCol="0" anchor="t"/>
          <a:lstStyle/>
          <a:p>
            <a:pPr marL="0" indent="0">
              <a:buNone/>
            </a:pPr>
            <a:r>
              <a:rPr lang="en-US" sz="2000" b="1" dirty="0">
                <a:solidFill>
                  <a:schemeClr val="tx2"/>
                </a:solidFill>
              </a:rPr>
              <a:t>Trois processus, chacun en deux phases</a:t>
            </a:r>
            <a:endParaRPr lang="en-US" sz="2000" dirty="0"/>
          </a:p>
        </p:txBody>
      </p:sp>
      <p:sp>
        <p:nvSpPr>
          <p:cNvPr id="7" name="Card Inscription"/>
          <p:cNvSpPr/>
          <p:nvPr/>
        </p:nvSpPr>
        <p:spPr>
          <a:xfrm>
            <a:off x="9124748" y="2468880"/>
            <a:ext cx="2515563" cy="914400"/>
          </a:xfrm>
          <a:prstGeom prst="roundRect">
            <a:avLst>
              <a:gd name="adj" fmla="val 12000"/>
            </a:avLst>
          </a:prstGeom>
          <a:solidFill>
            <a:schemeClr val="bg2"/>
          </a:solidFill>
          <a:ln w="12700">
            <a:solidFill>
              <a:schemeClr val="bg2"/>
            </a:solidFill>
            <a:prstDash val="solid"/>
          </a:ln>
        </p:spPr>
      </p:sp>
      <p:sp>
        <p:nvSpPr>
          <p:cNvPr id="8" name="Pastille FaPen"/>
          <p:cNvSpPr/>
          <p:nvPr/>
        </p:nvSpPr>
        <p:spPr>
          <a:xfrm>
            <a:off x="9365383" y="2628900"/>
            <a:ext cx="594360" cy="594360"/>
          </a:xfrm>
          <a:prstGeom prst="ellipse">
            <a:avLst/>
          </a:prstGeom>
          <a:solidFill>
            <a:schemeClr val="accent2"/>
          </a:solidFill>
          <a:ln w="12700">
            <a:solidFill>
              <a:schemeClr val="accent2"/>
            </a:solidFill>
            <a:prstDash val="solid"/>
          </a:ln>
        </p:spPr>
      </p:sp>
      <p:pic>
        <p:nvPicPr>
          <p:cNvPr id="9" name="Image 0" descr="FaPen"/>
          <p:cNvPicPr>
            <a:picLocks noChangeAspect="1"/>
          </p:cNvPicPr>
          <p:nvPr/>
        </p:nvPicPr>
        <p:blipFill>
          <a:blip r:embed="rId3"/>
          <a:stretch>
            <a:fillRect/>
          </a:stretch>
        </p:blipFill>
        <p:spPr>
          <a:xfrm>
            <a:off x="9531801" y="2795321"/>
            <a:ext cx="261518" cy="261518"/>
          </a:xfrm>
          <a:prstGeom prst="rect">
            <a:avLst/>
          </a:prstGeom>
        </p:spPr>
      </p:pic>
      <p:sp>
        <p:nvSpPr>
          <p:cNvPr id="10" name="Text 6"/>
          <p:cNvSpPr txBox="1"/>
          <p:nvPr/>
        </p:nvSpPr>
        <p:spPr>
          <a:xfrm>
            <a:off x="10188343" y="2560320"/>
            <a:ext cx="1333099" cy="731520"/>
          </a:xfrm>
          <a:prstGeom prst="rect">
            <a:avLst/>
          </a:prstGeom>
          <a:noFill/>
          <a:ln/>
        </p:spPr>
        <p:txBody>
          <a:bodyPr wrap="square" lIns="0" tIns="0" rIns="0" bIns="0" rtlCol="0" anchor="ctr"/>
          <a:lstStyle/>
          <a:p>
            <a:pPr marL="0" indent="0">
              <a:buNone/>
            </a:pPr>
            <a:r>
              <a:rPr lang="en-US" sz="1800" b="1" dirty="0">
                <a:solidFill>
                  <a:schemeClr val="tx2"/>
                </a:solidFill>
              </a:rPr>
              <a:t>Inscription</a:t>
            </a:r>
            <a:endParaRPr lang="en-US" sz="1800" dirty="0"/>
          </a:p>
          <a:p>
            <a:pPr marL="0" indent="0">
              <a:buNone/>
            </a:pPr>
            <a:endParaRPr lang="en-US" sz="1800" dirty="0"/>
          </a:p>
        </p:txBody>
      </p:sp>
      <p:sp>
        <p:nvSpPr>
          <p:cNvPr id="11" name="Card Souscription"/>
          <p:cNvSpPr/>
          <p:nvPr/>
        </p:nvSpPr>
        <p:spPr>
          <a:xfrm>
            <a:off x="9124748" y="3520440"/>
            <a:ext cx="2515563" cy="914400"/>
          </a:xfrm>
          <a:prstGeom prst="roundRect">
            <a:avLst>
              <a:gd name="adj" fmla="val 12000"/>
            </a:avLst>
          </a:prstGeom>
          <a:solidFill>
            <a:schemeClr val="bg2"/>
          </a:solidFill>
          <a:ln w="12700">
            <a:solidFill>
              <a:schemeClr val="bg2"/>
            </a:solidFill>
            <a:prstDash val="solid"/>
          </a:ln>
        </p:spPr>
      </p:sp>
      <p:sp>
        <p:nvSpPr>
          <p:cNvPr id="12" name="Pastille FaFileSignature"/>
          <p:cNvSpPr/>
          <p:nvPr/>
        </p:nvSpPr>
        <p:spPr>
          <a:xfrm>
            <a:off x="9365383" y="3680460"/>
            <a:ext cx="594360" cy="594360"/>
          </a:xfrm>
          <a:prstGeom prst="ellipse">
            <a:avLst/>
          </a:prstGeom>
          <a:solidFill>
            <a:schemeClr val="accent2"/>
          </a:solidFill>
          <a:ln w="12700">
            <a:solidFill>
              <a:schemeClr val="accent2"/>
            </a:solidFill>
            <a:prstDash val="solid"/>
          </a:ln>
        </p:spPr>
      </p:sp>
      <p:pic>
        <p:nvPicPr>
          <p:cNvPr id="13" name="Image 1" descr="FaFileSignature"/>
          <p:cNvPicPr>
            <a:picLocks noChangeAspect="1"/>
          </p:cNvPicPr>
          <p:nvPr/>
        </p:nvPicPr>
        <p:blipFill>
          <a:blip r:embed="rId4"/>
          <a:stretch>
            <a:fillRect/>
          </a:stretch>
        </p:blipFill>
        <p:spPr>
          <a:xfrm>
            <a:off x="9531801" y="3846881"/>
            <a:ext cx="261518" cy="261518"/>
          </a:xfrm>
          <a:prstGeom prst="rect">
            <a:avLst/>
          </a:prstGeom>
        </p:spPr>
      </p:pic>
      <p:sp>
        <p:nvSpPr>
          <p:cNvPr id="14" name="Text 9"/>
          <p:cNvSpPr txBox="1"/>
          <p:nvPr/>
        </p:nvSpPr>
        <p:spPr>
          <a:xfrm>
            <a:off x="10188343" y="3611880"/>
            <a:ext cx="1333099" cy="731520"/>
          </a:xfrm>
          <a:prstGeom prst="rect">
            <a:avLst/>
          </a:prstGeom>
          <a:noFill/>
          <a:ln/>
        </p:spPr>
        <p:txBody>
          <a:bodyPr wrap="square" lIns="0" tIns="0" rIns="0" bIns="0" rtlCol="0" anchor="ctr"/>
          <a:lstStyle/>
          <a:p>
            <a:pPr marL="0" indent="0">
              <a:buNone/>
            </a:pPr>
            <a:r>
              <a:rPr lang="en-US" sz="1800" b="1" dirty="0">
                <a:solidFill>
                  <a:schemeClr val="tx2"/>
                </a:solidFill>
              </a:rPr>
              <a:t>Souscription</a:t>
            </a:r>
            <a:endParaRPr lang="en-US" sz="1800" dirty="0"/>
          </a:p>
          <a:p>
            <a:pPr marL="0" indent="0">
              <a:buNone/>
            </a:pPr>
            <a:endParaRPr lang="en-US" sz="1800" dirty="0"/>
          </a:p>
        </p:txBody>
      </p:sp>
      <p:sp>
        <p:nvSpPr>
          <p:cNvPr id="15" name="Card Sinistre"/>
          <p:cNvSpPr/>
          <p:nvPr/>
        </p:nvSpPr>
        <p:spPr>
          <a:xfrm>
            <a:off x="9124748" y="4572000"/>
            <a:ext cx="2515563" cy="914400"/>
          </a:xfrm>
          <a:prstGeom prst="roundRect">
            <a:avLst>
              <a:gd name="adj" fmla="val 12000"/>
            </a:avLst>
          </a:prstGeom>
          <a:solidFill>
            <a:schemeClr val="bg2"/>
          </a:solidFill>
          <a:ln w="12700">
            <a:solidFill>
              <a:schemeClr val="bg2"/>
            </a:solidFill>
            <a:prstDash val="solid"/>
          </a:ln>
        </p:spPr>
      </p:sp>
      <p:sp>
        <p:nvSpPr>
          <p:cNvPr id="16" name="Pastille FaExclamationTriangle"/>
          <p:cNvSpPr/>
          <p:nvPr/>
        </p:nvSpPr>
        <p:spPr>
          <a:xfrm>
            <a:off x="9346130" y="4732020"/>
            <a:ext cx="594360" cy="594360"/>
          </a:xfrm>
          <a:prstGeom prst="ellipse">
            <a:avLst/>
          </a:prstGeom>
          <a:solidFill>
            <a:schemeClr val="accent2"/>
          </a:solidFill>
          <a:ln w="12700">
            <a:solidFill>
              <a:schemeClr val="accent2"/>
            </a:solidFill>
            <a:prstDash val="solid"/>
          </a:ln>
        </p:spPr>
      </p:sp>
      <p:pic>
        <p:nvPicPr>
          <p:cNvPr id="17" name="Image 2" descr="FaExclamationTriangle"/>
          <p:cNvPicPr>
            <a:picLocks noChangeAspect="1"/>
          </p:cNvPicPr>
          <p:nvPr/>
        </p:nvPicPr>
        <p:blipFill>
          <a:blip r:embed="rId5"/>
          <a:stretch>
            <a:fillRect/>
          </a:stretch>
        </p:blipFill>
        <p:spPr>
          <a:xfrm>
            <a:off x="9531804" y="4898441"/>
            <a:ext cx="261518" cy="261518"/>
          </a:xfrm>
          <a:prstGeom prst="rect">
            <a:avLst/>
          </a:prstGeom>
        </p:spPr>
      </p:pic>
      <p:sp>
        <p:nvSpPr>
          <p:cNvPr id="18" name="Text 12"/>
          <p:cNvSpPr txBox="1"/>
          <p:nvPr/>
        </p:nvSpPr>
        <p:spPr>
          <a:xfrm>
            <a:off x="10188343" y="4663440"/>
            <a:ext cx="1333099" cy="731520"/>
          </a:xfrm>
          <a:prstGeom prst="rect">
            <a:avLst/>
          </a:prstGeom>
          <a:noFill/>
          <a:ln/>
        </p:spPr>
        <p:txBody>
          <a:bodyPr wrap="square" lIns="0" tIns="0" rIns="0" bIns="0" rtlCol="0" anchor="ctr"/>
          <a:lstStyle/>
          <a:p>
            <a:pPr marL="0" indent="0">
              <a:buNone/>
            </a:pPr>
            <a:r>
              <a:rPr lang="en-US" sz="1800" b="1" dirty="0">
                <a:solidFill>
                  <a:schemeClr val="tx2"/>
                </a:solidFill>
              </a:rPr>
              <a:t>Sinistre</a:t>
            </a:r>
            <a:endParaRPr lang="en-US" sz="1800" dirty="0"/>
          </a:p>
          <a:p>
            <a:pPr marL="0" indent="0">
              <a:buNone/>
            </a:pPr>
            <a:endParaRPr lang="en-US" sz="1800" dirty="0"/>
          </a:p>
        </p:txBody>
      </p:sp>
      <p:sp>
        <p:nvSpPr>
          <p:cNvPr id="19" name="Text 13"/>
          <p:cNvSpPr txBox="1"/>
          <p:nvPr/>
        </p:nvSpPr>
        <p:spPr>
          <a:xfrm>
            <a:off x="8992209" y="5829300"/>
            <a:ext cx="2753209" cy="411480"/>
          </a:xfrm>
          <a:prstGeom prst="rect">
            <a:avLst/>
          </a:prstGeom>
          <a:noFill/>
          <a:ln/>
        </p:spPr>
        <p:txBody>
          <a:bodyPr wrap="square" lIns="0" tIns="0" rIns="0" bIns="0" rtlCol="0" anchor="ctr"/>
          <a:lstStyle/>
          <a:p>
            <a:pPr marL="0" indent="0">
              <a:buNone/>
            </a:pPr>
            <a:r>
              <a:rPr lang="en-US" sz="1400" i="1" dirty="0">
                <a:solidFill>
                  <a:schemeClr val="tx1"/>
                </a:solidFill>
              </a:rPr>
              <a:t>Le client initie, l'agent valide ou traite.</a:t>
            </a:r>
            <a:endParaRPr lang="en-US" sz="14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fld id="{F7021451-1387-4CA6-816F-3879F97B5CBC}" type="slidenum">
              <a:rPr lang="en-US" b="0"/>
              <a:t>16</a:t>
            </a:fld>
            <a:endParaRPr lang="en-US"/>
          </a:p>
        </p:txBody>
      </p:sp>
      <p:pic>
        <p:nvPicPr>
          <p:cNvPr id="22" name="Image 21">
            <a:extLst>
              <a:ext uri="{FF2B5EF4-FFF2-40B4-BE49-F238E27FC236}">
                <a16:creationId xmlns:a16="http://schemas.microsoft.com/office/drawing/2014/main" id="{78BCA699-9638-C2A9-7708-3203C7AB3602}"/>
              </a:ext>
            </a:extLst>
          </p:cNvPr>
          <p:cNvPicPr>
            <a:picLocks noChangeAspect="1"/>
          </p:cNvPicPr>
          <p:nvPr/>
        </p:nvPicPr>
        <p:blipFill>
          <a:blip r:embed="rId6"/>
          <a:stretch>
            <a:fillRect/>
          </a:stretch>
        </p:blipFill>
        <p:spPr>
          <a:xfrm>
            <a:off x="0" y="1280160"/>
            <a:ext cx="8958324" cy="496062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0F4DD-7E23-38B8-3466-BF1DBBEC41C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67E927E9-5A82-C90D-8DBD-86753B0062C7}"/>
              </a:ext>
            </a:extLst>
          </p:cNvPr>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Diagrammes de sequence – </a:t>
            </a:r>
            <a:r>
              <a:rPr lang="en-US" sz="3400" b="1" dirty="0" err="1">
                <a:solidFill>
                  <a:schemeClr val="tx2"/>
                </a:solidFill>
              </a:rPr>
              <a:t>Sinistre</a:t>
            </a:r>
            <a:r>
              <a:rPr lang="en-US" sz="3400" b="1" dirty="0">
                <a:solidFill>
                  <a:schemeClr val="tx2"/>
                </a:solidFill>
              </a:rPr>
              <a:t> Phase 2</a:t>
            </a:r>
            <a:endParaRPr lang="en-US" sz="3400" dirty="0"/>
          </a:p>
        </p:txBody>
      </p:sp>
      <p:sp>
        <p:nvSpPr>
          <p:cNvPr id="6" name="Text 3">
            <a:extLst>
              <a:ext uri="{FF2B5EF4-FFF2-40B4-BE49-F238E27FC236}">
                <a16:creationId xmlns:a16="http://schemas.microsoft.com/office/drawing/2014/main" id="{BE44588D-192B-5D69-CE71-8BBC60988EC0}"/>
              </a:ext>
            </a:extLst>
          </p:cNvPr>
          <p:cNvSpPr txBox="1"/>
          <p:nvPr/>
        </p:nvSpPr>
        <p:spPr>
          <a:xfrm>
            <a:off x="9124748" y="1645920"/>
            <a:ext cx="2488132" cy="731520"/>
          </a:xfrm>
          <a:prstGeom prst="rect">
            <a:avLst/>
          </a:prstGeom>
          <a:noFill/>
          <a:ln/>
        </p:spPr>
        <p:txBody>
          <a:bodyPr wrap="square" lIns="0" tIns="0" rIns="0" bIns="0" rtlCol="0" anchor="t"/>
          <a:lstStyle/>
          <a:p>
            <a:pPr marL="0" indent="0">
              <a:buNone/>
            </a:pPr>
            <a:r>
              <a:rPr lang="en-US" sz="2000" b="1" dirty="0">
                <a:solidFill>
                  <a:schemeClr val="tx2"/>
                </a:solidFill>
              </a:rPr>
              <a:t>Trois processus, chacun en deux phases</a:t>
            </a:r>
            <a:endParaRPr lang="en-US" sz="2000" dirty="0"/>
          </a:p>
        </p:txBody>
      </p:sp>
      <p:sp>
        <p:nvSpPr>
          <p:cNvPr id="7" name="Card Inscription">
            <a:extLst>
              <a:ext uri="{FF2B5EF4-FFF2-40B4-BE49-F238E27FC236}">
                <a16:creationId xmlns:a16="http://schemas.microsoft.com/office/drawing/2014/main" id="{A3622F8D-D002-F455-11F2-52ED4D78B6D1}"/>
              </a:ext>
            </a:extLst>
          </p:cNvPr>
          <p:cNvSpPr/>
          <p:nvPr/>
        </p:nvSpPr>
        <p:spPr>
          <a:xfrm>
            <a:off x="9124748" y="2468880"/>
            <a:ext cx="2515563" cy="914400"/>
          </a:xfrm>
          <a:prstGeom prst="roundRect">
            <a:avLst>
              <a:gd name="adj" fmla="val 12000"/>
            </a:avLst>
          </a:prstGeom>
          <a:solidFill>
            <a:schemeClr val="bg2"/>
          </a:solidFill>
          <a:ln w="12700">
            <a:solidFill>
              <a:schemeClr val="bg2"/>
            </a:solidFill>
            <a:prstDash val="solid"/>
          </a:ln>
        </p:spPr>
      </p:sp>
      <p:sp>
        <p:nvSpPr>
          <p:cNvPr id="8" name="Pastille FaPen">
            <a:extLst>
              <a:ext uri="{FF2B5EF4-FFF2-40B4-BE49-F238E27FC236}">
                <a16:creationId xmlns:a16="http://schemas.microsoft.com/office/drawing/2014/main" id="{166DDA14-5381-DBD7-C0F9-C74EAD7992D0}"/>
              </a:ext>
            </a:extLst>
          </p:cNvPr>
          <p:cNvSpPr/>
          <p:nvPr/>
        </p:nvSpPr>
        <p:spPr>
          <a:xfrm>
            <a:off x="9365383" y="2628900"/>
            <a:ext cx="594360" cy="594360"/>
          </a:xfrm>
          <a:prstGeom prst="ellipse">
            <a:avLst/>
          </a:prstGeom>
          <a:solidFill>
            <a:schemeClr val="accent2"/>
          </a:solidFill>
          <a:ln w="12700">
            <a:solidFill>
              <a:schemeClr val="accent2"/>
            </a:solidFill>
            <a:prstDash val="solid"/>
          </a:ln>
        </p:spPr>
      </p:sp>
      <p:pic>
        <p:nvPicPr>
          <p:cNvPr id="9" name="Image 0" descr="FaPen">
            <a:extLst>
              <a:ext uri="{FF2B5EF4-FFF2-40B4-BE49-F238E27FC236}">
                <a16:creationId xmlns:a16="http://schemas.microsoft.com/office/drawing/2014/main" id="{213C11AE-8012-6606-AD35-56E7AA0B7F31}"/>
              </a:ext>
            </a:extLst>
          </p:cNvPr>
          <p:cNvPicPr>
            <a:picLocks noChangeAspect="1"/>
          </p:cNvPicPr>
          <p:nvPr/>
        </p:nvPicPr>
        <p:blipFill>
          <a:blip r:embed="rId3"/>
          <a:stretch>
            <a:fillRect/>
          </a:stretch>
        </p:blipFill>
        <p:spPr>
          <a:xfrm>
            <a:off x="9531801" y="2795321"/>
            <a:ext cx="261518" cy="261518"/>
          </a:xfrm>
          <a:prstGeom prst="rect">
            <a:avLst/>
          </a:prstGeom>
        </p:spPr>
      </p:pic>
      <p:sp>
        <p:nvSpPr>
          <p:cNvPr id="10" name="Text 6">
            <a:extLst>
              <a:ext uri="{FF2B5EF4-FFF2-40B4-BE49-F238E27FC236}">
                <a16:creationId xmlns:a16="http://schemas.microsoft.com/office/drawing/2014/main" id="{BC3ACDC4-DDD6-61D4-85DC-E773406BB56B}"/>
              </a:ext>
            </a:extLst>
          </p:cNvPr>
          <p:cNvSpPr txBox="1"/>
          <p:nvPr/>
        </p:nvSpPr>
        <p:spPr>
          <a:xfrm>
            <a:off x="10188343" y="2560320"/>
            <a:ext cx="1333099" cy="731520"/>
          </a:xfrm>
          <a:prstGeom prst="rect">
            <a:avLst/>
          </a:prstGeom>
          <a:noFill/>
          <a:ln/>
        </p:spPr>
        <p:txBody>
          <a:bodyPr wrap="square" lIns="0" tIns="0" rIns="0" bIns="0" rtlCol="0" anchor="ctr"/>
          <a:lstStyle/>
          <a:p>
            <a:pPr marL="0" indent="0">
              <a:buNone/>
            </a:pPr>
            <a:r>
              <a:rPr lang="en-US" sz="1800" b="1" dirty="0">
                <a:solidFill>
                  <a:schemeClr val="tx2"/>
                </a:solidFill>
              </a:rPr>
              <a:t>Inscription</a:t>
            </a:r>
            <a:endParaRPr lang="en-US" sz="1800" dirty="0"/>
          </a:p>
          <a:p>
            <a:pPr marL="0" indent="0">
              <a:buNone/>
            </a:pPr>
            <a:endParaRPr lang="en-US" sz="1800" dirty="0"/>
          </a:p>
        </p:txBody>
      </p:sp>
      <p:sp>
        <p:nvSpPr>
          <p:cNvPr id="11" name="Card Souscription">
            <a:extLst>
              <a:ext uri="{FF2B5EF4-FFF2-40B4-BE49-F238E27FC236}">
                <a16:creationId xmlns:a16="http://schemas.microsoft.com/office/drawing/2014/main" id="{FAD28582-4FF0-F2FB-8B70-22181BD1AC60}"/>
              </a:ext>
            </a:extLst>
          </p:cNvPr>
          <p:cNvSpPr/>
          <p:nvPr/>
        </p:nvSpPr>
        <p:spPr>
          <a:xfrm>
            <a:off x="9124748" y="3520440"/>
            <a:ext cx="2515563" cy="914400"/>
          </a:xfrm>
          <a:prstGeom prst="roundRect">
            <a:avLst>
              <a:gd name="adj" fmla="val 12000"/>
            </a:avLst>
          </a:prstGeom>
          <a:solidFill>
            <a:schemeClr val="bg2"/>
          </a:solidFill>
          <a:ln w="12700">
            <a:solidFill>
              <a:schemeClr val="bg2"/>
            </a:solidFill>
            <a:prstDash val="solid"/>
          </a:ln>
        </p:spPr>
      </p:sp>
      <p:sp>
        <p:nvSpPr>
          <p:cNvPr id="12" name="Pastille FaFileSignature">
            <a:extLst>
              <a:ext uri="{FF2B5EF4-FFF2-40B4-BE49-F238E27FC236}">
                <a16:creationId xmlns:a16="http://schemas.microsoft.com/office/drawing/2014/main" id="{48227C8F-6DC6-6A63-54EE-77063B8955F4}"/>
              </a:ext>
            </a:extLst>
          </p:cNvPr>
          <p:cNvSpPr/>
          <p:nvPr/>
        </p:nvSpPr>
        <p:spPr>
          <a:xfrm>
            <a:off x="9365383" y="3680460"/>
            <a:ext cx="594360" cy="594360"/>
          </a:xfrm>
          <a:prstGeom prst="ellipse">
            <a:avLst/>
          </a:prstGeom>
          <a:solidFill>
            <a:schemeClr val="accent2"/>
          </a:solidFill>
          <a:ln w="12700">
            <a:solidFill>
              <a:schemeClr val="accent2"/>
            </a:solidFill>
            <a:prstDash val="solid"/>
          </a:ln>
        </p:spPr>
      </p:sp>
      <p:pic>
        <p:nvPicPr>
          <p:cNvPr id="13" name="Image 1" descr="FaFileSignature">
            <a:extLst>
              <a:ext uri="{FF2B5EF4-FFF2-40B4-BE49-F238E27FC236}">
                <a16:creationId xmlns:a16="http://schemas.microsoft.com/office/drawing/2014/main" id="{B865AE5D-E52B-4407-EA4D-73F3EEAD93A8}"/>
              </a:ext>
            </a:extLst>
          </p:cNvPr>
          <p:cNvPicPr>
            <a:picLocks noChangeAspect="1"/>
          </p:cNvPicPr>
          <p:nvPr/>
        </p:nvPicPr>
        <p:blipFill>
          <a:blip r:embed="rId4"/>
          <a:stretch>
            <a:fillRect/>
          </a:stretch>
        </p:blipFill>
        <p:spPr>
          <a:xfrm>
            <a:off x="9531801" y="3846881"/>
            <a:ext cx="261518" cy="261518"/>
          </a:xfrm>
          <a:prstGeom prst="rect">
            <a:avLst/>
          </a:prstGeom>
        </p:spPr>
      </p:pic>
      <p:sp>
        <p:nvSpPr>
          <p:cNvPr id="14" name="Text 9">
            <a:extLst>
              <a:ext uri="{FF2B5EF4-FFF2-40B4-BE49-F238E27FC236}">
                <a16:creationId xmlns:a16="http://schemas.microsoft.com/office/drawing/2014/main" id="{05D06A81-67E9-13A9-38E9-35C868BFB948}"/>
              </a:ext>
            </a:extLst>
          </p:cNvPr>
          <p:cNvSpPr txBox="1"/>
          <p:nvPr/>
        </p:nvSpPr>
        <p:spPr>
          <a:xfrm>
            <a:off x="10188343" y="3611880"/>
            <a:ext cx="1333099" cy="731520"/>
          </a:xfrm>
          <a:prstGeom prst="rect">
            <a:avLst/>
          </a:prstGeom>
          <a:noFill/>
          <a:ln/>
        </p:spPr>
        <p:txBody>
          <a:bodyPr wrap="square" lIns="0" tIns="0" rIns="0" bIns="0" rtlCol="0" anchor="ctr"/>
          <a:lstStyle/>
          <a:p>
            <a:pPr marL="0" indent="0">
              <a:buNone/>
            </a:pPr>
            <a:r>
              <a:rPr lang="en-US" sz="1800" b="1" dirty="0">
                <a:solidFill>
                  <a:schemeClr val="tx2"/>
                </a:solidFill>
              </a:rPr>
              <a:t>Souscription</a:t>
            </a:r>
            <a:endParaRPr lang="en-US" sz="1800" dirty="0"/>
          </a:p>
          <a:p>
            <a:pPr marL="0" indent="0">
              <a:buNone/>
            </a:pPr>
            <a:endParaRPr lang="en-US" sz="1800" dirty="0"/>
          </a:p>
        </p:txBody>
      </p:sp>
      <p:sp>
        <p:nvSpPr>
          <p:cNvPr id="15" name="Card Sinistre">
            <a:extLst>
              <a:ext uri="{FF2B5EF4-FFF2-40B4-BE49-F238E27FC236}">
                <a16:creationId xmlns:a16="http://schemas.microsoft.com/office/drawing/2014/main" id="{F18F6D8C-7887-87A0-3E9D-D9843373D8FB}"/>
              </a:ext>
            </a:extLst>
          </p:cNvPr>
          <p:cNvSpPr/>
          <p:nvPr/>
        </p:nvSpPr>
        <p:spPr>
          <a:xfrm>
            <a:off x="9124748" y="4572000"/>
            <a:ext cx="2515563" cy="914400"/>
          </a:xfrm>
          <a:prstGeom prst="roundRect">
            <a:avLst>
              <a:gd name="adj" fmla="val 12000"/>
            </a:avLst>
          </a:prstGeom>
          <a:solidFill>
            <a:schemeClr val="bg2"/>
          </a:solidFill>
          <a:ln w="12700">
            <a:solidFill>
              <a:schemeClr val="bg2"/>
            </a:solidFill>
            <a:prstDash val="solid"/>
          </a:ln>
        </p:spPr>
      </p:sp>
      <p:sp>
        <p:nvSpPr>
          <p:cNvPr id="16" name="Pastille FaExclamationTriangle">
            <a:extLst>
              <a:ext uri="{FF2B5EF4-FFF2-40B4-BE49-F238E27FC236}">
                <a16:creationId xmlns:a16="http://schemas.microsoft.com/office/drawing/2014/main" id="{C2FDC74A-A859-AA02-FD1E-4680F2190C00}"/>
              </a:ext>
            </a:extLst>
          </p:cNvPr>
          <p:cNvSpPr/>
          <p:nvPr/>
        </p:nvSpPr>
        <p:spPr>
          <a:xfrm>
            <a:off x="9346130" y="4732020"/>
            <a:ext cx="594360" cy="594360"/>
          </a:xfrm>
          <a:prstGeom prst="ellipse">
            <a:avLst/>
          </a:prstGeom>
          <a:solidFill>
            <a:schemeClr val="accent2"/>
          </a:solidFill>
          <a:ln w="12700">
            <a:solidFill>
              <a:schemeClr val="accent2"/>
            </a:solidFill>
            <a:prstDash val="solid"/>
          </a:ln>
        </p:spPr>
      </p:sp>
      <p:pic>
        <p:nvPicPr>
          <p:cNvPr id="17" name="Image 2" descr="FaExclamationTriangle">
            <a:extLst>
              <a:ext uri="{FF2B5EF4-FFF2-40B4-BE49-F238E27FC236}">
                <a16:creationId xmlns:a16="http://schemas.microsoft.com/office/drawing/2014/main" id="{2E1F0921-AB49-83DD-5176-0086F820C9FA}"/>
              </a:ext>
            </a:extLst>
          </p:cNvPr>
          <p:cNvPicPr>
            <a:picLocks noChangeAspect="1"/>
          </p:cNvPicPr>
          <p:nvPr/>
        </p:nvPicPr>
        <p:blipFill>
          <a:blip r:embed="rId5"/>
          <a:stretch>
            <a:fillRect/>
          </a:stretch>
        </p:blipFill>
        <p:spPr>
          <a:xfrm>
            <a:off x="9531804" y="4898441"/>
            <a:ext cx="261518" cy="261518"/>
          </a:xfrm>
          <a:prstGeom prst="rect">
            <a:avLst/>
          </a:prstGeom>
        </p:spPr>
      </p:pic>
      <p:sp>
        <p:nvSpPr>
          <p:cNvPr id="18" name="Text 12">
            <a:extLst>
              <a:ext uri="{FF2B5EF4-FFF2-40B4-BE49-F238E27FC236}">
                <a16:creationId xmlns:a16="http://schemas.microsoft.com/office/drawing/2014/main" id="{B3356A0D-799F-412D-929E-3364DF78E02B}"/>
              </a:ext>
            </a:extLst>
          </p:cNvPr>
          <p:cNvSpPr txBox="1"/>
          <p:nvPr/>
        </p:nvSpPr>
        <p:spPr>
          <a:xfrm>
            <a:off x="10188343" y="4663440"/>
            <a:ext cx="1333099" cy="731520"/>
          </a:xfrm>
          <a:prstGeom prst="rect">
            <a:avLst/>
          </a:prstGeom>
          <a:noFill/>
          <a:ln/>
        </p:spPr>
        <p:txBody>
          <a:bodyPr wrap="square" lIns="0" tIns="0" rIns="0" bIns="0" rtlCol="0" anchor="ctr"/>
          <a:lstStyle/>
          <a:p>
            <a:pPr marL="0" indent="0">
              <a:buNone/>
            </a:pPr>
            <a:r>
              <a:rPr lang="en-US" sz="1800" b="1" dirty="0">
                <a:solidFill>
                  <a:schemeClr val="tx2"/>
                </a:solidFill>
              </a:rPr>
              <a:t>Sinistre</a:t>
            </a:r>
            <a:endParaRPr lang="en-US" sz="1800" dirty="0"/>
          </a:p>
          <a:p>
            <a:pPr marL="0" indent="0">
              <a:buNone/>
            </a:pPr>
            <a:endParaRPr lang="en-US" sz="1800" dirty="0"/>
          </a:p>
        </p:txBody>
      </p:sp>
      <p:sp>
        <p:nvSpPr>
          <p:cNvPr id="19" name="Text 13">
            <a:extLst>
              <a:ext uri="{FF2B5EF4-FFF2-40B4-BE49-F238E27FC236}">
                <a16:creationId xmlns:a16="http://schemas.microsoft.com/office/drawing/2014/main" id="{60BFDBD6-8ED7-D457-7150-C9873E8E4B4A}"/>
              </a:ext>
            </a:extLst>
          </p:cNvPr>
          <p:cNvSpPr txBox="1"/>
          <p:nvPr/>
        </p:nvSpPr>
        <p:spPr>
          <a:xfrm>
            <a:off x="8992209" y="5829300"/>
            <a:ext cx="2753209" cy="411480"/>
          </a:xfrm>
          <a:prstGeom prst="rect">
            <a:avLst/>
          </a:prstGeom>
          <a:noFill/>
          <a:ln/>
        </p:spPr>
        <p:txBody>
          <a:bodyPr wrap="square" lIns="0" tIns="0" rIns="0" bIns="0" rtlCol="0" anchor="ctr"/>
          <a:lstStyle/>
          <a:p>
            <a:pPr marL="0" indent="0">
              <a:buNone/>
            </a:pPr>
            <a:r>
              <a:rPr lang="en-US" sz="1400" i="1" dirty="0">
                <a:solidFill>
                  <a:schemeClr val="tx1"/>
                </a:solidFill>
              </a:rPr>
              <a:t>Le client initie, l'agent valide ou traite.</a:t>
            </a:r>
            <a:endParaRPr lang="en-US" sz="1400" dirty="0"/>
          </a:p>
        </p:txBody>
      </p:sp>
      <p:sp>
        <p:nvSpPr>
          <p:cNvPr id="25" name="Slide Number Placeholder 0">
            <a:extLst>
              <a:ext uri="{FF2B5EF4-FFF2-40B4-BE49-F238E27FC236}">
                <a16:creationId xmlns:a16="http://schemas.microsoft.com/office/drawing/2014/main" id="{C8CA8795-0D30-F9D1-1E75-71A58C2B5F53}"/>
              </a:ext>
            </a:extLst>
          </p:cNvPr>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fld id="{F7021451-1387-4CA6-816F-3879F97B5CBC}" type="slidenum">
              <a:rPr lang="en-US" b="0"/>
              <a:t>17</a:t>
            </a:fld>
            <a:endParaRPr lang="en-US"/>
          </a:p>
        </p:txBody>
      </p:sp>
      <p:pic>
        <p:nvPicPr>
          <p:cNvPr id="21" name="Image 20">
            <a:extLst>
              <a:ext uri="{FF2B5EF4-FFF2-40B4-BE49-F238E27FC236}">
                <a16:creationId xmlns:a16="http://schemas.microsoft.com/office/drawing/2014/main" id="{DE20F1EE-0CDB-B10B-BE1B-C8153B63DEDD}"/>
              </a:ext>
            </a:extLst>
          </p:cNvPr>
          <p:cNvPicPr>
            <a:picLocks noChangeAspect="1"/>
          </p:cNvPicPr>
          <p:nvPr/>
        </p:nvPicPr>
        <p:blipFill>
          <a:blip r:embed="rId6"/>
          <a:stretch>
            <a:fillRect/>
          </a:stretch>
        </p:blipFill>
        <p:spPr>
          <a:xfrm>
            <a:off x="290395" y="1462106"/>
            <a:ext cx="8715484" cy="4607501"/>
          </a:xfrm>
          <a:prstGeom prst="rect">
            <a:avLst/>
          </a:prstGeom>
        </p:spPr>
      </p:pic>
    </p:spTree>
    <p:extLst>
      <p:ext uri="{BB962C8B-B14F-4D97-AF65-F5344CB8AC3E}">
        <p14:creationId xmlns:p14="http://schemas.microsoft.com/office/powerpoint/2010/main" val="2758261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Diagrammes d'activité</a:t>
            </a:r>
            <a:endParaRPr lang="en-US" sz="3400" dirty="0"/>
          </a:p>
        </p:txBody>
      </p:sp>
      <p:sp>
        <p:nvSpPr>
          <p:cNvPr id="4" name="Card Activité"/>
          <p:cNvSpPr/>
          <p:nvPr/>
        </p:nvSpPr>
        <p:spPr>
          <a:xfrm>
            <a:off x="548640" y="1645920"/>
            <a:ext cx="4206240" cy="1511166"/>
          </a:xfrm>
          <a:prstGeom prst="roundRect">
            <a:avLst>
              <a:gd name="adj" fmla="val 2609"/>
            </a:avLst>
          </a:prstGeom>
          <a:solidFill>
            <a:schemeClr val="tx2"/>
          </a:solidFill>
          <a:ln w="12700">
            <a:solidFill>
              <a:schemeClr val="tx2"/>
            </a:solidFill>
            <a:prstDash val="solid"/>
          </a:ln>
          <a:effectLst>
            <a:outerShdw blurRad="50800" dist="38100" dir="2700000" algn="tl" rotWithShape="0">
              <a:prstClr val="black">
                <a:alpha val="40000"/>
              </a:prstClr>
            </a:outerShdw>
          </a:effectLst>
        </p:spPr>
      </p:sp>
      <p:sp>
        <p:nvSpPr>
          <p:cNvPr id="5" name="Text 2"/>
          <p:cNvSpPr txBox="1"/>
          <p:nvPr/>
        </p:nvSpPr>
        <p:spPr>
          <a:xfrm>
            <a:off x="822960" y="2071834"/>
            <a:ext cx="3657600" cy="1193533"/>
          </a:xfrm>
          <a:prstGeom prst="rect">
            <a:avLst/>
          </a:prstGeom>
          <a:noFill/>
          <a:ln/>
        </p:spPr>
        <p:txBody>
          <a:bodyPr wrap="square" lIns="0" tIns="0" rIns="0" bIns="0" rtlCol="0" anchor="t"/>
          <a:lstStyle/>
          <a:p>
            <a:pPr marL="0" indent="0" algn="ctr">
              <a:buNone/>
            </a:pPr>
            <a:r>
              <a:rPr lang="en-US" sz="2000" b="1" dirty="0" err="1">
                <a:solidFill>
                  <a:schemeClr val="bg1"/>
                </a:solidFill>
              </a:rPr>
              <a:t>Diagramme</a:t>
            </a:r>
            <a:r>
              <a:rPr lang="en-US" sz="2000" b="1" dirty="0">
                <a:solidFill>
                  <a:schemeClr val="bg1"/>
                </a:solidFill>
              </a:rPr>
              <a:t> </a:t>
            </a:r>
            <a:r>
              <a:rPr lang="en-US" sz="2000" b="1" dirty="0" err="1">
                <a:solidFill>
                  <a:schemeClr val="bg1"/>
                </a:solidFill>
              </a:rPr>
              <a:t>d’activité</a:t>
            </a:r>
            <a:r>
              <a:rPr lang="en-US" sz="2000" b="1" dirty="0">
                <a:solidFill>
                  <a:schemeClr val="bg1"/>
                </a:solidFill>
              </a:rPr>
              <a:t> – </a:t>
            </a:r>
            <a:r>
              <a:rPr lang="en-US" sz="2000" b="1" dirty="0" err="1">
                <a:solidFill>
                  <a:schemeClr val="bg1"/>
                </a:solidFill>
              </a:rPr>
              <a:t>cas</a:t>
            </a:r>
            <a:r>
              <a:rPr lang="en-US" sz="2000" b="1" dirty="0">
                <a:solidFill>
                  <a:schemeClr val="bg1"/>
                </a:solidFill>
              </a:rPr>
              <a:t> : Inscription</a:t>
            </a:r>
            <a:endParaRPr lang="en-US" sz="20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fld id="{F7021451-1387-4CA6-816F-3879F97B5CBC}" type="slidenum">
              <a:rPr lang="en-US" b="0"/>
              <a:t>18</a:t>
            </a:fld>
            <a:endParaRPr lang="en-US"/>
          </a:p>
        </p:txBody>
      </p:sp>
      <p:pic>
        <p:nvPicPr>
          <p:cNvPr id="8" name="Image 7">
            <a:extLst>
              <a:ext uri="{FF2B5EF4-FFF2-40B4-BE49-F238E27FC236}">
                <a16:creationId xmlns:a16="http://schemas.microsoft.com/office/drawing/2014/main" id="{B1302854-C8E6-C1F9-C48F-6F697F9257D9}"/>
              </a:ext>
            </a:extLst>
          </p:cNvPr>
          <p:cNvPicPr>
            <a:picLocks noChangeAspect="1"/>
          </p:cNvPicPr>
          <p:nvPr/>
        </p:nvPicPr>
        <p:blipFill>
          <a:blip r:embed="rId3"/>
          <a:stretch>
            <a:fillRect/>
          </a:stretch>
        </p:blipFill>
        <p:spPr>
          <a:xfrm>
            <a:off x="5029200" y="250257"/>
            <a:ext cx="6992754" cy="6150543"/>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82880"/>
            <a:ext cx="11064240" cy="1097280"/>
          </a:xfrm>
          <a:prstGeom prst="rect">
            <a:avLst/>
          </a:prstGeom>
          <a:noFill/>
          <a:ln/>
        </p:spPr>
        <p:txBody>
          <a:bodyPr wrap="square" lIns="0" tIns="0" rIns="0" bIns="0" rtlCol="0" anchor="ctr"/>
          <a:lstStyle/>
          <a:p>
            <a:pPr marL="0" indent="0" algn="l">
              <a:buNone/>
            </a:pPr>
            <a:r>
              <a:rPr lang="en-US" sz="3400" b="1" dirty="0">
                <a:solidFill>
                  <a:schemeClr val="tx2"/>
                </a:solidFill>
              </a:rPr>
              <a:t>Diagramme de classes</a:t>
            </a:r>
            <a:endParaRPr lang="en-US" sz="34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fld id="{F7021451-1387-4CA6-816F-3879F97B5CBC}" type="slidenum">
              <a:rPr lang="en-US" b="0"/>
              <a:t>19</a:t>
            </a:fld>
            <a:endParaRPr lang="en-US"/>
          </a:p>
        </p:txBody>
      </p:sp>
      <p:pic>
        <p:nvPicPr>
          <p:cNvPr id="20" name="Image 19">
            <a:extLst>
              <a:ext uri="{FF2B5EF4-FFF2-40B4-BE49-F238E27FC236}">
                <a16:creationId xmlns:a16="http://schemas.microsoft.com/office/drawing/2014/main" id="{EC21E696-BE67-A604-CBB7-DBD2A7BD6E47}"/>
              </a:ext>
            </a:extLst>
          </p:cNvPr>
          <p:cNvPicPr>
            <a:picLocks noChangeAspect="1"/>
          </p:cNvPicPr>
          <p:nvPr/>
        </p:nvPicPr>
        <p:blipFill>
          <a:blip r:embed="rId3"/>
          <a:stretch>
            <a:fillRect/>
          </a:stretch>
        </p:blipFill>
        <p:spPr>
          <a:xfrm>
            <a:off x="661772" y="962526"/>
            <a:ext cx="10951108" cy="5438274"/>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468880"/>
            <a:ext cx="10515600" cy="1097280"/>
          </a:xfrm>
          <a:prstGeom prst="rect">
            <a:avLst/>
          </a:prstGeom>
          <a:noFill/>
          <a:ln/>
        </p:spPr>
        <p:txBody>
          <a:bodyPr wrap="square" lIns="0" tIns="0" rIns="0" bIns="0" rtlCol="0" anchor="ctr"/>
          <a:lstStyle/>
          <a:p>
            <a:pPr marL="0" indent="0" algn="l">
              <a:buNone/>
            </a:pPr>
            <a:r>
              <a:rPr lang="en-US" sz="4400" b="1" dirty="0">
                <a:solidFill>
                  <a:schemeClr val="bg1"/>
                </a:solidFill>
              </a:rPr>
              <a:t>Partie 3 : Réalisation</a:t>
            </a:r>
            <a:endParaRPr lang="en-US" sz="4400" dirty="0"/>
          </a:p>
        </p:txBody>
      </p:sp>
      <p:sp>
        <p:nvSpPr>
          <p:cNvPr id="3" name="Text 0"/>
          <p:cNvSpPr>
            <a:spLocks noGrp="1"/>
          </p:cNvSpPr>
          <p:nvPr>
            <p:ph type="body" idx="101" hasCustomPrompt="1"/>
          </p:nvPr>
        </p:nvSpPr>
        <p:spPr>
          <a:xfrm>
            <a:off x="731520" y="3657600"/>
            <a:ext cx="10515600" cy="914400"/>
          </a:xfrm>
          <a:prstGeom prst="rect">
            <a:avLst/>
          </a:prstGeom>
          <a:noFill/>
          <a:ln/>
        </p:spPr>
        <p:txBody>
          <a:bodyPr wrap="square" lIns="0" tIns="0" rIns="0" bIns="0" rtlCol="0" anchor="t"/>
          <a:lstStyle/>
          <a:p>
            <a:pPr marL="0" indent="0" algn="l">
              <a:buNone/>
            </a:pPr>
            <a:r>
              <a:rPr lang="en-US" sz="2200" dirty="0">
                <a:solidFill>
                  <a:schemeClr val="accent1"/>
                </a:solidFill>
              </a:rPr>
              <a:t>Démonstration de l'application</a:t>
            </a:r>
            <a:endParaRPr lang="en-US" sz="2200" dirty="0"/>
          </a:p>
        </p:txBody>
      </p:sp>
      <p:sp>
        <p:nvSpPr>
          <p:cNvPr id="4" name="Slide Number Placeholder 0">
            <a:extLst>
              <a:ext uri="{FF2B5EF4-FFF2-40B4-BE49-F238E27FC236}">
                <a16:creationId xmlns:a16="http://schemas.microsoft.com/office/drawing/2014/main" id="{A05F564B-B975-0070-4DB3-254EB65DE1A6}"/>
              </a:ext>
            </a:extLst>
          </p:cNvPr>
          <p:cNvSpPr txBox="1">
            <a:spLocks/>
          </p:cNvSpPr>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7021451-1387-4CA6-816F-3879F97B5CBC}" type="slidenum">
              <a:rPr lang="en-US" smtClean="0">
                <a:solidFill>
                  <a:schemeClr val="bg1"/>
                </a:solidFill>
              </a:rPr>
              <a:pPr algn="r"/>
              <a:t>20</a:t>
            </a:fld>
            <a:endParaRPr lang="en-US" dirty="0">
              <a:solidFill>
                <a:schemeClr val="bg1"/>
              </a:solidFill>
            </a:endParaRPr>
          </a:p>
        </p:txBody>
      </p:sp>
    </p:spTree>
  </p:cSld>
  <p:clrMapOvr>
    <a:masterClrMapping/>
  </p:clrMapOvr>
  <mc:AlternateContent xmlns:mc="http://schemas.openxmlformats.org/markup-compatibility/2006" xmlns:p14="http://schemas.microsoft.com/office/powerpoint/2010/main">
    <mc:Choice Requires="p14">
      <p:transition spd="slow" p14:dur="1600">
        <p:blinds dir="vert"/>
      </p:transition>
    </mc:Choice>
    <mc:Fallback xmlns="">
      <p:transition spd="slow">
        <p:blinds dir="vert"/>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5DC58D-1B0F-2431-932F-60D068354735}"/>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5D526AF0-2026-9255-6CEE-681D71ADF5F6}"/>
              </a:ext>
            </a:extLst>
          </p:cNvPr>
          <p:cNvSpPr>
            <a:spLocks noGrp="1"/>
          </p:cNvSpPr>
          <p:nvPr>
            <p:ph type="title" idx="100" hasCustomPrompt="1"/>
          </p:nvPr>
        </p:nvSpPr>
        <p:spPr>
          <a:xfrm>
            <a:off x="731520" y="2468880"/>
            <a:ext cx="10515600" cy="1097280"/>
          </a:xfrm>
          <a:prstGeom prst="rect">
            <a:avLst/>
          </a:prstGeom>
          <a:noFill/>
          <a:ln/>
        </p:spPr>
        <p:txBody>
          <a:bodyPr wrap="square" lIns="0" tIns="0" rIns="0" bIns="0" rtlCol="0" anchor="ctr"/>
          <a:lstStyle/>
          <a:p>
            <a:pPr marL="0" indent="0" algn="ctr">
              <a:buNone/>
            </a:pPr>
            <a:r>
              <a:rPr lang="en-US" sz="4400" b="1" dirty="0" err="1">
                <a:solidFill>
                  <a:schemeClr val="bg1"/>
                </a:solidFill>
              </a:rPr>
              <a:t>Démonstration</a:t>
            </a:r>
            <a:r>
              <a:rPr lang="en-US" sz="4400" b="1" dirty="0">
                <a:solidFill>
                  <a:schemeClr val="bg1"/>
                </a:solidFill>
              </a:rPr>
              <a:t>…</a:t>
            </a:r>
            <a:endParaRPr lang="en-US" sz="4400" dirty="0"/>
          </a:p>
        </p:txBody>
      </p:sp>
      <p:sp>
        <p:nvSpPr>
          <p:cNvPr id="4" name="Slide Number Placeholder 0">
            <a:extLst>
              <a:ext uri="{FF2B5EF4-FFF2-40B4-BE49-F238E27FC236}">
                <a16:creationId xmlns:a16="http://schemas.microsoft.com/office/drawing/2014/main" id="{A30F465C-E8F1-CE6A-9E38-9D2B5335AD59}"/>
              </a:ext>
            </a:extLst>
          </p:cNvPr>
          <p:cNvSpPr txBox="1">
            <a:spLocks/>
          </p:cNvSpPr>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7021451-1387-4CA6-816F-3879F97B5CBC}" type="slidenum">
              <a:rPr lang="en-US" smtClean="0">
                <a:solidFill>
                  <a:schemeClr val="bg1"/>
                </a:solidFill>
              </a:rPr>
              <a:pPr algn="r"/>
              <a:t>21</a:t>
            </a:fld>
            <a:endParaRPr lang="en-US" dirty="0">
              <a:solidFill>
                <a:schemeClr val="bg1"/>
              </a:solidFill>
            </a:endParaRPr>
          </a:p>
        </p:txBody>
      </p:sp>
    </p:spTree>
    <p:extLst>
      <p:ext uri="{BB962C8B-B14F-4D97-AF65-F5344CB8AC3E}">
        <p14:creationId xmlns:p14="http://schemas.microsoft.com/office/powerpoint/2010/main" val="383218245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44862" y="2692806"/>
            <a:ext cx="10515600" cy="1097280"/>
          </a:xfrm>
          <a:prstGeom prst="rect">
            <a:avLst/>
          </a:prstGeom>
          <a:noFill/>
          <a:ln/>
        </p:spPr>
        <p:txBody>
          <a:bodyPr wrap="square" lIns="0" tIns="0" rIns="0" bIns="0" rtlCol="0" anchor="ctr"/>
          <a:lstStyle/>
          <a:p>
            <a:pPr marL="0" indent="0" algn="ctr">
              <a:buNone/>
            </a:pPr>
            <a:r>
              <a:rPr lang="en-US" sz="4400" b="1" dirty="0">
                <a:solidFill>
                  <a:schemeClr val="bg1"/>
                </a:solidFill>
              </a:rPr>
              <a:t>Conclusion</a:t>
            </a:r>
            <a:endParaRPr lang="en-US" sz="4400" dirty="0"/>
          </a:p>
        </p:txBody>
      </p:sp>
      <p:sp>
        <p:nvSpPr>
          <p:cNvPr id="9" name="Card Accès immédiat">
            <a:extLst>
              <a:ext uri="{FF2B5EF4-FFF2-40B4-BE49-F238E27FC236}">
                <a16:creationId xmlns:a16="http://schemas.microsoft.com/office/drawing/2014/main" id="{EC0D67AF-0270-BCBC-7DC2-7CF9ABB62134}"/>
              </a:ext>
            </a:extLst>
          </p:cNvPr>
          <p:cNvSpPr/>
          <p:nvPr/>
        </p:nvSpPr>
        <p:spPr>
          <a:xfrm>
            <a:off x="838199" y="7328902"/>
            <a:ext cx="2905125" cy="4048927"/>
          </a:xfrm>
          <a:prstGeom prst="roundRect">
            <a:avLst>
              <a:gd name="adj" fmla="val 9231"/>
            </a:avLst>
          </a:prstGeom>
          <a:solidFill>
            <a:schemeClr val="bg2"/>
          </a:solidFill>
          <a:ln w="12700">
            <a:solidFill>
              <a:schemeClr val="bg2"/>
            </a:solidFill>
            <a:prstDash val="solid"/>
          </a:ln>
        </p:spPr>
        <p:txBody>
          <a:bodyPr/>
          <a:lstStyle/>
          <a:p>
            <a:endParaRPr lang="LID4096" dirty="0"/>
          </a:p>
        </p:txBody>
      </p:sp>
      <p:sp>
        <p:nvSpPr>
          <p:cNvPr id="11" name="Card Accès immédiat">
            <a:extLst>
              <a:ext uri="{FF2B5EF4-FFF2-40B4-BE49-F238E27FC236}">
                <a16:creationId xmlns:a16="http://schemas.microsoft.com/office/drawing/2014/main" id="{89D26A1A-4D03-9D59-4C24-660948B7C862}"/>
              </a:ext>
            </a:extLst>
          </p:cNvPr>
          <p:cNvSpPr/>
          <p:nvPr/>
        </p:nvSpPr>
        <p:spPr>
          <a:xfrm>
            <a:off x="4650101" y="9624983"/>
            <a:ext cx="2905125" cy="4048927"/>
          </a:xfrm>
          <a:prstGeom prst="roundRect">
            <a:avLst>
              <a:gd name="adj" fmla="val 9231"/>
            </a:avLst>
          </a:prstGeom>
          <a:solidFill>
            <a:schemeClr val="tx1">
              <a:lumMod val="50000"/>
              <a:lumOff val="50000"/>
            </a:schemeClr>
          </a:solidFill>
          <a:ln w="12700">
            <a:solidFill>
              <a:schemeClr val="bg2"/>
            </a:solidFill>
            <a:prstDash val="solid"/>
          </a:ln>
        </p:spPr>
      </p:sp>
      <p:sp>
        <p:nvSpPr>
          <p:cNvPr id="13" name="Card Accès immédiat">
            <a:extLst>
              <a:ext uri="{FF2B5EF4-FFF2-40B4-BE49-F238E27FC236}">
                <a16:creationId xmlns:a16="http://schemas.microsoft.com/office/drawing/2014/main" id="{DDC3A004-910D-53F7-FCEF-CDEFF8619E00}"/>
              </a:ext>
            </a:extLst>
          </p:cNvPr>
          <p:cNvSpPr/>
          <p:nvPr/>
        </p:nvSpPr>
        <p:spPr>
          <a:xfrm>
            <a:off x="8448672" y="11896548"/>
            <a:ext cx="2905125" cy="4048927"/>
          </a:xfrm>
          <a:prstGeom prst="roundRect">
            <a:avLst>
              <a:gd name="adj" fmla="val 9231"/>
            </a:avLst>
          </a:prstGeom>
          <a:solidFill>
            <a:schemeClr val="tx2">
              <a:lumMod val="75000"/>
            </a:schemeClr>
          </a:solidFill>
          <a:ln w="12700">
            <a:solidFill>
              <a:schemeClr val="bg2"/>
            </a:solidFill>
            <a:prstDash val="solid"/>
          </a:ln>
        </p:spPr>
      </p:sp>
      <p:sp>
        <p:nvSpPr>
          <p:cNvPr id="14" name="ZoneTexte 13">
            <a:extLst>
              <a:ext uri="{FF2B5EF4-FFF2-40B4-BE49-F238E27FC236}">
                <a16:creationId xmlns:a16="http://schemas.microsoft.com/office/drawing/2014/main" id="{4520EC81-02CF-4167-F42B-063C4BA33503}"/>
              </a:ext>
            </a:extLst>
          </p:cNvPr>
          <p:cNvSpPr txBox="1"/>
          <p:nvPr/>
        </p:nvSpPr>
        <p:spPr>
          <a:xfrm>
            <a:off x="1247773" y="7702665"/>
            <a:ext cx="2085975" cy="400110"/>
          </a:xfrm>
          <a:prstGeom prst="rect">
            <a:avLst/>
          </a:prstGeom>
          <a:noFill/>
        </p:spPr>
        <p:txBody>
          <a:bodyPr wrap="square" rtlCol="0">
            <a:spAutoFit/>
          </a:bodyPr>
          <a:lstStyle/>
          <a:p>
            <a:pPr algn="ctr"/>
            <a:r>
              <a:rPr lang="fr-FR" sz="2000" b="1" i="1" dirty="0">
                <a:latin typeface="Times New Roman" panose="02020603050405020304" pitchFamily="18" charset="0"/>
                <a:cs typeface="Times New Roman" panose="02020603050405020304" pitchFamily="18" charset="0"/>
              </a:rPr>
              <a:t>Bilan du projet</a:t>
            </a:r>
          </a:p>
        </p:txBody>
      </p:sp>
      <p:sp>
        <p:nvSpPr>
          <p:cNvPr id="16" name="ZoneTexte 15">
            <a:extLst>
              <a:ext uri="{FF2B5EF4-FFF2-40B4-BE49-F238E27FC236}">
                <a16:creationId xmlns:a16="http://schemas.microsoft.com/office/drawing/2014/main" id="{6D12AEAE-1138-C0EE-8F6C-741B00BD7BC7}"/>
              </a:ext>
            </a:extLst>
          </p:cNvPr>
          <p:cNvSpPr txBox="1"/>
          <p:nvPr/>
        </p:nvSpPr>
        <p:spPr>
          <a:xfrm>
            <a:off x="5053010" y="9849219"/>
            <a:ext cx="2085975" cy="707886"/>
          </a:xfrm>
          <a:prstGeom prst="rect">
            <a:avLst/>
          </a:prstGeom>
          <a:noFill/>
        </p:spPr>
        <p:txBody>
          <a:bodyPr wrap="square" rtlCol="0">
            <a:spAutoFit/>
          </a:bodyPr>
          <a:lstStyle/>
          <a:p>
            <a:pPr algn="ctr"/>
            <a:r>
              <a:rPr lang="" sz="2000" b="1" i="1" dirty="0">
                <a:latin typeface="Times New Roman" panose="02020603050405020304" pitchFamily="18" charset="0"/>
                <a:cs typeface="Times New Roman" panose="02020603050405020304" pitchFamily="18" charset="0"/>
              </a:rPr>
              <a:t>Perspectives d'Évolution</a:t>
            </a:r>
            <a:endParaRPr lang="fr-FR" sz="2000" b="1" i="1" dirty="0">
              <a:latin typeface="Times New Roman" panose="02020603050405020304" pitchFamily="18" charset="0"/>
              <a:cs typeface="Times New Roman" panose="02020603050405020304" pitchFamily="18" charset="0"/>
            </a:endParaRPr>
          </a:p>
        </p:txBody>
      </p:sp>
      <p:sp>
        <p:nvSpPr>
          <p:cNvPr id="18" name="ZoneTexte 17">
            <a:extLst>
              <a:ext uri="{FF2B5EF4-FFF2-40B4-BE49-F238E27FC236}">
                <a16:creationId xmlns:a16="http://schemas.microsoft.com/office/drawing/2014/main" id="{2EB8DA42-11FA-3EB0-615A-ED338B1A2027}"/>
              </a:ext>
            </a:extLst>
          </p:cNvPr>
          <p:cNvSpPr txBox="1"/>
          <p:nvPr/>
        </p:nvSpPr>
        <p:spPr>
          <a:xfrm>
            <a:off x="8858252" y="12274673"/>
            <a:ext cx="2085975" cy="400110"/>
          </a:xfrm>
          <a:prstGeom prst="rect">
            <a:avLst/>
          </a:prstGeom>
          <a:noFill/>
        </p:spPr>
        <p:txBody>
          <a:bodyPr wrap="square" rtlCol="0">
            <a:spAutoFit/>
          </a:bodyPr>
          <a:lstStyle/>
          <a:p>
            <a:pPr algn="ctr"/>
            <a:r>
              <a:rPr lang="" sz="2000" b="1" i="1" dirty="0">
                <a:solidFill>
                  <a:schemeClr val="bg1"/>
                </a:solidFill>
                <a:latin typeface="Times New Roman" panose="02020603050405020304" pitchFamily="18" charset="0"/>
                <a:cs typeface="Times New Roman" panose="02020603050405020304" pitchFamily="18" charset="0"/>
              </a:rPr>
              <a:t>Apports du Stage</a:t>
            </a:r>
            <a:endParaRPr lang="fr-FR" sz="2000" b="1" i="1" dirty="0">
              <a:solidFill>
                <a:schemeClr val="bg1"/>
              </a:solidFill>
              <a:latin typeface="Times New Roman" panose="02020603050405020304" pitchFamily="18" charset="0"/>
              <a:cs typeface="Times New Roman" panose="02020603050405020304" pitchFamily="18" charset="0"/>
            </a:endParaRPr>
          </a:p>
        </p:txBody>
      </p:sp>
      <p:sp>
        <p:nvSpPr>
          <p:cNvPr id="20" name="ZoneTexte 19">
            <a:extLst>
              <a:ext uri="{FF2B5EF4-FFF2-40B4-BE49-F238E27FC236}">
                <a16:creationId xmlns:a16="http://schemas.microsoft.com/office/drawing/2014/main" id="{649142CC-ACAE-8ADF-887B-22CDD83FED97}"/>
              </a:ext>
            </a:extLst>
          </p:cNvPr>
          <p:cNvSpPr txBox="1"/>
          <p:nvPr/>
        </p:nvSpPr>
        <p:spPr>
          <a:xfrm>
            <a:off x="1247773" y="8517112"/>
            <a:ext cx="2085975" cy="1938992"/>
          </a:xfrm>
          <a:prstGeom prst="rect">
            <a:avLst/>
          </a:prstGeom>
          <a:noFill/>
        </p:spPr>
        <p:txBody>
          <a:bodyPr wrap="square" rtlCol="0">
            <a:spAutoFit/>
          </a:bodyPr>
          <a:lstStyle/>
          <a:p>
            <a:pPr marL="342900" indent="-342900">
              <a:buFont typeface="Arial" panose="020B0604020202020204" pitchFamily="34" charset="0"/>
              <a:buChar char="•"/>
            </a:pPr>
            <a:r>
              <a:rPr lang="" sz="2000" dirty="0"/>
              <a:t>Objectifs atteints</a:t>
            </a:r>
          </a:p>
          <a:p>
            <a:pPr marL="342900" indent="-342900">
              <a:buFont typeface="Arial" panose="020B0604020202020204" pitchFamily="34" charset="0"/>
              <a:buChar char="•"/>
            </a:pPr>
            <a:r>
              <a:rPr lang="" sz="2000" dirty="0"/>
              <a:t>Modernisation du SI</a:t>
            </a:r>
          </a:p>
          <a:p>
            <a:pPr marL="342900" indent="-342900">
              <a:buFont typeface="Arial" panose="020B0604020202020204" pitchFamily="34" charset="0"/>
              <a:buChar char="•"/>
            </a:pPr>
            <a:r>
              <a:rPr lang="" sz="2000" dirty="0"/>
              <a:t>Fiabilité technique</a:t>
            </a:r>
            <a:endParaRPr lang="fr-FR" sz="2000" dirty="0">
              <a:latin typeface="Times New Roman" panose="02020603050405020304" pitchFamily="18" charset="0"/>
              <a:cs typeface="Times New Roman" panose="02020603050405020304" pitchFamily="18" charset="0"/>
            </a:endParaRPr>
          </a:p>
        </p:txBody>
      </p:sp>
      <p:sp>
        <p:nvSpPr>
          <p:cNvPr id="24" name="ZoneTexte 23">
            <a:extLst>
              <a:ext uri="{FF2B5EF4-FFF2-40B4-BE49-F238E27FC236}">
                <a16:creationId xmlns:a16="http://schemas.microsoft.com/office/drawing/2014/main" id="{C7C3E90A-0E0B-CEA1-42EE-B820DAA32B71}"/>
              </a:ext>
            </a:extLst>
          </p:cNvPr>
          <p:cNvSpPr txBox="1"/>
          <p:nvPr/>
        </p:nvSpPr>
        <p:spPr>
          <a:xfrm>
            <a:off x="5059675" y="10781341"/>
            <a:ext cx="2085975" cy="1938992"/>
          </a:xfrm>
          <a:prstGeom prst="rect">
            <a:avLst/>
          </a:prstGeom>
          <a:noFill/>
        </p:spPr>
        <p:txBody>
          <a:bodyPr wrap="square" rtlCol="0">
            <a:spAutoFit/>
          </a:bodyPr>
          <a:lstStyle/>
          <a:p>
            <a:pPr marL="342900" indent="-342900">
              <a:buFont typeface="Arial" panose="020B0604020202020204" pitchFamily="34" charset="0"/>
              <a:buChar char="•"/>
            </a:pPr>
            <a:r>
              <a:rPr lang="" sz="2000" dirty="0"/>
              <a:t>Mode Déconnecté</a:t>
            </a:r>
          </a:p>
          <a:p>
            <a:pPr marL="342900" indent="-342900">
              <a:buFont typeface="Arial" panose="020B0604020202020204" pitchFamily="34" charset="0"/>
              <a:buChar char="•"/>
            </a:pPr>
            <a:r>
              <a:rPr lang="" sz="2000" dirty="0"/>
              <a:t>Calcul des Taxes</a:t>
            </a:r>
          </a:p>
          <a:p>
            <a:pPr marL="342900" indent="-342900">
              <a:buFont typeface="Arial" panose="020B0604020202020204" pitchFamily="34" charset="0"/>
              <a:buChar char="•"/>
            </a:pPr>
            <a:r>
              <a:rPr lang="" sz="2000" dirty="0"/>
              <a:t>Paiement en ligne</a:t>
            </a:r>
            <a:endParaRPr lang="fr-FR" sz="2000" dirty="0">
              <a:latin typeface="Times New Roman" panose="02020603050405020304" pitchFamily="18" charset="0"/>
              <a:cs typeface="Times New Roman" panose="02020603050405020304" pitchFamily="18" charset="0"/>
            </a:endParaRPr>
          </a:p>
        </p:txBody>
      </p:sp>
      <p:sp>
        <p:nvSpPr>
          <p:cNvPr id="28" name="ZoneTexte 27">
            <a:extLst>
              <a:ext uri="{FF2B5EF4-FFF2-40B4-BE49-F238E27FC236}">
                <a16:creationId xmlns:a16="http://schemas.microsoft.com/office/drawing/2014/main" id="{1FB87487-A15A-6982-9274-91962D3FA9B2}"/>
              </a:ext>
            </a:extLst>
          </p:cNvPr>
          <p:cNvSpPr txBox="1"/>
          <p:nvPr/>
        </p:nvSpPr>
        <p:spPr>
          <a:xfrm>
            <a:off x="8858252" y="13052907"/>
            <a:ext cx="2085975" cy="707886"/>
          </a:xfrm>
          <a:prstGeom prst="rect">
            <a:avLst/>
          </a:prstGeom>
          <a:noFill/>
        </p:spPr>
        <p:txBody>
          <a:bodyPr wrap="square" rtlCol="0">
            <a:spAutoFit/>
          </a:bodyPr>
          <a:lstStyle/>
          <a:p>
            <a:pPr marL="342900" indent="-342900">
              <a:buFont typeface="Arial" panose="020B0604020202020204" pitchFamily="34" charset="0"/>
              <a:buChar char="•"/>
            </a:pPr>
            <a:r>
              <a:rPr lang="" sz="2000" dirty="0">
                <a:solidFill>
                  <a:schemeClr val="bg1"/>
                </a:solidFill>
              </a:rPr>
              <a:t>Professionnels</a:t>
            </a:r>
          </a:p>
          <a:p>
            <a:pPr marL="342900" indent="-342900">
              <a:buFont typeface="Arial" panose="020B0604020202020204" pitchFamily="34" charset="0"/>
              <a:buChar char="•"/>
            </a:pPr>
            <a:r>
              <a:rPr lang="" sz="2000" dirty="0">
                <a:solidFill>
                  <a:schemeClr val="bg1"/>
                </a:solidFill>
              </a:rPr>
              <a:t>Techniques</a:t>
            </a:r>
            <a:endParaRPr lang="fr-FR" sz="2000" dirty="0">
              <a:solidFill>
                <a:schemeClr val="bg1"/>
              </a:solidFill>
              <a:latin typeface="Times New Roman" panose="02020603050405020304" pitchFamily="18" charset="0"/>
              <a:cs typeface="Times New Roman" panose="02020603050405020304" pitchFamily="18" charset="0"/>
            </a:endParaRPr>
          </a:p>
        </p:txBody>
      </p:sp>
      <p:sp>
        <p:nvSpPr>
          <p:cNvPr id="29" name="Slide Number Placeholder 0">
            <a:extLst>
              <a:ext uri="{FF2B5EF4-FFF2-40B4-BE49-F238E27FC236}">
                <a16:creationId xmlns:a16="http://schemas.microsoft.com/office/drawing/2014/main" id="{E506AD2C-16AD-F7A7-3E86-6916C4FA9CA7}"/>
              </a:ext>
            </a:extLst>
          </p:cNvPr>
          <p:cNvSpPr txBox="1">
            <a:spLocks/>
          </p:cNvSpPr>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7021451-1387-4CA6-816F-3879F97B5CBC}" type="slidenum">
              <a:rPr lang="en-US" smtClean="0">
                <a:solidFill>
                  <a:schemeClr val="bg1"/>
                </a:solidFill>
              </a:rPr>
              <a:pPr algn="r"/>
              <a:t>22</a:t>
            </a:fld>
            <a:endParaRPr lang="en-US" dirty="0">
              <a:solidFill>
                <a:schemeClr val="bg1"/>
              </a:solidFill>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193BC0-D33A-D533-A8AC-AB89713C944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067683D-E215-1688-1E7C-BBA9145CF3B8}"/>
              </a:ext>
            </a:extLst>
          </p:cNvPr>
          <p:cNvSpPr>
            <a:spLocks noGrp="1"/>
          </p:cNvSpPr>
          <p:nvPr>
            <p:ph type="title" idx="100" hasCustomPrompt="1"/>
          </p:nvPr>
        </p:nvSpPr>
        <p:spPr>
          <a:xfrm>
            <a:off x="838200" y="311618"/>
            <a:ext cx="10515600" cy="1097280"/>
          </a:xfrm>
          <a:prstGeom prst="rect">
            <a:avLst/>
          </a:prstGeom>
          <a:noFill/>
          <a:ln/>
        </p:spPr>
        <p:txBody>
          <a:bodyPr wrap="square" lIns="0" tIns="0" rIns="0" bIns="0" rtlCol="0" anchor="ctr"/>
          <a:lstStyle/>
          <a:p>
            <a:pPr marL="0" indent="0" algn="ctr">
              <a:buNone/>
            </a:pPr>
            <a:r>
              <a:rPr lang="en-US" sz="4400" b="1" dirty="0">
                <a:solidFill>
                  <a:schemeClr val="bg1"/>
                </a:solidFill>
              </a:rPr>
              <a:t>Conclusion</a:t>
            </a:r>
            <a:endParaRPr lang="en-US" sz="4400" dirty="0"/>
          </a:p>
        </p:txBody>
      </p:sp>
      <p:sp>
        <p:nvSpPr>
          <p:cNvPr id="9" name="Card Accès immédiat">
            <a:extLst>
              <a:ext uri="{FF2B5EF4-FFF2-40B4-BE49-F238E27FC236}">
                <a16:creationId xmlns:a16="http://schemas.microsoft.com/office/drawing/2014/main" id="{1B55DE4A-7FFB-B352-67B0-3959F6B6C726}"/>
              </a:ext>
            </a:extLst>
          </p:cNvPr>
          <p:cNvSpPr/>
          <p:nvPr/>
        </p:nvSpPr>
        <p:spPr>
          <a:xfrm>
            <a:off x="838199" y="1823235"/>
            <a:ext cx="2905125" cy="4048927"/>
          </a:xfrm>
          <a:prstGeom prst="roundRect">
            <a:avLst>
              <a:gd name="adj" fmla="val 9231"/>
            </a:avLst>
          </a:prstGeom>
          <a:solidFill>
            <a:schemeClr val="bg2"/>
          </a:solidFill>
          <a:ln w="12700">
            <a:solidFill>
              <a:schemeClr val="bg2"/>
            </a:solidFill>
            <a:prstDash val="solid"/>
          </a:ln>
        </p:spPr>
        <p:txBody>
          <a:bodyPr/>
          <a:lstStyle/>
          <a:p>
            <a:endParaRPr lang="LID4096" dirty="0"/>
          </a:p>
        </p:txBody>
      </p:sp>
      <p:sp>
        <p:nvSpPr>
          <p:cNvPr id="11" name="Card Accès immédiat">
            <a:extLst>
              <a:ext uri="{FF2B5EF4-FFF2-40B4-BE49-F238E27FC236}">
                <a16:creationId xmlns:a16="http://schemas.microsoft.com/office/drawing/2014/main" id="{A9D1379B-AA8D-FA04-F350-584CD3FFF252}"/>
              </a:ext>
            </a:extLst>
          </p:cNvPr>
          <p:cNvSpPr/>
          <p:nvPr/>
        </p:nvSpPr>
        <p:spPr>
          <a:xfrm>
            <a:off x="4643436" y="1818874"/>
            <a:ext cx="2905125" cy="4048927"/>
          </a:xfrm>
          <a:prstGeom prst="roundRect">
            <a:avLst>
              <a:gd name="adj" fmla="val 9231"/>
            </a:avLst>
          </a:prstGeom>
          <a:solidFill>
            <a:schemeClr val="tx1">
              <a:lumMod val="50000"/>
              <a:lumOff val="50000"/>
            </a:schemeClr>
          </a:solidFill>
          <a:ln w="12700">
            <a:solidFill>
              <a:schemeClr val="bg2"/>
            </a:solidFill>
            <a:prstDash val="solid"/>
          </a:ln>
        </p:spPr>
      </p:sp>
      <p:sp>
        <p:nvSpPr>
          <p:cNvPr id="13" name="Card Accès immédiat">
            <a:extLst>
              <a:ext uri="{FF2B5EF4-FFF2-40B4-BE49-F238E27FC236}">
                <a16:creationId xmlns:a16="http://schemas.microsoft.com/office/drawing/2014/main" id="{2FA924A8-8723-C9CE-4760-93407E7D0CEC}"/>
              </a:ext>
            </a:extLst>
          </p:cNvPr>
          <p:cNvSpPr/>
          <p:nvPr/>
        </p:nvSpPr>
        <p:spPr>
          <a:xfrm>
            <a:off x="8448672" y="1818873"/>
            <a:ext cx="2905125" cy="4048927"/>
          </a:xfrm>
          <a:prstGeom prst="roundRect">
            <a:avLst>
              <a:gd name="adj" fmla="val 9231"/>
            </a:avLst>
          </a:prstGeom>
          <a:solidFill>
            <a:schemeClr val="tx2">
              <a:lumMod val="75000"/>
            </a:schemeClr>
          </a:solidFill>
          <a:ln w="12700">
            <a:solidFill>
              <a:schemeClr val="bg2"/>
            </a:solidFill>
            <a:prstDash val="solid"/>
          </a:ln>
        </p:spPr>
      </p:sp>
      <p:sp>
        <p:nvSpPr>
          <p:cNvPr id="14" name="ZoneTexte 13">
            <a:extLst>
              <a:ext uri="{FF2B5EF4-FFF2-40B4-BE49-F238E27FC236}">
                <a16:creationId xmlns:a16="http://schemas.microsoft.com/office/drawing/2014/main" id="{91A1560C-507A-F71D-0558-C702F896B794}"/>
              </a:ext>
            </a:extLst>
          </p:cNvPr>
          <p:cNvSpPr txBox="1"/>
          <p:nvPr/>
        </p:nvSpPr>
        <p:spPr>
          <a:xfrm>
            <a:off x="1247773" y="2196998"/>
            <a:ext cx="2085975" cy="400110"/>
          </a:xfrm>
          <a:prstGeom prst="rect">
            <a:avLst/>
          </a:prstGeom>
          <a:noFill/>
        </p:spPr>
        <p:txBody>
          <a:bodyPr wrap="square" rtlCol="0">
            <a:spAutoFit/>
          </a:bodyPr>
          <a:lstStyle/>
          <a:p>
            <a:pPr algn="ctr"/>
            <a:r>
              <a:rPr lang="fr-FR" sz="2000" b="1" i="1" dirty="0">
                <a:latin typeface="Times New Roman" panose="02020603050405020304" pitchFamily="18" charset="0"/>
                <a:cs typeface="Times New Roman" panose="02020603050405020304" pitchFamily="18" charset="0"/>
              </a:rPr>
              <a:t>Bilan du projet</a:t>
            </a:r>
          </a:p>
        </p:txBody>
      </p:sp>
      <p:sp>
        <p:nvSpPr>
          <p:cNvPr id="16" name="ZoneTexte 15">
            <a:extLst>
              <a:ext uri="{FF2B5EF4-FFF2-40B4-BE49-F238E27FC236}">
                <a16:creationId xmlns:a16="http://schemas.microsoft.com/office/drawing/2014/main" id="{EEFF32B4-94FD-0C37-D4C1-FB564393EABA}"/>
              </a:ext>
            </a:extLst>
          </p:cNvPr>
          <p:cNvSpPr txBox="1"/>
          <p:nvPr/>
        </p:nvSpPr>
        <p:spPr>
          <a:xfrm>
            <a:off x="5053010" y="2043110"/>
            <a:ext cx="2085975" cy="707886"/>
          </a:xfrm>
          <a:prstGeom prst="rect">
            <a:avLst/>
          </a:prstGeom>
          <a:noFill/>
        </p:spPr>
        <p:txBody>
          <a:bodyPr wrap="square" rtlCol="0">
            <a:spAutoFit/>
          </a:bodyPr>
          <a:lstStyle/>
          <a:p>
            <a:pPr algn="ctr"/>
            <a:r>
              <a:rPr lang="" sz="2000" b="1" i="1" dirty="0">
                <a:latin typeface="Times New Roman" panose="02020603050405020304" pitchFamily="18" charset="0"/>
                <a:cs typeface="Times New Roman" panose="02020603050405020304" pitchFamily="18" charset="0"/>
              </a:rPr>
              <a:t>Perspectives d'Évolution</a:t>
            </a:r>
            <a:endParaRPr lang="fr-FR" sz="2000" b="1" i="1" dirty="0">
              <a:latin typeface="Times New Roman" panose="02020603050405020304" pitchFamily="18" charset="0"/>
              <a:cs typeface="Times New Roman" panose="02020603050405020304" pitchFamily="18" charset="0"/>
            </a:endParaRPr>
          </a:p>
        </p:txBody>
      </p:sp>
      <p:sp>
        <p:nvSpPr>
          <p:cNvPr id="18" name="ZoneTexte 17">
            <a:extLst>
              <a:ext uri="{FF2B5EF4-FFF2-40B4-BE49-F238E27FC236}">
                <a16:creationId xmlns:a16="http://schemas.microsoft.com/office/drawing/2014/main" id="{24936CCF-24AF-0BB2-CF42-69AB8913E0C8}"/>
              </a:ext>
            </a:extLst>
          </p:cNvPr>
          <p:cNvSpPr txBox="1"/>
          <p:nvPr/>
        </p:nvSpPr>
        <p:spPr>
          <a:xfrm>
            <a:off x="8858252" y="2196998"/>
            <a:ext cx="2085975" cy="400110"/>
          </a:xfrm>
          <a:prstGeom prst="rect">
            <a:avLst/>
          </a:prstGeom>
          <a:noFill/>
        </p:spPr>
        <p:txBody>
          <a:bodyPr wrap="square" rtlCol="0">
            <a:spAutoFit/>
          </a:bodyPr>
          <a:lstStyle/>
          <a:p>
            <a:pPr algn="ctr"/>
            <a:r>
              <a:rPr lang="" sz="2000" b="1" i="1" dirty="0">
                <a:solidFill>
                  <a:schemeClr val="bg1"/>
                </a:solidFill>
                <a:latin typeface="Times New Roman" panose="02020603050405020304" pitchFamily="18" charset="0"/>
                <a:cs typeface="Times New Roman" panose="02020603050405020304" pitchFamily="18" charset="0"/>
              </a:rPr>
              <a:t>Apports du Stage</a:t>
            </a:r>
            <a:endParaRPr lang="fr-FR" sz="2000" b="1" i="1" dirty="0">
              <a:solidFill>
                <a:schemeClr val="bg1"/>
              </a:solidFill>
              <a:latin typeface="Times New Roman" panose="02020603050405020304" pitchFamily="18" charset="0"/>
              <a:cs typeface="Times New Roman" panose="02020603050405020304" pitchFamily="18" charset="0"/>
            </a:endParaRPr>
          </a:p>
        </p:txBody>
      </p:sp>
      <p:sp>
        <p:nvSpPr>
          <p:cNvPr id="20" name="ZoneTexte 19">
            <a:extLst>
              <a:ext uri="{FF2B5EF4-FFF2-40B4-BE49-F238E27FC236}">
                <a16:creationId xmlns:a16="http://schemas.microsoft.com/office/drawing/2014/main" id="{DCA58E8A-368B-DF6D-11B0-849B5A9EC637}"/>
              </a:ext>
            </a:extLst>
          </p:cNvPr>
          <p:cNvSpPr txBox="1"/>
          <p:nvPr/>
        </p:nvSpPr>
        <p:spPr>
          <a:xfrm>
            <a:off x="1247773" y="3011445"/>
            <a:ext cx="2085975" cy="1938992"/>
          </a:xfrm>
          <a:prstGeom prst="rect">
            <a:avLst/>
          </a:prstGeom>
          <a:noFill/>
        </p:spPr>
        <p:txBody>
          <a:bodyPr wrap="square" rtlCol="0">
            <a:spAutoFit/>
          </a:bodyPr>
          <a:lstStyle/>
          <a:p>
            <a:pPr marL="342900" indent="-342900">
              <a:buFont typeface="Arial" panose="020B0604020202020204" pitchFamily="34" charset="0"/>
              <a:buChar char="•"/>
            </a:pPr>
            <a:r>
              <a:rPr lang="" sz="2000" dirty="0"/>
              <a:t>Objectifs atteints</a:t>
            </a:r>
          </a:p>
          <a:p>
            <a:pPr marL="342900" indent="-342900">
              <a:buFont typeface="Arial" panose="020B0604020202020204" pitchFamily="34" charset="0"/>
              <a:buChar char="•"/>
            </a:pPr>
            <a:r>
              <a:rPr lang="" sz="2000" dirty="0"/>
              <a:t>Modernisation du SI</a:t>
            </a:r>
          </a:p>
          <a:p>
            <a:pPr marL="342900" indent="-342900">
              <a:buFont typeface="Arial" panose="020B0604020202020204" pitchFamily="34" charset="0"/>
              <a:buChar char="•"/>
            </a:pPr>
            <a:r>
              <a:rPr lang="" sz="2000" dirty="0"/>
              <a:t>Fiabilité technique</a:t>
            </a:r>
            <a:endParaRPr lang="fr-FR" sz="2000" dirty="0">
              <a:latin typeface="Times New Roman" panose="02020603050405020304" pitchFamily="18" charset="0"/>
              <a:cs typeface="Times New Roman" panose="02020603050405020304" pitchFamily="18" charset="0"/>
            </a:endParaRPr>
          </a:p>
        </p:txBody>
      </p:sp>
      <p:sp>
        <p:nvSpPr>
          <p:cNvPr id="24" name="ZoneTexte 23">
            <a:extLst>
              <a:ext uri="{FF2B5EF4-FFF2-40B4-BE49-F238E27FC236}">
                <a16:creationId xmlns:a16="http://schemas.microsoft.com/office/drawing/2014/main" id="{646A0746-D0EC-1637-27A7-7AF7FC6C665E}"/>
              </a:ext>
            </a:extLst>
          </p:cNvPr>
          <p:cNvSpPr txBox="1"/>
          <p:nvPr/>
        </p:nvSpPr>
        <p:spPr>
          <a:xfrm>
            <a:off x="5053010" y="2975232"/>
            <a:ext cx="2085975" cy="1938992"/>
          </a:xfrm>
          <a:prstGeom prst="rect">
            <a:avLst/>
          </a:prstGeom>
          <a:noFill/>
        </p:spPr>
        <p:txBody>
          <a:bodyPr wrap="square" rtlCol="0">
            <a:spAutoFit/>
          </a:bodyPr>
          <a:lstStyle/>
          <a:p>
            <a:pPr marL="342900" indent="-342900">
              <a:buFont typeface="Arial" panose="020B0604020202020204" pitchFamily="34" charset="0"/>
              <a:buChar char="•"/>
            </a:pPr>
            <a:r>
              <a:rPr lang="" sz="2000" dirty="0"/>
              <a:t>Mode Déconnecté</a:t>
            </a:r>
          </a:p>
          <a:p>
            <a:pPr marL="342900" indent="-342900">
              <a:buFont typeface="Arial" panose="020B0604020202020204" pitchFamily="34" charset="0"/>
              <a:buChar char="•"/>
            </a:pPr>
            <a:r>
              <a:rPr lang="" sz="2000" dirty="0"/>
              <a:t>Calcul des Taxes</a:t>
            </a:r>
          </a:p>
          <a:p>
            <a:pPr marL="342900" indent="-342900">
              <a:buFont typeface="Arial" panose="020B0604020202020204" pitchFamily="34" charset="0"/>
              <a:buChar char="•"/>
            </a:pPr>
            <a:r>
              <a:rPr lang="" sz="2000" dirty="0"/>
              <a:t>Paiement en ligne</a:t>
            </a:r>
            <a:endParaRPr lang="fr-FR" sz="2000" dirty="0">
              <a:latin typeface="Times New Roman" panose="02020603050405020304" pitchFamily="18" charset="0"/>
              <a:cs typeface="Times New Roman" panose="02020603050405020304" pitchFamily="18" charset="0"/>
            </a:endParaRPr>
          </a:p>
        </p:txBody>
      </p:sp>
      <p:sp>
        <p:nvSpPr>
          <p:cNvPr id="28" name="ZoneTexte 27">
            <a:extLst>
              <a:ext uri="{FF2B5EF4-FFF2-40B4-BE49-F238E27FC236}">
                <a16:creationId xmlns:a16="http://schemas.microsoft.com/office/drawing/2014/main" id="{79B1705A-F32C-320B-EE63-AB526BEA02CA}"/>
              </a:ext>
            </a:extLst>
          </p:cNvPr>
          <p:cNvSpPr txBox="1"/>
          <p:nvPr/>
        </p:nvSpPr>
        <p:spPr>
          <a:xfrm>
            <a:off x="8858252" y="2975232"/>
            <a:ext cx="2085975" cy="707886"/>
          </a:xfrm>
          <a:prstGeom prst="rect">
            <a:avLst/>
          </a:prstGeom>
          <a:noFill/>
        </p:spPr>
        <p:txBody>
          <a:bodyPr wrap="square" rtlCol="0">
            <a:spAutoFit/>
          </a:bodyPr>
          <a:lstStyle/>
          <a:p>
            <a:pPr marL="342900" indent="-342900">
              <a:buFont typeface="Arial" panose="020B0604020202020204" pitchFamily="34" charset="0"/>
              <a:buChar char="•"/>
            </a:pPr>
            <a:r>
              <a:rPr lang="" sz="2000" dirty="0">
                <a:solidFill>
                  <a:schemeClr val="bg1"/>
                </a:solidFill>
              </a:rPr>
              <a:t>Professionnels</a:t>
            </a:r>
          </a:p>
          <a:p>
            <a:pPr marL="342900" indent="-342900">
              <a:buFont typeface="Arial" panose="020B0604020202020204" pitchFamily="34" charset="0"/>
              <a:buChar char="•"/>
            </a:pPr>
            <a:r>
              <a:rPr lang="" sz="2000" dirty="0">
                <a:solidFill>
                  <a:schemeClr val="bg1"/>
                </a:solidFill>
              </a:rPr>
              <a:t>Techniques</a:t>
            </a:r>
            <a:endParaRPr lang="fr-FR" sz="2000" dirty="0">
              <a:solidFill>
                <a:schemeClr val="bg1"/>
              </a:solidFill>
              <a:latin typeface="Times New Roman" panose="02020603050405020304" pitchFamily="18" charset="0"/>
              <a:cs typeface="Times New Roman" panose="02020603050405020304" pitchFamily="18" charset="0"/>
            </a:endParaRPr>
          </a:p>
        </p:txBody>
      </p:sp>
      <p:sp>
        <p:nvSpPr>
          <p:cNvPr id="29" name="Slide Number Placeholder 0">
            <a:extLst>
              <a:ext uri="{FF2B5EF4-FFF2-40B4-BE49-F238E27FC236}">
                <a16:creationId xmlns:a16="http://schemas.microsoft.com/office/drawing/2014/main" id="{AD01EC70-16C0-F08C-CD78-0BF8E52F66D9}"/>
              </a:ext>
            </a:extLst>
          </p:cNvPr>
          <p:cNvSpPr txBox="1">
            <a:spLocks/>
          </p:cNvSpPr>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7021451-1387-4CA6-816F-3879F97B5CBC}" type="slidenum">
              <a:rPr lang="en-US" smtClean="0">
                <a:solidFill>
                  <a:schemeClr val="bg1"/>
                </a:solidFill>
              </a:rPr>
              <a:pPr algn="r"/>
              <a:t>23</a:t>
            </a:fld>
            <a:endParaRPr lang="en-US" dirty="0">
              <a:solidFill>
                <a:schemeClr val="bg1"/>
              </a:solidFill>
            </a:endParaRPr>
          </a:p>
        </p:txBody>
      </p:sp>
    </p:spTree>
    <p:extLst>
      <p:ext uri="{BB962C8B-B14F-4D97-AF65-F5344CB8AC3E}">
        <p14:creationId xmlns:p14="http://schemas.microsoft.com/office/powerpoint/2010/main" val="2441421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19406-0F1F-07E1-0EDE-1189C211AC24}"/>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68163FD-553E-C7E7-A185-22C1E8D7C367}"/>
              </a:ext>
            </a:extLst>
          </p:cNvPr>
          <p:cNvSpPr>
            <a:spLocks noGrp="1"/>
          </p:cNvSpPr>
          <p:nvPr>
            <p:ph type="title" idx="100" hasCustomPrompt="1"/>
          </p:nvPr>
        </p:nvSpPr>
        <p:spPr>
          <a:xfrm>
            <a:off x="731520" y="2468880"/>
            <a:ext cx="10515600" cy="1097280"/>
          </a:xfrm>
          <a:prstGeom prst="rect">
            <a:avLst/>
          </a:prstGeom>
          <a:noFill/>
          <a:ln/>
        </p:spPr>
        <p:txBody>
          <a:bodyPr wrap="square" lIns="0" tIns="0" rIns="0" bIns="0" rtlCol="0" anchor="ctr"/>
          <a:lstStyle/>
          <a:p>
            <a:pPr marL="0" indent="0" algn="l">
              <a:buNone/>
            </a:pPr>
            <a:r>
              <a:rPr lang="en-US" sz="4400" b="1" dirty="0">
                <a:solidFill>
                  <a:schemeClr val="bg1"/>
                </a:solidFill>
              </a:rPr>
              <a:t>Merci de </a:t>
            </a:r>
            <a:r>
              <a:rPr lang="en-US" sz="4400" b="1" dirty="0" err="1">
                <a:solidFill>
                  <a:schemeClr val="bg1"/>
                </a:solidFill>
              </a:rPr>
              <a:t>votre</a:t>
            </a:r>
            <a:r>
              <a:rPr lang="en-US" sz="4400" b="1" dirty="0">
                <a:solidFill>
                  <a:schemeClr val="bg1"/>
                </a:solidFill>
              </a:rPr>
              <a:t> aimable attention</a:t>
            </a:r>
            <a:endParaRPr lang="en-US" sz="4400" dirty="0"/>
          </a:p>
        </p:txBody>
      </p:sp>
      <p:sp>
        <p:nvSpPr>
          <p:cNvPr id="3" name="Text 0">
            <a:extLst>
              <a:ext uri="{FF2B5EF4-FFF2-40B4-BE49-F238E27FC236}">
                <a16:creationId xmlns:a16="http://schemas.microsoft.com/office/drawing/2014/main" id="{CDF5F312-2BAF-0959-FF96-D6EA540F4618}"/>
              </a:ext>
            </a:extLst>
          </p:cNvPr>
          <p:cNvSpPr>
            <a:spLocks noGrp="1"/>
          </p:cNvSpPr>
          <p:nvPr>
            <p:ph type="body" idx="101" hasCustomPrompt="1"/>
          </p:nvPr>
        </p:nvSpPr>
        <p:spPr>
          <a:xfrm>
            <a:off x="731520" y="3657600"/>
            <a:ext cx="10515600" cy="914400"/>
          </a:xfrm>
          <a:prstGeom prst="rect">
            <a:avLst/>
          </a:prstGeom>
          <a:noFill/>
          <a:ln/>
        </p:spPr>
        <p:txBody>
          <a:bodyPr wrap="square" lIns="0" tIns="0" rIns="0" bIns="0" rtlCol="0" anchor="t"/>
          <a:lstStyle/>
          <a:p>
            <a:pPr marL="0" indent="0" algn="l">
              <a:buNone/>
            </a:pPr>
            <a:r>
              <a:rPr lang="en-US" sz="2200" dirty="0">
                <a:solidFill>
                  <a:schemeClr val="accent1"/>
                </a:solidFill>
              </a:rPr>
              <a:t>Questions ?</a:t>
            </a:r>
            <a:endParaRPr lang="en-US" sz="2200" dirty="0"/>
          </a:p>
        </p:txBody>
      </p:sp>
      <p:sp>
        <p:nvSpPr>
          <p:cNvPr id="4" name="Slide Number Placeholder 0">
            <a:extLst>
              <a:ext uri="{FF2B5EF4-FFF2-40B4-BE49-F238E27FC236}">
                <a16:creationId xmlns:a16="http://schemas.microsoft.com/office/drawing/2014/main" id="{3FEFDF2F-4C17-2D58-1AC9-8174EFA6B6F6}"/>
              </a:ext>
            </a:extLst>
          </p:cNvPr>
          <p:cNvSpPr txBox="1">
            <a:spLocks/>
          </p:cNvSpPr>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7021451-1387-4CA6-816F-3879F97B5CBC}" type="slidenum">
              <a:rPr lang="en-US" smtClean="0">
                <a:solidFill>
                  <a:schemeClr val="bg1"/>
                </a:solidFill>
              </a:rPr>
              <a:pPr algn="r"/>
              <a:t>24</a:t>
            </a:fld>
            <a:endParaRPr lang="en-US" dirty="0">
              <a:solidFill>
                <a:schemeClr val="bg1"/>
              </a:solidFill>
            </a:endParaRPr>
          </a:p>
        </p:txBody>
      </p:sp>
    </p:spTree>
    <p:extLst>
      <p:ext uri="{BB962C8B-B14F-4D97-AF65-F5344CB8AC3E}">
        <p14:creationId xmlns:p14="http://schemas.microsoft.com/office/powerpoint/2010/main" val="2708641797"/>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3250">
        <p15:prstTrans prst="origami"/>
      </p:transition>
    </mc:Choice>
    <mc:Fallback xmlns="">
      <p:transition spd="slow">
        <p:fade/>
      </p:transition>
    </mc:Fallback>
  </mc:AlternateContent>
</p:sld>
</file>

<file path=ppt/theme/theme1.xml><?xml version="1.0" encoding="utf-8"?>
<a:theme xmlns:a="http://schemas.openxmlformats.org/drawingml/2006/main" name="AUXIASSUR">
  <a:themeElements>
    <a:clrScheme name="AUXIASSUR">
      <a:dk1>
        <a:srgbClr val="1B2A33"/>
      </a:dk1>
      <a:lt1>
        <a:srgbClr val="FFFFFF"/>
      </a:lt1>
      <a:dk2>
        <a:srgbClr val="0B3C5D"/>
      </a:dk2>
      <a:lt2>
        <a:srgbClr val="EAF1F5"/>
      </a:lt2>
      <a:accent1>
        <a:srgbClr val="F2A541"/>
      </a:accent1>
      <a:accent2>
        <a:srgbClr val="1C7293"/>
      </a:accent2>
      <a:accent3>
        <a:srgbClr val="328CC1"/>
      </a:accent3>
      <a:accent4>
        <a:srgbClr val="6B8E9B"/>
      </a:accent4>
      <a:accent5>
        <a:srgbClr val="2E8B6A"/>
      </a:accent5>
      <a:accent6>
        <a:srgbClr val="B85042"/>
      </a:accent6>
      <a:hlink>
        <a:srgbClr val="1C7293"/>
      </a:hlink>
      <a:folHlink>
        <a:srgbClr val="6B8E9B"/>
      </a:folHlink>
    </a:clrScheme>
    <a:fontScheme name="AUXIASSU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191</TotalTime>
  <Words>3914</Words>
  <Application>Microsoft Office PowerPoint</Application>
  <PresentationFormat>Grand écran</PresentationFormat>
  <Paragraphs>354</Paragraphs>
  <Slides>24</Slides>
  <Notes>24</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24</vt:i4>
      </vt:variant>
    </vt:vector>
  </HeadingPairs>
  <TitlesOfParts>
    <vt:vector size="29" baseType="lpstr">
      <vt:lpstr>Arial</vt:lpstr>
      <vt:lpstr>Calibri</vt:lpstr>
      <vt:lpstr>Cambria</vt:lpstr>
      <vt:lpstr>Times New Roman</vt:lpstr>
      <vt:lpstr>AUXIASSUR</vt:lpstr>
      <vt:lpstr>Conception et développement d’une application de gestion d’assurance automobile</vt:lpstr>
      <vt:lpstr>Conception et développement d'une application de gestion d'assurance automobile</vt:lpstr>
      <vt:lpstr>Plan de la présentation</vt:lpstr>
      <vt:lpstr>Plan de la présentation</vt:lpstr>
      <vt:lpstr>Partie 1 : Étude préalable</vt:lpstr>
      <vt:lpstr>AUXIMAD et son service AUXIASSUR</vt:lpstr>
      <vt:lpstr>Organigramme générale</vt:lpstr>
      <vt:lpstr>Présentation du Projet : AUXIDRIVE</vt:lpstr>
      <vt:lpstr>Etude de l’éxistant</vt:lpstr>
      <vt:lpstr>Limites du système actuel</vt:lpstr>
      <vt:lpstr>Comparaisons des solutions</vt:lpstr>
      <vt:lpstr>Solution retenue : une application web</vt:lpstr>
      <vt:lpstr>Partie 2 : Étude détaillée</vt:lpstr>
      <vt:lpstr>Diagramme de cas d'utilisation</vt:lpstr>
      <vt:lpstr>Diagramme de cas d'utilisation</vt:lpstr>
      <vt:lpstr>Diagrammes de sequence – Sinistre Phase 1</vt:lpstr>
      <vt:lpstr>Diagrammes de sequence – Sinistre Phase 2</vt:lpstr>
      <vt:lpstr>Diagrammes d'activité</vt:lpstr>
      <vt:lpstr>Diagramme de classes</vt:lpstr>
      <vt:lpstr>Partie 3 : Réalisation</vt:lpstr>
      <vt:lpstr>Démonstration…</vt:lpstr>
      <vt:lpstr>Conclusion</vt:lpstr>
      <vt:lpstr>Conclusion</vt:lpstr>
      <vt:lpstr>Merci de votre aimable attention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AUXIASSUR - Soutenance</dc:title>
  <dc:subject>PptxGenJS Presentation</dc:subject>
  <dc:creator>PptxGenJS</dc:creator>
  <cp:lastModifiedBy>Ny Harena Rafalimanana</cp:lastModifiedBy>
  <cp:revision>35</cp:revision>
  <dcterms:created xsi:type="dcterms:W3CDTF">2026-10-07T16:12:22Z</dcterms:created>
  <dcterms:modified xsi:type="dcterms:W3CDTF">2026-10-08T07:30:43Z</dcterms:modified>
</cp:coreProperties>
</file>