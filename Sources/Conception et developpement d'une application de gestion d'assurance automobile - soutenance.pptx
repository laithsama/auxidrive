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75" r:id="rId2"/>
    <p:sldId id="256" r:id="rId3"/>
    <p:sldId id="285" r:id="rId4"/>
    <p:sldId id="277" r:id="rId5"/>
    <p:sldId id="260" r:id="rId6"/>
    <p:sldId id="261" r:id="rId7"/>
    <p:sldId id="278" r:id="rId8"/>
    <p:sldId id="262" r:id="rId9"/>
    <p:sldId id="279" r:id="rId10"/>
    <p:sldId id="263" r:id="rId11"/>
    <p:sldId id="264" r:id="rId12"/>
    <p:sldId id="265" r:id="rId13"/>
    <p:sldId id="286" r:id="rId14"/>
    <p:sldId id="266" r:id="rId15"/>
    <p:sldId id="267" r:id="rId16"/>
    <p:sldId id="283" r:id="rId17"/>
    <p:sldId id="268" r:id="rId18"/>
    <p:sldId id="280" r:id="rId19"/>
    <p:sldId id="269" r:id="rId20"/>
    <p:sldId id="270" r:id="rId21"/>
    <p:sldId id="271" r:id="rId22"/>
    <p:sldId id="282" r:id="rId23"/>
    <p:sldId id="273" r:id="rId24"/>
    <p:sldId id="284" r:id="rId25"/>
    <p:sldId id="281"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54EAFBD-2AA4-0039-F513-24C658F86214}">
          <p14:sldIdLst>
            <p14:sldId id="275"/>
            <p14:sldId id="256"/>
            <p14:sldId id="285"/>
            <p14:sldId id="277"/>
          </p14:sldIdLst>
        </p14:section>
        <p14:section name="Partie 1" id="{CEB31817-3673-E779-CBF5-4A727AA8B7F7}">
          <p14:sldIdLst>
            <p14:sldId id="260"/>
            <p14:sldId id="261"/>
            <p14:sldId id="278"/>
            <p14:sldId id="262"/>
            <p14:sldId id="279"/>
            <p14:sldId id="263"/>
            <p14:sldId id="264"/>
            <p14:sldId id="265"/>
            <p14:sldId id="286"/>
          </p14:sldIdLst>
        </p14:section>
        <p14:section name="Partie 2" id="{B1B7BF0A-BC74-CF3C-6884-14064C33E22B}">
          <p14:sldIdLst>
            <p14:sldId id="266"/>
            <p14:sldId id="267"/>
            <p14:sldId id="283"/>
            <p14:sldId id="268"/>
            <p14:sldId id="280"/>
            <p14:sldId id="269"/>
            <p14:sldId id="270"/>
          </p14:sldIdLst>
        </p14:section>
        <p14:section name="Partie 3" id="{A5264773-F993-BF2B-962E-720D8B2BFBFE}">
          <p14:sldIdLst>
            <p14:sldId id="271"/>
            <p14:sldId id="282"/>
            <p14:sldId id="273"/>
            <p14:sldId id="284"/>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Style léger 2 - Accentuation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41990" autoAdjust="0"/>
  </p:normalViewPr>
  <p:slideViewPr>
    <p:cSldViewPr snapToGrid="0" snapToObjects="1">
      <p:cViewPr varScale="1">
        <p:scale>
          <a:sx n="37" d="100"/>
          <a:sy n="37" d="100"/>
        </p:scale>
        <p:origin x="2419" y="38"/>
      </p:cViewPr>
      <p:guideLst/>
    </p:cSldViewPr>
  </p:slideViewPr>
  <p:outlineViewPr>
    <p:cViewPr>
      <p:scale>
        <a:sx n="33" d="100"/>
        <a:sy n="33" d="100"/>
      </p:scale>
      <p:origin x="0" y="-1168"/>
    </p:cViewPr>
  </p:outlin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2_3">
  <dgm:title val=""/>
  <dgm:desc val=""/>
  <dgm:catLst>
    <dgm:cat type="accent2" pri="11300"/>
  </dgm:catLst>
  <dgm:styleLbl name="node0">
    <dgm:fillClrLst meth="repeat">
      <a:schemeClr val="accent2">
        <a:shade val="80000"/>
      </a:schemeClr>
    </dgm:fillClrLst>
    <dgm:linClrLst meth="repeat">
      <a:schemeClr val="lt1"/>
    </dgm:linClrLst>
    <dgm:effectClrLst/>
    <dgm:txLinClrLst/>
    <dgm:txFillClrLst/>
    <dgm:txEffectClrLst/>
  </dgm:styleLbl>
  <dgm:styleLbl name="node1">
    <dgm:fillClrLst>
      <a:schemeClr val="accent2">
        <a:shade val="80000"/>
      </a:schemeClr>
      <a:schemeClr val="accent2">
        <a:tint val="70000"/>
      </a:schemeClr>
    </dgm:fillClrLst>
    <dgm:linClrLst meth="repeat">
      <a:schemeClr val="lt1"/>
    </dgm:linClrLst>
    <dgm:effectClrLst/>
    <dgm:txLinClrLst/>
    <dgm:txFillClrLst/>
    <dgm:txEffectClrLst/>
  </dgm:styleLbl>
  <dgm:styleLbl name="alignNode1">
    <dgm:fillClrLst>
      <a:schemeClr val="accent2">
        <a:shade val="80000"/>
      </a:schemeClr>
      <a:schemeClr val="accent2">
        <a:tint val="70000"/>
      </a:schemeClr>
    </dgm:fillClrLst>
    <dgm:linClrLst>
      <a:schemeClr val="accent2">
        <a:shade val="80000"/>
      </a:schemeClr>
      <a:schemeClr val="accent2">
        <a:tint val="70000"/>
      </a:schemeClr>
    </dgm:linClrLst>
    <dgm:effectClrLst/>
    <dgm:txLinClrLst/>
    <dgm:txFillClrLst/>
    <dgm:txEffectClrLst/>
  </dgm:styleLbl>
  <dgm:styleLbl name="lnNode1">
    <dgm:fillClrLst>
      <a:schemeClr val="accent2">
        <a:shade val="80000"/>
      </a:schemeClr>
      <a:schemeClr val="accent2">
        <a:tint val="70000"/>
      </a:schemeClr>
    </dgm:fillClrLst>
    <dgm:linClrLst meth="repeat">
      <a:schemeClr val="lt1"/>
    </dgm:linClrLst>
    <dgm:effectClrLst/>
    <dgm:txLinClrLst/>
    <dgm:txFillClrLst/>
    <dgm:txEffectClrLst/>
  </dgm:styleLbl>
  <dgm:styleLbl name="vennNode1">
    <dgm:fillClrLst>
      <a:schemeClr val="accent2">
        <a:shade val="80000"/>
        <a:alpha val="50000"/>
      </a:schemeClr>
      <a:schemeClr val="accent2">
        <a:tint val="70000"/>
        <a:alpha val="50000"/>
      </a:schemeClr>
    </dgm:fillClrLst>
    <dgm:linClrLst meth="repeat">
      <a:schemeClr val="lt1"/>
    </dgm:linClrLst>
    <dgm:effectClrLst/>
    <dgm:txLinClrLst/>
    <dgm:txFillClrLst/>
    <dgm:txEffectClrLst/>
  </dgm:styleLbl>
  <dgm:styleLbl name="node2">
    <dgm:fillClrLst>
      <a:schemeClr val="accent2">
        <a:tint val="99000"/>
      </a:schemeClr>
    </dgm:fillClrLst>
    <dgm:linClrLst meth="repeat">
      <a:schemeClr val="lt1"/>
    </dgm:linClrLst>
    <dgm:effectClrLst/>
    <dgm:txLinClrLst/>
    <dgm:txFillClrLst/>
    <dgm:txEffectClrLst/>
  </dgm:styleLbl>
  <dgm:styleLbl name="node3">
    <dgm:fillClrLst>
      <a:schemeClr val="accent2">
        <a:tint val="80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dgm:txEffectClrLst/>
  </dgm:styleLbl>
  <dgm:styleLbl name="fg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lt1"/>
    </dgm:txFillClrLst>
    <dgm:txEffectClrLst/>
  </dgm:styleLbl>
  <dgm:styleLbl name="bg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lt1"/>
    </dgm:txFillClrLst>
    <dgm:txEffectClrLst/>
  </dgm:styleLbl>
  <dgm:styleLbl name="sibTrans1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9000"/>
      </a:schemeClr>
    </dgm:fillClrLst>
    <dgm:linClrLst meth="repeat">
      <a:schemeClr val="lt1"/>
    </dgm:linClrLst>
    <dgm:effectClrLst/>
    <dgm:txLinClrLst/>
    <dgm:txFillClrLst/>
    <dgm:txEffectClrLst/>
  </dgm:styleLbl>
  <dgm:styleLbl name="asst3">
    <dgm:fillClrLst>
      <a:schemeClr val="accent2">
        <a:tint val="80000"/>
      </a:schemeClr>
    </dgm:fillClrLst>
    <dgm:linClrLst meth="repeat">
      <a:schemeClr val="lt1"/>
    </dgm:linClrLst>
    <dgm:effectClrLst/>
    <dgm:txLinClrLst/>
    <dgm:txFillClrLst/>
    <dgm:txEffectClrLst/>
  </dgm:styleLbl>
  <dgm:styleLbl name="asst4">
    <dgm:fillClrLst>
      <a:schemeClr val="accent2">
        <a:tint val="7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lt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9000"/>
      </a:schemeClr>
    </dgm:fillClrLst>
    <dgm:linClrLst meth="repeat">
      <a:schemeClr val="accent2">
        <a:tint val="99000"/>
      </a:schemeClr>
    </dgm:linClrLst>
    <dgm:effectClrLst/>
    <dgm:txLinClrLst/>
    <dgm:txFillClrLst meth="repeat">
      <a:schemeClr val="tx1"/>
    </dgm:txFillClrLst>
    <dgm:txEffectClrLst/>
  </dgm:styleLbl>
  <dgm:styleLbl name="parChTrans1D3">
    <dgm:fillClrLst meth="repeat">
      <a:schemeClr val="accent2">
        <a:tint val="80000"/>
      </a:schemeClr>
    </dgm:fillClrLst>
    <dgm:linClrLst meth="repeat">
      <a:schemeClr val="accent2">
        <a:tint val="80000"/>
      </a:schemeClr>
    </dgm:linClrLst>
    <dgm:effectClrLst/>
    <dgm:txLinClrLst/>
    <dgm:txFillClrLst meth="repeat">
      <a:schemeClr val="tx1"/>
    </dgm:txFillClrLst>
    <dgm:txEffectClrLst/>
  </dgm:styleLbl>
  <dgm:styleLbl name="parChTrans1D4">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2">
        <a:shade val="80000"/>
      </a:schemeClr>
      <a:schemeClr val="accent2">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F5C6F14-B3DF-49F9-90FC-DB578FAB1857}" type="doc">
      <dgm:prSet loTypeId="urn:microsoft.com/office/officeart/2005/8/layout/hierarchy1" loCatId="hierarchy" qsTypeId="urn:microsoft.com/office/officeart/2005/8/quickstyle/simple5" qsCatId="simple" csTypeId="urn:microsoft.com/office/officeart/2005/8/colors/accent2_3" csCatId="accent2" phldr="1"/>
      <dgm:spPr/>
      <dgm:t>
        <a:bodyPr/>
        <a:lstStyle/>
        <a:p>
          <a:endParaRPr lang="LID4096"/>
        </a:p>
      </dgm:t>
    </dgm:pt>
    <dgm:pt modelId="{795702DE-9D64-46C7-8358-98BBC9C76AD8}">
      <dgm:prSet phldrT="[Texte]" phldr="0" custT="1"/>
      <dgm:spPr/>
      <dgm:t>
        <a:bodyPr/>
        <a:lstStyle/>
        <a:p>
          <a:r>
            <a:rPr lang="fr-FR" sz="1050" dirty="0">
              <a:latin typeface="Times New Roman" panose="02020603050405020304" pitchFamily="18" charset="0"/>
              <a:cs typeface="Times New Roman" panose="02020603050405020304" pitchFamily="18" charset="0"/>
            </a:rPr>
            <a:t>Directeur Générale</a:t>
          </a:r>
          <a:endParaRPr lang="LID4096" sz="1050" dirty="0">
            <a:latin typeface="Times New Roman" panose="02020603050405020304" pitchFamily="18" charset="0"/>
            <a:cs typeface="Times New Roman" panose="02020603050405020304" pitchFamily="18" charset="0"/>
          </a:endParaRPr>
        </a:p>
      </dgm:t>
    </dgm:pt>
    <dgm:pt modelId="{D6876B59-167A-4F73-8376-E214294C0434}" type="parTrans" cxnId="{C367D506-C0CF-4CC1-89EE-E1CB65950BA6}">
      <dgm:prSet/>
      <dgm:spPr/>
      <dgm:t>
        <a:bodyPr/>
        <a:lstStyle/>
        <a:p>
          <a:endParaRPr lang="LID4096"/>
        </a:p>
      </dgm:t>
    </dgm:pt>
    <dgm:pt modelId="{AF380086-5EF4-44BA-9FCE-750521E3950E}" type="sibTrans" cxnId="{C367D506-C0CF-4CC1-89EE-E1CB65950BA6}">
      <dgm:prSet/>
      <dgm:spPr/>
      <dgm:t>
        <a:bodyPr/>
        <a:lstStyle/>
        <a:p>
          <a:endParaRPr lang="LID4096"/>
        </a:p>
      </dgm:t>
    </dgm:pt>
    <dgm:pt modelId="{684246AB-C659-4FDF-B62E-BE8B40105EE7}" type="asst">
      <dgm:prSet phldrT="[Texte]" custT="1"/>
      <dgm:spPr/>
      <dgm:t>
        <a:bodyPr/>
        <a:lstStyle/>
        <a:p>
          <a:r>
            <a:rPr lang="fr-FR" sz="1050" dirty="0">
              <a:latin typeface="Times New Roman" panose="02020603050405020304" pitchFamily="18" charset="0"/>
              <a:cs typeface="Times New Roman" panose="02020603050405020304" pitchFamily="18" charset="0"/>
            </a:rPr>
            <a:t>SERVICE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INFORMATIQUE ET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TECHNOLOGIQUE</a:t>
          </a:r>
          <a:endParaRPr lang="LID4096" sz="1050" dirty="0">
            <a:latin typeface="Times New Roman" panose="02020603050405020304" pitchFamily="18" charset="0"/>
            <a:cs typeface="Times New Roman" panose="02020603050405020304" pitchFamily="18" charset="0"/>
          </a:endParaRPr>
        </a:p>
      </dgm:t>
    </dgm:pt>
    <dgm:pt modelId="{4F3FAFFE-95DB-4C9C-B7E5-68ADD31BE5A3}" type="parTrans" cxnId="{AA6735B7-D7B1-4743-A2B6-6483F7348FCB}">
      <dgm:prSet/>
      <dgm:spPr/>
      <dgm:t>
        <a:bodyPr/>
        <a:lstStyle/>
        <a:p>
          <a:endParaRPr lang="LID4096" sz="1050">
            <a:latin typeface="Times New Roman" panose="02020603050405020304" pitchFamily="18" charset="0"/>
            <a:cs typeface="Times New Roman" panose="02020603050405020304" pitchFamily="18" charset="0"/>
          </a:endParaRPr>
        </a:p>
      </dgm:t>
    </dgm:pt>
    <dgm:pt modelId="{F41D190B-154E-42A5-A47B-4E0861ED8266}" type="sibTrans" cxnId="{AA6735B7-D7B1-4743-A2B6-6483F7348FCB}">
      <dgm:prSet/>
      <dgm:spPr/>
      <dgm:t>
        <a:bodyPr/>
        <a:lstStyle/>
        <a:p>
          <a:endParaRPr lang="LID4096"/>
        </a:p>
      </dgm:t>
    </dgm:pt>
    <dgm:pt modelId="{0F5B4068-22C2-4DE6-BC66-53FF2E98A016}">
      <dgm:prSet phldrT="[Texte]" custT="1"/>
      <dgm:spPr/>
      <dgm:t>
        <a:bodyPr/>
        <a:lstStyle/>
        <a:p>
          <a:r>
            <a:rPr lang="fr-FR" sz="1050" dirty="0">
              <a:latin typeface="Times New Roman" panose="02020603050405020304" pitchFamily="18" charset="0"/>
              <a:cs typeface="Times New Roman" panose="02020603050405020304" pitchFamily="18" charset="0"/>
            </a:rPr>
            <a:t>Directeur Financier</a:t>
          </a:r>
          <a:endParaRPr lang="LID4096" sz="1050" dirty="0">
            <a:latin typeface="Times New Roman" panose="02020603050405020304" pitchFamily="18" charset="0"/>
            <a:cs typeface="Times New Roman" panose="02020603050405020304" pitchFamily="18" charset="0"/>
          </a:endParaRPr>
        </a:p>
      </dgm:t>
    </dgm:pt>
    <dgm:pt modelId="{CA5BB5A9-4B78-49D7-883B-FE574F12B944}" type="parTrans" cxnId="{2848A5D3-5AFD-41B2-BCEB-85D5E691EA15}">
      <dgm:prSet/>
      <dgm:spPr/>
      <dgm:t>
        <a:bodyPr/>
        <a:lstStyle/>
        <a:p>
          <a:endParaRPr lang="LID4096" sz="1050">
            <a:latin typeface="Times New Roman" panose="02020603050405020304" pitchFamily="18" charset="0"/>
            <a:cs typeface="Times New Roman" panose="02020603050405020304" pitchFamily="18" charset="0"/>
          </a:endParaRPr>
        </a:p>
      </dgm:t>
    </dgm:pt>
    <dgm:pt modelId="{307A404F-F040-4F77-93F6-2277D6A71465}" type="sibTrans" cxnId="{2848A5D3-5AFD-41B2-BCEB-85D5E691EA15}">
      <dgm:prSet/>
      <dgm:spPr/>
      <dgm:t>
        <a:bodyPr/>
        <a:lstStyle/>
        <a:p>
          <a:endParaRPr lang="LID4096"/>
        </a:p>
      </dgm:t>
    </dgm:pt>
    <dgm:pt modelId="{14028463-B37F-4CAB-B02C-759BD00378FB}">
      <dgm:prSet phldrT="[Texte]" custT="1"/>
      <dgm:spPr/>
      <dgm:t>
        <a:bodyPr/>
        <a:lstStyle/>
        <a:p>
          <a:r>
            <a:rPr lang="fr-FR" sz="1050" dirty="0">
              <a:latin typeface="Times New Roman" panose="02020603050405020304" pitchFamily="18" charset="0"/>
              <a:cs typeface="Times New Roman" panose="02020603050405020304" pitchFamily="18" charset="0"/>
            </a:rPr>
            <a:t>AGENCES AUXIMAD</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a:t>
          </a:r>
          <a:endParaRPr lang="LID4096" sz="1050" dirty="0">
            <a:latin typeface="Times New Roman" panose="02020603050405020304" pitchFamily="18" charset="0"/>
            <a:cs typeface="Times New Roman" panose="02020603050405020304" pitchFamily="18" charset="0"/>
          </a:endParaRPr>
        </a:p>
      </dgm:t>
    </dgm:pt>
    <dgm:pt modelId="{FC5587F7-A65B-419C-ABF8-06FEDDE5B73D}" type="parTrans" cxnId="{B159A159-70A9-4F8A-91C6-F13BEFBB0B1E}">
      <dgm:prSet/>
      <dgm:spPr/>
      <dgm:t>
        <a:bodyPr/>
        <a:lstStyle/>
        <a:p>
          <a:endParaRPr lang="LID4096" sz="1050">
            <a:latin typeface="Times New Roman" panose="02020603050405020304" pitchFamily="18" charset="0"/>
            <a:cs typeface="Times New Roman" panose="02020603050405020304" pitchFamily="18" charset="0"/>
          </a:endParaRPr>
        </a:p>
      </dgm:t>
    </dgm:pt>
    <dgm:pt modelId="{41B32885-A86C-4744-A54B-4BE7835647D8}" type="sibTrans" cxnId="{B159A159-70A9-4F8A-91C6-F13BEFBB0B1E}">
      <dgm:prSet/>
      <dgm:spPr/>
      <dgm:t>
        <a:bodyPr/>
        <a:lstStyle/>
        <a:p>
          <a:endParaRPr lang="LID4096"/>
        </a:p>
      </dgm:t>
    </dgm:pt>
    <dgm:pt modelId="{26D16FF6-AD51-4D70-9087-FC1758DFA4BA}" type="asst">
      <dgm:prSet phldrT="[Texte]" custT="1"/>
      <dgm:spPr/>
      <dgm:t>
        <a:bodyPr/>
        <a:lstStyle/>
        <a:p>
          <a:r>
            <a:rPr lang="fr-FR" sz="1050" dirty="0">
              <a:latin typeface="Times New Roman" panose="02020603050405020304" pitchFamily="18" charset="0"/>
              <a:cs typeface="Times New Roman" panose="02020603050405020304" pitchFamily="18" charset="0"/>
            </a:rPr>
            <a:t>SERVICE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RESSOURCES</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HUMAINES</a:t>
          </a:r>
          <a:endParaRPr lang="LID4096" sz="1050" dirty="0">
            <a:latin typeface="Times New Roman" panose="02020603050405020304" pitchFamily="18" charset="0"/>
            <a:cs typeface="Times New Roman" panose="02020603050405020304" pitchFamily="18" charset="0"/>
          </a:endParaRPr>
        </a:p>
      </dgm:t>
    </dgm:pt>
    <dgm:pt modelId="{D01F807D-DD0A-4E41-A8AE-1E567EC039E8}" type="parTrans" cxnId="{61548C81-2F0D-4413-B568-20D5E9EC7C05}">
      <dgm:prSet/>
      <dgm:spPr/>
      <dgm:t>
        <a:bodyPr/>
        <a:lstStyle/>
        <a:p>
          <a:endParaRPr lang="LID4096" sz="1050">
            <a:latin typeface="Times New Roman" panose="02020603050405020304" pitchFamily="18" charset="0"/>
            <a:cs typeface="Times New Roman" panose="02020603050405020304" pitchFamily="18" charset="0"/>
          </a:endParaRPr>
        </a:p>
      </dgm:t>
    </dgm:pt>
    <dgm:pt modelId="{7A711289-DA81-4BEC-BDB7-30599A3AC9BE}" type="sibTrans" cxnId="{61548C81-2F0D-4413-B568-20D5E9EC7C05}">
      <dgm:prSet/>
      <dgm:spPr/>
      <dgm:t>
        <a:bodyPr/>
        <a:lstStyle/>
        <a:p>
          <a:endParaRPr lang="LID4096"/>
        </a:p>
      </dgm:t>
    </dgm:pt>
    <dgm:pt modelId="{EB8DC32E-865D-435F-9289-E39DC51FCC72}" type="asst">
      <dgm:prSet phldrT="[Texte]" custT="1"/>
      <dgm:spPr/>
      <dgm:t>
        <a:bodyPr/>
        <a:lstStyle/>
        <a:p>
          <a:r>
            <a:rPr lang="fr-FR" sz="1050" dirty="0">
              <a:latin typeface="Times New Roman" panose="02020603050405020304" pitchFamily="18" charset="0"/>
              <a:cs typeface="Times New Roman" panose="02020603050405020304" pitchFamily="18" charset="0"/>
            </a:rPr>
            <a:t>SERVICE AUDIT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INTERNE</a:t>
          </a:r>
          <a:endParaRPr lang="LID4096" sz="1050" dirty="0">
            <a:latin typeface="Times New Roman" panose="02020603050405020304" pitchFamily="18" charset="0"/>
            <a:cs typeface="Times New Roman" panose="02020603050405020304" pitchFamily="18" charset="0"/>
          </a:endParaRPr>
        </a:p>
      </dgm:t>
    </dgm:pt>
    <dgm:pt modelId="{D2A57403-BB26-48D5-B737-5740465F02A7}" type="parTrans" cxnId="{A13A24B0-C6B8-4DF0-9334-738B2A3C126B}">
      <dgm:prSet/>
      <dgm:spPr/>
      <dgm:t>
        <a:bodyPr/>
        <a:lstStyle/>
        <a:p>
          <a:endParaRPr lang="LID4096" sz="1050">
            <a:latin typeface="Times New Roman" panose="02020603050405020304" pitchFamily="18" charset="0"/>
            <a:cs typeface="Times New Roman" panose="02020603050405020304" pitchFamily="18" charset="0"/>
          </a:endParaRPr>
        </a:p>
      </dgm:t>
    </dgm:pt>
    <dgm:pt modelId="{2BD46014-6E25-45EC-905C-450EDF6515B9}" type="sibTrans" cxnId="{A13A24B0-C6B8-4DF0-9334-738B2A3C126B}">
      <dgm:prSet/>
      <dgm:spPr/>
      <dgm:t>
        <a:bodyPr/>
        <a:lstStyle/>
        <a:p>
          <a:endParaRPr lang="LID4096"/>
        </a:p>
      </dgm:t>
    </dgm:pt>
    <dgm:pt modelId="{CFA26ED2-16C4-409E-A009-BDE8B139564A}" type="asst">
      <dgm:prSet phldrT="[Texte]" custT="1"/>
      <dgm:spPr/>
      <dgm:t>
        <a:bodyPr/>
        <a:lstStyle/>
        <a:p>
          <a:r>
            <a:rPr lang="fr-FR" sz="1050" dirty="0">
              <a:latin typeface="Times New Roman" panose="02020603050405020304" pitchFamily="18" charset="0"/>
              <a:cs typeface="Times New Roman" panose="02020603050405020304" pitchFamily="18" charset="0"/>
            </a:rPr>
            <a:t>CONSULTANT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PROJETS</a:t>
          </a:r>
          <a:endParaRPr lang="LID4096" sz="1050" dirty="0">
            <a:latin typeface="Times New Roman" panose="02020603050405020304" pitchFamily="18" charset="0"/>
            <a:cs typeface="Times New Roman" panose="02020603050405020304" pitchFamily="18" charset="0"/>
          </a:endParaRPr>
        </a:p>
      </dgm:t>
    </dgm:pt>
    <dgm:pt modelId="{B5C6CDC6-FE07-493F-BDC6-B76E62F1DC54}" type="parTrans" cxnId="{9F7C0DA0-8E33-48F5-9899-5F1135C8B107}">
      <dgm:prSet/>
      <dgm:spPr/>
      <dgm:t>
        <a:bodyPr/>
        <a:lstStyle/>
        <a:p>
          <a:endParaRPr lang="LID4096" sz="1050">
            <a:latin typeface="Times New Roman" panose="02020603050405020304" pitchFamily="18" charset="0"/>
            <a:cs typeface="Times New Roman" panose="02020603050405020304" pitchFamily="18" charset="0"/>
          </a:endParaRPr>
        </a:p>
      </dgm:t>
    </dgm:pt>
    <dgm:pt modelId="{E06D875A-E109-446D-98D1-B2310B3D25DA}" type="sibTrans" cxnId="{9F7C0DA0-8E33-48F5-9899-5F1135C8B107}">
      <dgm:prSet/>
      <dgm:spPr/>
      <dgm:t>
        <a:bodyPr/>
        <a:lstStyle/>
        <a:p>
          <a:endParaRPr lang="LID4096"/>
        </a:p>
      </dgm:t>
    </dgm:pt>
    <dgm:pt modelId="{0F870087-D752-4ED1-AF30-59E7DD289905}" type="asst">
      <dgm:prSet phldrT="[Texte]" custT="1"/>
      <dgm:spPr/>
      <dgm:t>
        <a:bodyPr/>
        <a:lstStyle/>
        <a:p>
          <a:r>
            <a:rPr lang="fr-FR" sz="1050" dirty="0">
              <a:latin typeface="Times New Roman" panose="02020603050405020304" pitchFamily="18" charset="0"/>
              <a:cs typeface="Times New Roman" panose="02020603050405020304" pitchFamily="18" charset="0"/>
            </a:rPr>
            <a:t>SERVICE AFFAIRES</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GENERALES</a:t>
          </a:r>
          <a:endParaRPr lang="LID4096" sz="1050" dirty="0">
            <a:latin typeface="Times New Roman" panose="02020603050405020304" pitchFamily="18" charset="0"/>
            <a:cs typeface="Times New Roman" panose="02020603050405020304" pitchFamily="18" charset="0"/>
          </a:endParaRPr>
        </a:p>
      </dgm:t>
    </dgm:pt>
    <dgm:pt modelId="{0CDDD31F-8DE8-45B6-8F35-F30177C3FA08}" type="parTrans" cxnId="{CF4371B4-D894-4FA4-9FFE-E68D63FBF814}">
      <dgm:prSet/>
      <dgm:spPr/>
      <dgm:t>
        <a:bodyPr/>
        <a:lstStyle/>
        <a:p>
          <a:endParaRPr lang="LID4096" sz="1050">
            <a:latin typeface="Times New Roman" panose="02020603050405020304" pitchFamily="18" charset="0"/>
            <a:cs typeface="Times New Roman" panose="02020603050405020304" pitchFamily="18" charset="0"/>
          </a:endParaRPr>
        </a:p>
      </dgm:t>
    </dgm:pt>
    <dgm:pt modelId="{DCDE8476-3550-40B0-BE6A-3C4E642610E8}" type="sibTrans" cxnId="{CF4371B4-D894-4FA4-9FFE-E68D63FBF814}">
      <dgm:prSet/>
      <dgm:spPr/>
      <dgm:t>
        <a:bodyPr/>
        <a:lstStyle/>
        <a:p>
          <a:endParaRPr lang="LID4096"/>
        </a:p>
      </dgm:t>
    </dgm:pt>
    <dgm:pt modelId="{451510BF-7200-48F2-917E-C2B38D33A913}">
      <dgm:prSet phldrT="[Texte]" custT="1"/>
      <dgm:spPr/>
      <dgm:t>
        <a:bodyPr/>
        <a:lstStyle/>
        <a:p>
          <a:r>
            <a:rPr lang="fr-FR" sz="1050" dirty="0">
              <a:latin typeface="Times New Roman" panose="02020603050405020304" pitchFamily="18" charset="0"/>
              <a:cs typeface="Times New Roman" panose="02020603050405020304" pitchFamily="18" charset="0"/>
            </a:rPr>
            <a:t>Directeur Business</a:t>
          </a:r>
          <a:endParaRPr lang="LID4096" sz="1050" dirty="0">
            <a:latin typeface="Times New Roman" panose="02020603050405020304" pitchFamily="18" charset="0"/>
            <a:cs typeface="Times New Roman" panose="02020603050405020304" pitchFamily="18" charset="0"/>
          </a:endParaRPr>
        </a:p>
        <a:p>
          <a:r>
            <a:rPr lang="fr-FR" sz="1050" dirty="0" err="1">
              <a:latin typeface="Times New Roman" panose="02020603050405020304" pitchFamily="18" charset="0"/>
              <a:cs typeface="Times New Roman" panose="02020603050405020304" pitchFamily="18" charset="0"/>
            </a:rPr>
            <a:t>Developpment</a:t>
          </a:r>
          <a:endParaRPr lang="LID4096" sz="1050" dirty="0">
            <a:latin typeface="Times New Roman" panose="02020603050405020304" pitchFamily="18" charset="0"/>
            <a:cs typeface="Times New Roman" panose="02020603050405020304" pitchFamily="18" charset="0"/>
          </a:endParaRPr>
        </a:p>
      </dgm:t>
    </dgm:pt>
    <dgm:pt modelId="{98741F32-2EA9-4EF5-A66D-6BAAE9BD874C}" type="parTrans" cxnId="{35CFD727-0B3E-4677-B370-4DA17C57A314}">
      <dgm:prSet/>
      <dgm:spPr/>
      <dgm:t>
        <a:bodyPr/>
        <a:lstStyle/>
        <a:p>
          <a:endParaRPr lang="LID4096" sz="1050">
            <a:latin typeface="Times New Roman" panose="02020603050405020304" pitchFamily="18" charset="0"/>
            <a:cs typeface="Times New Roman" panose="02020603050405020304" pitchFamily="18" charset="0"/>
          </a:endParaRPr>
        </a:p>
      </dgm:t>
    </dgm:pt>
    <dgm:pt modelId="{797A5AE6-8261-4BC5-A9B5-9CEA4511A3C1}" type="sibTrans" cxnId="{35CFD727-0B3E-4677-B370-4DA17C57A314}">
      <dgm:prSet/>
      <dgm:spPr/>
      <dgm:t>
        <a:bodyPr/>
        <a:lstStyle/>
        <a:p>
          <a:endParaRPr lang="LID4096"/>
        </a:p>
      </dgm:t>
    </dgm:pt>
    <dgm:pt modelId="{6CB5C1BE-A616-4089-9D4D-4C52558B8ECF}" type="asst">
      <dgm:prSet phldrT="[Texte]" custT="1"/>
      <dgm:spPr/>
      <dgm:t>
        <a:bodyPr/>
        <a:lstStyle/>
        <a:p>
          <a:r>
            <a:rPr lang="fr-FR" sz="1050" dirty="0">
              <a:latin typeface="Times New Roman" panose="02020603050405020304" pitchFamily="18" charset="0"/>
              <a:cs typeface="Times New Roman" panose="02020603050405020304" pitchFamily="18" charset="0"/>
            </a:rPr>
            <a:t>SERVICE CONTROLE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DE GESTION</a:t>
          </a:r>
          <a:endParaRPr lang="LID4096" sz="1050" dirty="0">
            <a:latin typeface="Times New Roman" panose="02020603050405020304" pitchFamily="18" charset="0"/>
            <a:cs typeface="Times New Roman" panose="02020603050405020304" pitchFamily="18" charset="0"/>
          </a:endParaRPr>
        </a:p>
      </dgm:t>
    </dgm:pt>
    <dgm:pt modelId="{AE358185-B88F-4DF3-A58B-3B98EFE04A85}" type="parTrans" cxnId="{C01D3B3C-0CFC-4D5D-B43C-1841F844C65A}">
      <dgm:prSet/>
      <dgm:spPr/>
      <dgm:t>
        <a:bodyPr/>
        <a:lstStyle/>
        <a:p>
          <a:endParaRPr lang="LID4096" sz="1050">
            <a:latin typeface="Times New Roman" panose="02020603050405020304" pitchFamily="18" charset="0"/>
            <a:cs typeface="Times New Roman" panose="02020603050405020304" pitchFamily="18" charset="0"/>
          </a:endParaRPr>
        </a:p>
      </dgm:t>
    </dgm:pt>
    <dgm:pt modelId="{1061F500-9863-4855-9292-A6FE1FD0CA81}" type="sibTrans" cxnId="{C01D3B3C-0CFC-4D5D-B43C-1841F844C65A}">
      <dgm:prSet/>
      <dgm:spPr/>
      <dgm:t>
        <a:bodyPr/>
        <a:lstStyle/>
        <a:p>
          <a:endParaRPr lang="LID4096"/>
        </a:p>
      </dgm:t>
    </dgm:pt>
    <dgm:pt modelId="{C419E2C1-596F-42F2-A6CE-31173570559D}">
      <dgm:prSet phldrT="[Texte]" custT="1"/>
      <dgm:spPr/>
      <dgm:t>
        <a:bodyPr/>
        <a:lstStyle/>
        <a:p>
          <a:r>
            <a:rPr lang="fr-FR" sz="1050" dirty="0">
              <a:latin typeface="Times New Roman" panose="02020603050405020304" pitchFamily="18" charset="0"/>
              <a:cs typeface="Times New Roman" panose="02020603050405020304" pitchFamily="18" charset="0"/>
            </a:rPr>
            <a:t>CHEF DE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FINANCIER</a:t>
          </a:r>
          <a:endParaRPr lang="LID4096" sz="1050" dirty="0">
            <a:latin typeface="Times New Roman" panose="02020603050405020304" pitchFamily="18" charset="0"/>
            <a:cs typeface="Times New Roman" panose="02020603050405020304" pitchFamily="18" charset="0"/>
          </a:endParaRPr>
        </a:p>
      </dgm:t>
    </dgm:pt>
    <dgm:pt modelId="{3C879797-A8B0-46A9-95A8-55F88CA52200}" type="parTrans" cxnId="{A01EF826-A70D-4772-A989-8717A04ABCCB}">
      <dgm:prSet/>
      <dgm:spPr/>
      <dgm:t>
        <a:bodyPr/>
        <a:lstStyle/>
        <a:p>
          <a:endParaRPr lang="LID4096" sz="1050">
            <a:latin typeface="Times New Roman" panose="02020603050405020304" pitchFamily="18" charset="0"/>
            <a:cs typeface="Times New Roman" panose="02020603050405020304" pitchFamily="18" charset="0"/>
          </a:endParaRPr>
        </a:p>
      </dgm:t>
    </dgm:pt>
    <dgm:pt modelId="{E95399A6-C5F9-49E4-B6DB-A2BC8E7E8FF7}" type="sibTrans" cxnId="{A01EF826-A70D-4772-A989-8717A04ABCCB}">
      <dgm:prSet/>
      <dgm:spPr/>
      <dgm:t>
        <a:bodyPr/>
        <a:lstStyle/>
        <a:p>
          <a:endParaRPr lang="LID4096"/>
        </a:p>
      </dgm:t>
    </dgm:pt>
    <dgm:pt modelId="{55636FCF-C3FD-4053-9A11-5D242F7931AE}" type="asst">
      <dgm:prSet phldrT="[Texte]" custT="1"/>
      <dgm:spPr/>
      <dgm:t>
        <a:bodyPr/>
        <a:lstStyle/>
        <a:p>
          <a:r>
            <a:rPr lang="fr-FR" sz="1050" dirty="0">
              <a:latin typeface="Times New Roman" panose="02020603050405020304" pitchFamily="18" charset="0"/>
              <a:cs typeface="Times New Roman" panose="02020603050405020304" pitchFamily="18" charset="0"/>
            </a:rPr>
            <a:t>COMPTABILITE</a:t>
          </a:r>
          <a:endParaRPr lang="LID4096" sz="1050" dirty="0">
            <a:latin typeface="Times New Roman" panose="02020603050405020304" pitchFamily="18" charset="0"/>
            <a:cs typeface="Times New Roman" panose="02020603050405020304" pitchFamily="18" charset="0"/>
          </a:endParaRPr>
        </a:p>
      </dgm:t>
    </dgm:pt>
    <dgm:pt modelId="{9D13ADC7-DA48-4B5D-BF10-F5C482100852}" type="parTrans" cxnId="{C828BBFD-E5F3-4034-9A93-AFB2C69C3232}">
      <dgm:prSet/>
      <dgm:spPr/>
      <dgm:t>
        <a:bodyPr/>
        <a:lstStyle/>
        <a:p>
          <a:endParaRPr lang="LID4096" sz="1050">
            <a:latin typeface="Times New Roman" panose="02020603050405020304" pitchFamily="18" charset="0"/>
            <a:cs typeface="Times New Roman" panose="02020603050405020304" pitchFamily="18" charset="0"/>
          </a:endParaRPr>
        </a:p>
      </dgm:t>
    </dgm:pt>
    <dgm:pt modelId="{C4243631-0A4D-47AA-A3C7-F77641199E86}" type="sibTrans" cxnId="{C828BBFD-E5F3-4034-9A93-AFB2C69C3232}">
      <dgm:prSet/>
      <dgm:spPr/>
      <dgm:t>
        <a:bodyPr/>
        <a:lstStyle/>
        <a:p>
          <a:endParaRPr lang="LID4096"/>
        </a:p>
      </dgm:t>
    </dgm:pt>
    <dgm:pt modelId="{F52F3AAD-2444-4E02-ACB6-2F2DDA9830C1}" type="asst">
      <dgm:prSet phldrT="[Texte]" custT="1"/>
      <dgm:spPr/>
      <dgm:t>
        <a:bodyPr/>
        <a:lstStyle/>
        <a:p>
          <a:r>
            <a:rPr lang="fr-FR" sz="1050" dirty="0">
              <a:latin typeface="Times New Roman" panose="02020603050405020304" pitchFamily="18" charset="0"/>
              <a:cs typeface="Times New Roman" panose="02020603050405020304" pitchFamily="18" charset="0"/>
            </a:rPr>
            <a:t>FINANCE</a:t>
          </a:r>
          <a:endParaRPr lang="LID4096" sz="1050" dirty="0">
            <a:latin typeface="Times New Roman" panose="02020603050405020304" pitchFamily="18" charset="0"/>
            <a:cs typeface="Times New Roman" panose="02020603050405020304" pitchFamily="18" charset="0"/>
          </a:endParaRPr>
        </a:p>
      </dgm:t>
    </dgm:pt>
    <dgm:pt modelId="{D5C81C23-7313-4A59-8D70-6594EF370CC5}" type="parTrans" cxnId="{22D5C84D-5E5F-4676-A536-56B7BC933A54}">
      <dgm:prSet/>
      <dgm:spPr/>
      <dgm:t>
        <a:bodyPr/>
        <a:lstStyle/>
        <a:p>
          <a:endParaRPr lang="LID4096" sz="1050">
            <a:latin typeface="Times New Roman" panose="02020603050405020304" pitchFamily="18" charset="0"/>
            <a:cs typeface="Times New Roman" panose="02020603050405020304" pitchFamily="18" charset="0"/>
          </a:endParaRPr>
        </a:p>
      </dgm:t>
    </dgm:pt>
    <dgm:pt modelId="{42DB9A73-BF7D-4439-AB1A-84303A62F3D1}" type="sibTrans" cxnId="{22D5C84D-5E5F-4676-A536-56B7BC933A54}">
      <dgm:prSet/>
      <dgm:spPr/>
      <dgm:t>
        <a:bodyPr/>
        <a:lstStyle/>
        <a:p>
          <a:endParaRPr lang="LID4096"/>
        </a:p>
      </dgm:t>
    </dgm:pt>
    <dgm:pt modelId="{26C52AC1-D75A-41D9-BC2A-8B8239133549}" type="asst">
      <dgm:prSet phldrT="[Texte]" custT="1"/>
      <dgm:spPr/>
      <dgm:t>
        <a:bodyPr/>
        <a:lstStyle/>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JURIDIQUE ET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CONTENTIEUX</a:t>
          </a:r>
          <a:endParaRPr lang="LID4096" sz="1050" dirty="0">
            <a:latin typeface="Times New Roman" panose="02020603050405020304" pitchFamily="18" charset="0"/>
            <a:cs typeface="Times New Roman" panose="02020603050405020304" pitchFamily="18" charset="0"/>
          </a:endParaRPr>
        </a:p>
      </dgm:t>
    </dgm:pt>
    <dgm:pt modelId="{E592B01F-B69D-4940-84E6-E84EF2A31184}" type="parTrans" cxnId="{629C783B-9DF6-47E3-83D0-1843E0318BB2}">
      <dgm:prSet/>
      <dgm:spPr/>
      <dgm:t>
        <a:bodyPr/>
        <a:lstStyle/>
        <a:p>
          <a:endParaRPr lang="LID4096" sz="1050">
            <a:latin typeface="Times New Roman" panose="02020603050405020304" pitchFamily="18" charset="0"/>
            <a:cs typeface="Times New Roman" panose="02020603050405020304" pitchFamily="18" charset="0"/>
          </a:endParaRPr>
        </a:p>
      </dgm:t>
    </dgm:pt>
    <dgm:pt modelId="{2D0EDA1E-3BC1-4441-A0CE-5A57E986FF1E}" type="sibTrans" cxnId="{629C783B-9DF6-47E3-83D0-1843E0318BB2}">
      <dgm:prSet/>
      <dgm:spPr/>
      <dgm:t>
        <a:bodyPr/>
        <a:lstStyle/>
        <a:p>
          <a:endParaRPr lang="LID4096"/>
        </a:p>
      </dgm:t>
    </dgm:pt>
    <dgm:pt modelId="{2932FAF7-CD8F-40A1-A543-26FACDFBF554}" type="asst">
      <dgm:prSet phldrT="[Texte]" custT="1"/>
      <dgm:spPr/>
      <dgm:t>
        <a:bodyPr/>
        <a:lstStyle/>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CONSIGNATION</a:t>
          </a:r>
          <a:endParaRPr lang="LID4096" sz="1050" dirty="0">
            <a:latin typeface="Times New Roman" panose="02020603050405020304" pitchFamily="18" charset="0"/>
            <a:cs typeface="Times New Roman" panose="02020603050405020304" pitchFamily="18" charset="0"/>
          </a:endParaRPr>
        </a:p>
      </dgm:t>
    </dgm:pt>
    <dgm:pt modelId="{FD0AF88F-220B-4F67-8F85-66A335F88FAF}" type="parTrans" cxnId="{8A414180-F597-446B-9CA0-B15B0BB22FE3}">
      <dgm:prSet/>
      <dgm:spPr/>
      <dgm:t>
        <a:bodyPr/>
        <a:lstStyle/>
        <a:p>
          <a:endParaRPr lang="LID4096" sz="1050">
            <a:latin typeface="Times New Roman" panose="02020603050405020304" pitchFamily="18" charset="0"/>
            <a:cs typeface="Times New Roman" panose="02020603050405020304" pitchFamily="18" charset="0"/>
          </a:endParaRPr>
        </a:p>
      </dgm:t>
    </dgm:pt>
    <dgm:pt modelId="{4CB9EBB3-D896-468E-A644-A50EE00EAB0A}" type="sibTrans" cxnId="{8A414180-F597-446B-9CA0-B15B0BB22FE3}">
      <dgm:prSet/>
      <dgm:spPr/>
      <dgm:t>
        <a:bodyPr/>
        <a:lstStyle/>
        <a:p>
          <a:endParaRPr lang="LID4096"/>
        </a:p>
      </dgm:t>
    </dgm:pt>
    <dgm:pt modelId="{DED94CEC-E0AC-4240-B43F-10D64D49D6BC}" type="pres">
      <dgm:prSet presAssocID="{FF5C6F14-B3DF-49F9-90FC-DB578FAB1857}" presName="hierChild1" presStyleCnt="0">
        <dgm:presLayoutVars>
          <dgm:chPref val="1"/>
          <dgm:dir/>
          <dgm:animOne val="branch"/>
          <dgm:animLvl val="lvl"/>
          <dgm:resizeHandles/>
        </dgm:presLayoutVars>
      </dgm:prSet>
      <dgm:spPr/>
    </dgm:pt>
    <dgm:pt modelId="{4227E78E-B76A-4623-9FAA-FAB94F876CC9}" type="pres">
      <dgm:prSet presAssocID="{795702DE-9D64-46C7-8358-98BBC9C76AD8}" presName="hierRoot1" presStyleCnt="0"/>
      <dgm:spPr/>
    </dgm:pt>
    <dgm:pt modelId="{ECBC18FE-DE7F-4872-A406-42161D30C647}" type="pres">
      <dgm:prSet presAssocID="{795702DE-9D64-46C7-8358-98BBC9C76AD8}" presName="composite" presStyleCnt="0"/>
      <dgm:spPr/>
    </dgm:pt>
    <dgm:pt modelId="{CA01D409-AC4C-43E1-8C9E-63DD32F174CD}" type="pres">
      <dgm:prSet presAssocID="{795702DE-9D64-46C7-8358-98BBC9C76AD8}" presName="background" presStyleLbl="node0" presStyleIdx="0" presStyleCnt="1"/>
      <dgm:spPr/>
    </dgm:pt>
    <dgm:pt modelId="{A73F2595-302E-40C7-8893-D7624C032BD8}" type="pres">
      <dgm:prSet presAssocID="{795702DE-9D64-46C7-8358-98BBC9C76AD8}" presName="text" presStyleLbl="fgAcc0" presStyleIdx="0" presStyleCnt="1">
        <dgm:presLayoutVars>
          <dgm:chPref val="3"/>
        </dgm:presLayoutVars>
      </dgm:prSet>
      <dgm:spPr/>
    </dgm:pt>
    <dgm:pt modelId="{B79DAD70-EDEE-41A1-A577-060167491149}" type="pres">
      <dgm:prSet presAssocID="{795702DE-9D64-46C7-8358-98BBC9C76AD8}" presName="hierChild2" presStyleCnt="0"/>
      <dgm:spPr/>
    </dgm:pt>
    <dgm:pt modelId="{8F612D6B-DD5A-41D9-A0F5-CB79B23F7CE2}" type="pres">
      <dgm:prSet presAssocID="{4F3FAFFE-95DB-4C9C-B7E5-68ADD31BE5A3}" presName="Name10" presStyleLbl="parChTrans1D2" presStyleIdx="0" presStyleCnt="9"/>
      <dgm:spPr/>
    </dgm:pt>
    <dgm:pt modelId="{9AC6949C-91C0-44C7-8EA7-F3A1B2047F6E}" type="pres">
      <dgm:prSet presAssocID="{684246AB-C659-4FDF-B62E-BE8B40105EE7}" presName="hierRoot2" presStyleCnt="0"/>
      <dgm:spPr/>
    </dgm:pt>
    <dgm:pt modelId="{CB457F60-F723-4933-A726-B63E59E31AA4}" type="pres">
      <dgm:prSet presAssocID="{684246AB-C659-4FDF-B62E-BE8B40105EE7}" presName="composite2" presStyleCnt="0"/>
      <dgm:spPr/>
    </dgm:pt>
    <dgm:pt modelId="{1207FDCD-61EF-4957-90F0-DB6CBC759EFD}" type="pres">
      <dgm:prSet presAssocID="{684246AB-C659-4FDF-B62E-BE8B40105EE7}" presName="background2" presStyleLbl="asst1" presStyleIdx="0" presStyleCnt="6"/>
      <dgm:spPr/>
    </dgm:pt>
    <dgm:pt modelId="{399BF63B-BBCF-43C8-99D4-BB184C26481E}" type="pres">
      <dgm:prSet presAssocID="{684246AB-C659-4FDF-B62E-BE8B40105EE7}" presName="text2" presStyleLbl="fgAcc2" presStyleIdx="0" presStyleCnt="9" custScaleY="136990">
        <dgm:presLayoutVars>
          <dgm:chPref val="3"/>
        </dgm:presLayoutVars>
      </dgm:prSet>
      <dgm:spPr/>
    </dgm:pt>
    <dgm:pt modelId="{255BF691-C5CA-4601-BBEC-F0916849A72D}" type="pres">
      <dgm:prSet presAssocID="{684246AB-C659-4FDF-B62E-BE8B40105EE7}" presName="hierChild3" presStyleCnt="0"/>
      <dgm:spPr/>
    </dgm:pt>
    <dgm:pt modelId="{DFBF5EF1-D5B8-47B4-AB4F-563085E2FD97}" type="pres">
      <dgm:prSet presAssocID="{CA5BB5A9-4B78-49D7-883B-FE574F12B944}" presName="Name10" presStyleLbl="parChTrans1D2" presStyleIdx="1" presStyleCnt="9"/>
      <dgm:spPr/>
    </dgm:pt>
    <dgm:pt modelId="{06B38C7D-FBC0-4C23-83F0-60D99CD5B17D}" type="pres">
      <dgm:prSet presAssocID="{0F5B4068-22C2-4DE6-BC66-53FF2E98A016}" presName="hierRoot2" presStyleCnt="0"/>
      <dgm:spPr/>
    </dgm:pt>
    <dgm:pt modelId="{A4475942-24F0-41E4-8B42-F544AF938174}" type="pres">
      <dgm:prSet presAssocID="{0F5B4068-22C2-4DE6-BC66-53FF2E98A016}" presName="composite2" presStyleCnt="0"/>
      <dgm:spPr/>
    </dgm:pt>
    <dgm:pt modelId="{72F37EAF-D787-4A5E-8CAD-5562F6735C9E}" type="pres">
      <dgm:prSet presAssocID="{0F5B4068-22C2-4DE6-BC66-53FF2E98A016}" presName="background2" presStyleLbl="node2" presStyleIdx="0" presStyleCnt="3"/>
      <dgm:spPr/>
    </dgm:pt>
    <dgm:pt modelId="{420DB59B-8D07-424D-BD69-AC739F852C93}" type="pres">
      <dgm:prSet presAssocID="{0F5B4068-22C2-4DE6-BC66-53FF2E98A016}" presName="text2" presStyleLbl="fgAcc2" presStyleIdx="1" presStyleCnt="9">
        <dgm:presLayoutVars>
          <dgm:chPref val="3"/>
        </dgm:presLayoutVars>
      </dgm:prSet>
      <dgm:spPr/>
    </dgm:pt>
    <dgm:pt modelId="{39935EE6-E588-48F0-94FD-6693AA523F56}" type="pres">
      <dgm:prSet presAssocID="{0F5B4068-22C2-4DE6-BC66-53FF2E98A016}" presName="hierChild3" presStyleCnt="0"/>
      <dgm:spPr/>
    </dgm:pt>
    <dgm:pt modelId="{14E1E6A4-C360-46FC-A463-CDDFA2BC3C23}" type="pres">
      <dgm:prSet presAssocID="{3C879797-A8B0-46A9-95A8-55F88CA52200}" presName="Name17" presStyleLbl="parChTrans1D3" presStyleIdx="0" presStyleCnt="3"/>
      <dgm:spPr/>
    </dgm:pt>
    <dgm:pt modelId="{6DA6CC51-BB44-4608-A0EE-6304F49C45AA}" type="pres">
      <dgm:prSet presAssocID="{C419E2C1-596F-42F2-A6CE-31173570559D}" presName="hierRoot3" presStyleCnt="0"/>
      <dgm:spPr/>
    </dgm:pt>
    <dgm:pt modelId="{CDDAB671-4733-48AA-9606-6D577776EAED}" type="pres">
      <dgm:prSet presAssocID="{C419E2C1-596F-42F2-A6CE-31173570559D}" presName="composite3" presStyleCnt="0"/>
      <dgm:spPr/>
    </dgm:pt>
    <dgm:pt modelId="{C52F8122-6066-47C8-A1C7-2B38F650B16C}" type="pres">
      <dgm:prSet presAssocID="{C419E2C1-596F-42F2-A6CE-31173570559D}" presName="background3" presStyleLbl="node3" presStyleIdx="0" presStyleCnt="1"/>
      <dgm:spPr/>
    </dgm:pt>
    <dgm:pt modelId="{DBE40AC5-B8B5-4E5D-9232-55B303DC1B4E}" type="pres">
      <dgm:prSet presAssocID="{C419E2C1-596F-42F2-A6CE-31173570559D}" presName="text3" presStyleLbl="fgAcc3" presStyleIdx="0" presStyleCnt="3">
        <dgm:presLayoutVars>
          <dgm:chPref val="3"/>
        </dgm:presLayoutVars>
      </dgm:prSet>
      <dgm:spPr/>
    </dgm:pt>
    <dgm:pt modelId="{00234C15-9F8E-410A-A499-DB6CFF790C4F}" type="pres">
      <dgm:prSet presAssocID="{C419E2C1-596F-42F2-A6CE-31173570559D}" presName="hierChild4" presStyleCnt="0"/>
      <dgm:spPr/>
    </dgm:pt>
    <dgm:pt modelId="{70660A89-B287-4401-99D6-75CD58965B79}" type="pres">
      <dgm:prSet presAssocID="{9D13ADC7-DA48-4B5D-BF10-F5C482100852}" presName="Name23" presStyleLbl="parChTrans1D4" presStyleIdx="0" presStyleCnt="2"/>
      <dgm:spPr/>
    </dgm:pt>
    <dgm:pt modelId="{F3225F69-EB3E-40A9-BF83-BD0DE5051EE9}" type="pres">
      <dgm:prSet presAssocID="{55636FCF-C3FD-4053-9A11-5D242F7931AE}" presName="hierRoot4" presStyleCnt="0"/>
      <dgm:spPr/>
    </dgm:pt>
    <dgm:pt modelId="{A60AEB5B-29DC-4A72-B945-D1F181A3522F}" type="pres">
      <dgm:prSet presAssocID="{55636FCF-C3FD-4053-9A11-5D242F7931AE}" presName="composite4" presStyleCnt="0"/>
      <dgm:spPr/>
    </dgm:pt>
    <dgm:pt modelId="{6A2858C5-597B-4B88-9CD1-358A64809900}" type="pres">
      <dgm:prSet presAssocID="{55636FCF-C3FD-4053-9A11-5D242F7931AE}" presName="background4" presStyleLbl="asst3" presStyleIdx="0" presStyleCnt="2"/>
      <dgm:spPr/>
    </dgm:pt>
    <dgm:pt modelId="{29F89EE7-F488-473A-BF73-3D5DBCE26EBF}" type="pres">
      <dgm:prSet presAssocID="{55636FCF-C3FD-4053-9A11-5D242F7931AE}" presName="text4" presStyleLbl="fgAcc4" presStyleIdx="0" presStyleCnt="2">
        <dgm:presLayoutVars>
          <dgm:chPref val="3"/>
        </dgm:presLayoutVars>
      </dgm:prSet>
      <dgm:spPr/>
    </dgm:pt>
    <dgm:pt modelId="{FCC28183-6513-40C6-B5EA-B70CF9715054}" type="pres">
      <dgm:prSet presAssocID="{55636FCF-C3FD-4053-9A11-5D242F7931AE}" presName="hierChild5" presStyleCnt="0"/>
      <dgm:spPr/>
    </dgm:pt>
    <dgm:pt modelId="{344145C7-EBB8-4981-88FF-CD4B42F2A449}" type="pres">
      <dgm:prSet presAssocID="{D5C81C23-7313-4A59-8D70-6594EF370CC5}" presName="Name23" presStyleLbl="parChTrans1D4" presStyleIdx="1" presStyleCnt="2"/>
      <dgm:spPr/>
    </dgm:pt>
    <dgm:pt modelId="{73DDF5C6-F234-4A2D-9410-2956A9122D65}" type="pres">
      <dgm:prSet presAssocID="{F52F3AAD-2444-4E02-ACB6-2F2DDA9830C1}" presName="hierRoot4" presStyleCnt="0"/>
      <dgm:spPr/>
    </dgm:pt>
    <dgm:pt modelId="{93125396-82B0-4EC4-A42B-70631AFA6816}" type="pres">
      <dgm:prSet presAssocID="{F52F3AAD-2444-4E02-ACB6-2F2DDA9830C1}" presName="composite4" presStyleCnt="0"/>
      <dgm:spPr/>
    </dgm:pt>
    <dgm:pt modelId="{08FD2382-D758-4BCF-9364-CD8487FAA4B1}" type="pres">
      <dgm:prSet presAssocID="{F52F3AAD-2444-4E02-ACB6-2F2DDA9830C1}" presName="background4" presStyleLbl="asst3" presStyleIdx="1" presStyleCnt="2"/>
      <dgm:spPr/>
    </dgm:pt>
    <dgm:pt modelId="{265E95FA-F418-4295-80C0-04ABE4A81F1A}" type="pres">
      <dgm:prSet presAssocID="{F52F3AAD-2444-4E02-ACB6-2F2DDA9830C1}" presName="text4" presStyleLbl="fgAcc4" presStyleIdx="1" presStyleCnt="2">
        <dgm:presLayoutVars>
          <dgm:chPref val="3"/>
        </dgm:presLayoutVars>
      </dgm:prSet>
      <dgm:spPr/>
    </dgm:pt>
    <dgm:pt modelId="{1A7D5665-B203-4292-97CC-587AFCDC313E}" type="pres">
      <dgm:prSet presAssocID="{F52F3AAD-2444-4E02-ACB6-2F2DDA9830C1}" presName="hierChild5" presStyleCnt="0"/>
      <dgm:spPr/>
    </dgm:pt>
    <dgm:pt modelId="{8C0341A1-41FD-4D14-9053-2D78FA5F4125}" type="pres">
      <dgm:prSet presAssocID="{FC5587F7-A65B-419C-ABF8-06FEDDE5B73D}" presName="Name10" presStyleLbl="parChTrans1D2" presStyleIdx="2" presStyleCnt="9"/>
      <dgm:spPr/>
    </dgm:pt>
    <dgm:pt modelId="{3BEC8BB6-5785-4569-8E55-F3BEEA804597}" type="pres">
      <dgm:prSet presAssocID="{14028463-B37F-4CAB-B02C-759BD00378FB}" presName="hierRoot2" presStyleCnt="0"/>
      <dgm:spPr/>
    </dgm:pt>
    <dgm:pt modelId="{E8612C70-3A31-4976-ADAC-FD9C515E6310}" type="pres">
      <dgm:prSet presAssocID="{14028463-B37F-4CAB-B02C-759BD00378FB}" presName="composite2" presStyleCnt="0"/>
      <dgm:spPr/>
    </dgm:pt>
    <dgm:pt modelId="{FB74A1EF-973B-4BC5-A633-D1D1D2C2F2B0}" type="pres">
      <dgm:prSet presAssocID="{14028463-B37F-4CAB-B02C-759BD00378FB}" presName="background2" presStyleLbl="node2" presStyleIdx="1" presStyleCnt="3"/>
      <dgm:spPr/>
    </dgm:pt>
    <dgm:pt modelId="{86B8F050-6D27-4A18-95B8-50BD09646B39}" type="pres">
      <dgm:prSet presAssocID="{14028463-B37F-4CAB-B02C-759BD00378FB}" presName="text2" presStyleLbl="fgAcc2" presStyleIdx="2" presStyleCnt="9">
        <dgm:presLayoutVars>
          <dgm:chPref val="3"/>
        </dgm:presLayoutVars>
      </dgm:prSet>
      <dgm:spPr/>
    </dgm:pt>
    <dgm:pt modelId="{567E3071-416A-4DDD-81B6-C973419A9EEF}" type="pres">
      <dgm:prSet presAssocID="{14028463-B37F-4CAB-B02C-759BD00378FB}" presName="hierChild3" presStyleCnt="0"/>
      <dgm:spPr/>
    </dgm:pt>
    <dgm:pt modelId="{35963E7F-C55C-42EE-BD86-42AD2E3E82D2}" type="pres">
      <dgm:prSet presAssocID="{D01F807D-DD0A-4E41-A8AE-1E567EC039E8}" presName="Name10" presStyleLbl="parChTrans1D2" presStyleIdx="3" presStyleCnt="9"/>
      <dgm:spPr/>
    </dgm:pt>
    <dgm:pt modelId="{B63E5A33-3D5B-4ECA-8F36-AA50EB4B6B75}" type="pres">
      <dgm:prSet presAssocID="{26D16FF6-AD51-4D70-9087-FC1758DFA4BA}" presName="hierRoot2" presStyleCnt="0"/>
      <dgm:spPr/>
    </dgm:pt>
    <dgm:pt modelId="{AFB18DDD-B453-4448-AE65-971E5F681754}" type="pres">
      <dgm:prSet presAssocID="{26D16FF6-AD51-4D70-9087-FC1758DFA4BA}" presName="composite2" presStyleCnt="0"/>
      <dgm:spPr/>
    </dgm:pt>
    <dgm:pt modelId="{B5048A5B-E3D0-4527-91A8-4D5A329A9A0D}" type="pres">
      <dgm:prSet presAssocID="{26D16FF6-AD51-4D70-9087-FC1758DFA4BA}" presName="background2" presStyleLbl="asst1" presStyleIdx="1" presStyleCnt="6"/>
      <dgm:spPr/>
    </dgm:pt>
    <dgm:pt modelId="{8235A6D7-3DD9-43F2-B086-6E655FE4BAF6}" type="pres">
      <dgm:prSet presAssocID="{26D16FF6-AD51-4D70-9087-FC1758DFA4BA}" presName="text2" presStyleLbl="fgAcc2" presStyleIdx="3" presStyleCnt="9">
        <dgm:presLayoutVars>
          <dgm:chPref val="3"/>
        </dgm:presLayoutVars>
      </dgm:prSet>
      <dgm:spPr/>
    </dgm:pt>
    <dgm:pt modelId="{0647929C-F55F-4D8F-981E-C383D7EE3FEA}" type="pres">
      <dgm:prSet presAssocID="{26D16FF6-AD51-4D70-9087-FC1758DFA4BA}" presName="hierChild3" presStyleCnt="0"/>
      <dgm:spPr/>
    </dgm:pt>
    <dgm:pt modelId="{FA791201-791C-44F4-B38C-9907918DDA98}" type="pres">
      <dgm:prSet presAssocID="{D2A57403-BB26-48D5-B737-5740465F02A7}" presName="Name10" presStyleLbl="parChTrans1D2" presStyleIdx="4" presStyleCnt="9"/>
      <dgm:spPr/>
    </dgm:pt>
    <dgm:pt modelId="{E61F856F-0E4A-4DA4-8FD1-E0D2DBD40681}" type="pres">
      <dgm:prSet presAssocID="{EB8DC32E-865D-435F-9289-E39DC51FCC72}" presName="hierRoot2" presStyleCnt="0"/>
      <dgm:spPr/>
    </dgm:pt>
    <dgm:pt modelId="{D8FF02DE-BB22-4B0D-BB5D-52474B38E37C}" type="pres">
      <dgm:prSet presAssocID="{EB8DC32E-865D-435F-9289-E39DC51FCC72}" presName="composite2" presStyleCnt="0"/>
      <dgm:spPr/>
    </dgm:pt>
    <dgm:pt modelId="{C9DA4F5C-768B-482E-8A89-0AE3B93978B5}" type="pres">
      <dgm:prSet presAssocID="{EB8DC32E-865D-435F-9289-E39DC51FCC72}" presName="background2" presStyleLbl="asst1" presStyleIdx="2" presStyleCnt="6"/>
      <dgm:spPr/>
    </dgm:pt>
    <dgm:pt modelId="{248C6A93-1652-4F8D-BC43-24B95DA51196}" type="pres">
      <dgm:prSet presAssocID="{EB8DC32E-865D-435F-9289-E39DC51FCC72}" presName="text2" presStyleLbl="fgAcc2" presStyleIdx="4" presStyleCnt="9">
        <dgm:presLayoutVars>
          <dgm:chPref val="3"/>
        </dgm:presLayoutVars>
      </dgm:prSet>
      <dgm:spPr/>
    </dgm:pt>
    <dgm:pt modelId="{C4928908-4845-4556-80D3-441F2508A9F3}" type="pres">
      <dgm:prSet presAssocID="{EB8DC32E-865D-435F-9289-E39DC51FCC72}" presName="hierChild3" presStyleCnt="0"/>
      <dgm:spPr/>
    </dgm:pt>
    <dgm:pt modelId="{47E7EE0A-E2FB-4441-840F-5246A44C06DA}" type="pres">
      <dgm:prSet presAssocID="{B5C6CDC6-FE07-493F-BDC6-B76E62F1DC54}" presName="Name10" presStyleLbl="parChTrans1D2" presStyleIdx="5" presStyleCnt="9"/>
      <dgm:spPr/>
    </dgm:pt>
    <dgm:pt modelId="{7A29AF19-452B-4F09-A5F3-CA93BE49E0F6}" type="pres">
      <dgm:prSet presAssocID="{CFA26ED2-16C4-409E-A009-BDE8B139564A}" presName="hierRoot2" presStyleCnt="0"/>
      <dgm:spPr/>
    </dgm:pt>
    <dgm:pt modelId="{0F963122-EA2E-46D5-B8FE-95797684E33F}" type="pres">
      <dgm:prSet presAssocID="{CFA26ED2-16C4-409E-A009-BDE8B139564A}" presName="composite2" presStyleCnt="0"/>
      <dgm:spPr/>
    </dgm:pt>
    <dgm:pt modelId="{A020EA89-6ACF-47F6-A198-DE1D442D5C47}" type="pres">
      <dgm:prSet presAssocID="{CFA26ED2-16C4-409E-A009-BDE8B139564A}" presName="background2" presStyleLbl="asst1" presStyleIdx="3" presStyleCnt="6"/>
      <dgm:spPr/>
    </dgm:pt>
    <dgm:pt modelId="{6E984A00-F904-4B27-B35B-E04205A6915D}" type="pres">
      <dgm:prSet presAssocID="{CFA26ED2-16C4-409E-A009-BDE8B139564A}" presName="text2" presStyleLbl="fgAcc2" presStyleIdx="5" presStyleCnt="9">
        <dgm:presLayoutVars>
          <dgm:chPref val="3"/>
        </dgm:presLayoutVars>
      </dgm:prSet>
      <dgm:spPr/>
    </dgm:pt>
    <dgm:pt modelId="{9C46E09B-0E54-4919-A5EB-FE3AD745F88E}" type="pres">
      <dgm:prSet presAssocID="{CFA26ED2-16C4-409E-A009-BDE8B139564A}" presName="hierChild3" presStyleCnt="0"/>
      <dgm:spPr/>
    </dgm:pt>
    <dgm:pt modelId="{E81E2FA0-CB1F-4860-8074-EE61766627A0}" type="pres">
      <dgm:prSet presAssocID="{0CDDD31F-8DE8-45B6-8F35-F30177C3FA08}" presName="Name10" presStyleLbl="parChTrans1D2" presStyleIdx="6" presStyleCnt="9"/>
      <dgm:spPr/>
    </dgm:pt>
    <dgm:pt modelId="{44637541-436F-481D-9D43-1E1B249488ED}" type="pres">
      <dgm:prSet presAssocID="{0F870087-D752-4ED1-AF30-59E7DD289905}" presName="hierRoot2" presStyleCnt="0"/>
      <dgm:spPr/>
    </dgm:pt>
    <dgm:pt modelId="{9BB0E346-12D4-4350-BDB6-D6D07188A026}" type="pres">
      <dgm:prSet presAssocID="{0F870087-D752-4ED1-AF30-59E7DD289905}" presName="composite2" presStyleCnt="0"/>
      <dgm:spPr/>
    </dgm:pt>
    <dgm:pt modelId="{D911D37D-5AA3-4E39-B07D-2A50026F1BBE}" type="pres">
      <dgm:prSet presAssocID="{0F870087-D752-4ED1-AF30-59E7DD289905}" presName="background2" presStyleLbl="asst1" presStyleIdx="4" presStyleCnt="6"/>
      <dgm:spPr/>
    </dgm:pt>
    <dgm:pt modelId="{78F05DA2-2BD4-4569-BBD5-0A2224390A8C}" type="pres">
      <dgm:prSet presAssocID="{0F870087-D752-4ED1-AF30-59E7DD289905}" presName="text2" presStyleLbl="fgAcc2" presStyleIdx="6" presStyleCnt="9">
        <dgm:presLayoutVars>
          <dgm:chPref val="3"/>
        </dgm:presLayoutVars>
      </dgm:prSet>
      <dgm:spPr/>
    </dgm:pt>
    <dgm:pt modelId="{8F95F27A-E77F-4702-B2AB-A6B489CFB65F}" type="pres">
      <dgm:prSet presAssocID="{0F870087-D752-4ED1-AF30-59E7DD289905}" presName="hierChild3" presStyleCnt="0"/>
      <dgm:spPr/>
    </dgm:pt>
    <dgm:pt modelId="{787226F5-C587-4C7A-AB14-2DC859E4FF5A}" type="pres">
      <dgm:prSet presAssocID="{98741F32-2EA9-4EF5-A66D-6BAAE9BD874C}" presName="Name10" presStyleLbl="parChTrans1D2" presStyleIdx="7" presStyleCnt="9"/>
      <dgm:spPr/>
    </dgm:pt>
    <dgm:pt modelId="{793A5CEE-A6F1-4F7B-9E5D-F470ED95D426}" type="pres">
      <dgm:prSet presAssocID="{451510BF-7200-48F2-917E-C2B38D33A913}" presName="hierRoot2" presStyleCnt="0"/>
      <dgm:spPr/>
    </dgm:pt>
    <dgm:pt modelId="{951CF33D-AA1D-49BB-A105-48CF1FEED25A}" type="pres">
      <dgm:prSet presAssocID="{451510BF-7200-48F2-917E-C2B38D33A913}" presName="composite2" presStyleCnt="0"/>
      <dgm:spPr/>
    </dgm:pt>
    <dgm:pt modelId="{C4A251BD-BF79-479E-885F-E975B5D421A1}" type="pres">
      <dgm:prSet presAssocID="{451510BF-7200-48F2-917E-C2B38D33A913}" presName="background2" presStyleLbl="node2" presStyleIdx="2" presStyleCnt="3"/>
      <dgm:spPr/>
    </dgm:pt>
    <dgm:pt modelId="{B1A8802C-11BB-4D79-8A51-1D352F8A4FBA}" type="pres">
      <dgm:prSet presAssocID="{451510BF-7200-48F2-917E-C2B38D33A913}" presName="text2" presStyleLbl="fgAcc2" presStyleIdx="7" presStyleCnt="9">
        <dgm:presLayoutVars>
          <dgm:chPref val="3"/>
        </dgm:presLayoutVars>
      </dgm:prSet>
      <dgm:spPr/>
    </dgm:pt>
    <dgm:pt modelId="{0362CFD3-7677-4DAB-8526-B0EC980EBA57}" type="pres">
      <dgm:prSet presAssocID="{451510BF-7200-48F2-917E-C2B38D33A913}" presName="hierChild3" presStyleCnt="0"/>
      <dgm:spPr/>
    </dgm:pt>
    <dgm:pt modelId="{E4066573-3358-4FAF-82B5-0F16C17FE8B3}" type="pres">
      <dgm:prSet presAssocID="{E592B01F-B69D-4940-84E6-E84EF2A31184}" presName="Name17" presStyleLbl="parChTrans1D3" presStyleIdx="1" presStyleCnt="3"/>
      <dgm:spPr/>
    </dgm:pt>
    <dgm:pt modelId="{0EE4D053-9621-4668-8AD0-C12861DB9063}" type="pres">
      <dgm:prSet presAssocID="{26C52AC1-D75A-41D9-BC2A-8B8239133549}" presName="hierRoot3" presStyleCnt="0"/>
      <dgm:spPr/>
    </dgm:pt>
    <dgm:pt modelId="{BCB5469E-B155-4C62-88E0-E830E8ED67A0}" type="pres">
      <dgm:prSet presAssocID="{26C52AC1-D75A-41D9-BC2A-8B8239133549}" presName="composite3" presStyleCnt="0"/>
      <dgm:spPr/>
    </dgm:pt>
    <dgm:pt modelId="{54C9D34A-8E47-4319-BDE9-E66F890CC1F1}" type="pres">
      <dgm:prSet presAssocID="{26C52AC1-D75A-41D9-BC2A-8B8239133549}" presName="background3" presStyleLbl="asst2" presStyleIdx="0" presStyleCnt="2"/>
      <dgm:spPr/>
    </dgm:pt>
    <dgm:pt modelId="{318EEC1A-C180-4CEB-A276-864CFE54098D}" type="pres">
      <dgm:prSet presAssocID="{26C52AC1-D75A-41D9-BC2A-8B8239133549}" presName="text3" presStyleLbl="fgAcc3" presStyleIdx="1" presStyleCnt="3" custScaleX="126564" custScaleY="194242">
        <dgm:presLayoutVars>
          <dgm:chPref val="3"/>
        </dgm:presLayoutVars>
      </dgm:prSet>
      <dgm:spPr/>
    </dgm:pt>
    <dgm:pt modelId="{E28FD1AD-615C-4A0F-8A3F-5BB4E1D67B74}" type="pres">
      <dgm:prSet presAssocID="{26C52AC1-D75A-41D9-BC2A-8B8239133549}" presName="hierChild4" presStyleCnt="0"/>
      <dgm:spPr/>
    </dgm:pt>
    <dgm:pt modelId="{C704C260-4CA9-4BDF-868A-1E86BAD97417}" type="pres">
      <dgm:prSet presAssocID="{FD0AF88F-220B-4F67-8F85-66A335F88FAF}" presName="Name17" presStyleLbl="parChTrans1D3" presStyleIdx="2" presStyleCnt="3"/>
      <dgm:spPr/>
    </dgm:pt>
    <dgm:pt modelId="{0C11D9F6-1FC7-4743-AB78-0C9FE77BDB1A}" type="pres">
      <dgm:prSet presAssocID="{2932FAF7-CD8F-40A1-A543-26FACDFBF554}" presName="hierRoot3" presStyleCnt="0"/>
      <dgm:spPr/>
    </dgm:pt>
    <dgm:pt modelId="{A0159D55-6275-4722-A8AA-C498FD99BFDC}" type="pres">
      <dgm:prSet presAssocID="{2932FAF7-CD8F-40A1-A543-26FACDFBF554}" presName="composite3" presStyleCnt="0"/>
      <dgm:spPr/>
    </dgm:pt>
    <dgm:pt modelId="{F40902C4-852A-4016-91CD-7135C202960B}" type="pres">
      <dgm:prSet presAssocID="{2932FAF7-CD8F-40A1-A543-26FACDFBF554}" presName="background3" presStyleLbl="asst2" presStyleIdx="1" presStyleCnt="2"/>
      <dgm:spPr/>
    </dgm:pt>
    <dgm:pt modelId="{C0960823-2A21-4461-824B-A9B1A691765D}" type="pres">
      <dgm:prSet presAssocID="{2932FAF7-CD8F-40A1-A543-26FACDFBF554}" presName="text3" presStyleLbl="fgAcc3" presStyleIdx="2" presStyleCnt="3" custScaleY="134490">
        <dgm:presLayoutVars>
          <dgm:chPref val="3"/>
        </dgm:presLayoutVars>
      </dgm:prSet>
      <dgm:spPr/>
    </dgm:pt>
    <dgm:pt modelId="{0604A948-E21D-4017-9C11-8EF994DE9E93}" type="pres">
      <dgm:prSet presAssocID="{2932FAF7-CD8F-40A1-A543-26FACDFBF554}" presName="hierChild4" presStyleCnt="0"/>
      <dgm:spPr/>
    </dgm:pt>
    <dgm:pt modelId="{0A4DE49A-BE55-4425-AC43-401341A4BD08}" type="pres">
      <dgm:prSet presAssocID="{AE358185-B88F-4DF3-A58B-3B98EFE04A85}" presName="Name10" presStyleLbl="parChTrans1D2" presStyleIdx="8" presStyleCnt="9"/>
      <dgm:spPr/>
    </dgm:pt>
    <dgm:pt modelId="{83FB225C-31D1-4B63-A95A-FEBD5DD60AE6}" type="pres">
      <dgm:prSet presAssocID="{6CB5C1BE-A616-4089-9D4D-4C52558B8ECF}" presName="hierRoot2" presStyleCnt="0"/>
      <dgm:spPr/>
    </dgm:pt>
    <dgm:pt modelId="{D60BADFB-97FA-4D3B-8873-05FAF4F2FCC3}" type="pres">
      <dgm:prSet presAssocID="{6CB5C1BE-A616-4089-9D4D-4C52558B8ECF}" presName="composite2" presStyleCnt="0"/>
      <dgm:spPr/>
    </dgm:pt>
    <dgm:pt modelId="{61CFD1F1-E1DD-4D22-91E9-EAEEE481E778}" type="pres">
      <dgm:prSet presAssocID="{6CB5C1BE-A616-4089-9D4D-4C52558B8ECF}" presName="background2" presStyleLbl="asst1" presStyleIdx="5" presStyleCnt="6"/>
      <dgm:spPr/>
    </dgm:pt>
    <dgm:pt modelId="{5D2114CA-924C-4632-AF77-8AC9102A35F8}" type="pres">
      <dgm:prSet presAssocID="{6CB5C1BE-A616-4089-9D4D-4C52558B8ECF}" presName="text2" presStyleLbl="fgAcc2" presStyleIdx="8" presStyleCnt="9">
        <dgm:presLayoutVars>
          <dgm:chPref val="3"/>
        </dgm:presLayoutVars>
      </dgm:prSet>
      <dgm:spPr/>
    </dgm:pt>
    <dgm:pt modelId="{51055A77-E351-4202-8A4B-30036FB3C2AF}" type="pres">
      <dgm:prSet presAssocID="{6CB5C1BE-A616-4089-9D4D-4C52558B8ECF}" presName="hierChild3" presStyleCnt="0"/>
      <dgm:spPr/>
    </dgm:pt>
  </dgm:ptLst>
  <dgm:cxnLst>
    <dgm:cxn modelId="{284BA500-12C3-42E8-A97A-46B5FF15F1FE}" type="presOf" srcId="{4F3FAFFE-95DB-4C9C-B7E5-68ADD31BE5A3}" destId="{8F612D6B-DD5A-41D9-A0F5-CB79B23F7CE2}" srcOrd="0" destOrd="0" presId="urn:microsoft.com/office/officeart/2005/8/layout/hierarchy1"/>
    <dgm:cxn modelId="{1F848D04-E118-47FC-9DE0-AB134B7EB9E1}" type="presOf" srcId="{EB8DC32E-865D-435F-9289-E39DC51FCC72}" destId="{248C6A93-1652-4F8D-BC43-24B95DA51196}" srcOrd="0" destOrd="0" presId="urn:microsoft.com/office/officeart/2005/8/layout/hierarchy1"/>
    <dgm:cxn modelId="{C367D506-C0CF-4CC1-89EE-E1CB65950BA6}" srcId="{FF5C6F14-B3DF-49F9-90FC-DB578FAB1857}" destId="{795702DE-9D64-46C7-8358-98BBC9C76AD8}" srcOrd="0" destOrd="0" parTransId="{D6876B59-167A-4F73-8376-E214294C0434}" sibTransId="{AF380086-5EF4-44BA-9FCE-750521E3950E}"/>
    <dgm:cxn modelId="{FE21180B-E12B-4FCE-B303-140A9EA06BBA}" type="presOf" srcId="{26D16FF6-AD51-4D70-9087-FC1758DFA4BA}" destId="{8235A6D7-3DD9-43F2-B086-6E655FE4BAF6}" srcOrd="0" destOrd="0" presId="urn:microsoft.com/office/officeart/2005/8/layout/hierarchy1"/>
    <dgm:cxn modelId="{66D0A116-C280-4745-880A-3143F714B7E4}" type="presOf" srcId="{3C879797-A8B0-46A9-95A8-55F88CA52200}" destId="{14E1E6A4-C360-46FC-A463-CDDFA2BC3C23}" srcOrd="0" destOrd="0" presId="urn:microsoft.com/office/officeart/2005/8/layout/hierarchy1"/>
    <dgm:cxn modelId="{237B511C-DD97-451D-9442-BCDECEADD75D}" type="presOf" srcId="{FC5587F7-A65B-419C-ABF8-06FEDDE5B73D}" destId="{8C0341A1-41FD-4D14-9053-2D78FA5F4125}" srcOrd="0" destOrd="0" presId="urn:microsoft.com/office/officeart/2005/8/layout/hierarchy1"/>
    <dgm:cxn modelId="{F996121D-8838-4419-89DA-1B786EB2E701}" type="presOf" srcId="{55636FCF-C3FD-4053-9A11-5D242F7931AE}" destId="{29F89EE7-F488-473A-BF73-3D5DBCE26EBF}" srcOrd="0" destOrd="0" presId="urn:microsoft.com/office/officeart/2005/8/layout/hierarchy1"/>
    <dgm:cxn modelId="{A01EF826-A70D-4772-A989-8717A04ABCCB}" srcId="{0F5B4068-22C2-4DE6-BC66-53FF2E98A016}" destId="{C419E2C1-596F-42F2-A6CE-31173570559D}" srcOrd="0" destOrd="0" parTransId="{3C879797-A8B0-46A9-95A8-55F88CA52200}" sibTransId="{E95399A6-C5F9-49E4-B6DB-A2BC8E7E8FF7}"/>
    <dgm:cxn modelId="{35CFD727-0B3E-4677-B370-4DA17C57A314}" srcId="{795702DE-9D64-46C7-8358-98BBC9C76AD8}" destId="{451510BF-7200-48F2-917E-C2B38D33A913}" srcOrd="7" destOrd="0" parTransId="{98741F32-2EA9-4EF5-A66D-6BAAE9BD874C}" sibTransId="{797A5AE6-8261-4BC5-A9B5-9CEA4511A3C1}"/>
    <dgm:cxn modelId="{D1D0423A-000C-449C-B828-58CA2BAF3B1E}" type="presOf" srcId="{0F870087-D752-4ED1-AF30-59E7DD289905}" destId="{78F05DA2-2BD4-4569-BBD5-0A2224390A8C}" srcOrd="0" destOrd="0" presId="urn:microsoft.com/office/officeart/2005/8/layout/hierarchy1"/>
    <dgm:cxn modelId="{629C783B-9DF6-47E3-83D0-1843E0318BB2}" srcId="{451510BF-7200-48F2-917E-C2B38D33A913}" destId="{26C52AC1-D75A-41D9-BC2A-8B8239133549}" srcOrd="0" destOrd="0" parTransId="{E592B01F-B69D-4940-84E6-E84EF2A31184}" sibTransId="{2D0EDA1E-3BC1-4441-A0CE-5A57E986FF1E}"/>
    <dgm:cxn modelId="{C01D3B3C-0CFC-4D5D-B43C-1841F844C65A}" srcId="{795702DE-9D64-46C7-8358-98BBC9C76AD8}" destId="{6CB5C1BE-A616-4089-9D4D-4C52558B8ECF}" srcOrd="8" destOrd="0" parTransId="{AE358185-B88F-4DF3-A58B-3B98EFE04A85}" sibTransId="{1061F500-9863-4855-9292-A6FE1FD0CA81}"/>
    <dgm:cxn modelId="{22393542-03E9-4D6F-B0EC-A44A39B51EB3}" type="presOf" srcId="{14028463-B37F-4CAB-B02C-759BD00378FB}" destId="{86B8F050-6D27-4A18-95B8-50BD09646B39}" srcOrd="0" destOrd="0" presId="urn:microsoft.com/office/officeart/2005/8/layout/hierarchy1"/>
    <dgm:cxn modelId="{8315E643-343E-48D5-AEBE-A0C1AB0A530E}" type="presOf" srcId="{C419E2C1-596F-42F2-A6CE-31173570559D}" destId="{DBE40AC5-B8B5-4E5D-9232-55B303DC1B4E}" srcOrd="0" destOrd="0" presId="urn:microsoft.com/office/officeart/2005/8/layout/hierarchy1"/>
    <dgm:cxn modelId="{22D5C84D-5E5F-4676-A536-56B7BC933A54}" srcId="{C419E2C1-596F-42F2-A6CE-31173570559D}" destId="{F52F3AAD-2444-4E02-ACB6-2F2DDA9830C1}" srcOrd="1" destOrd="0" parTransId="{D5C81C23-7313-4A59-8D70-6594EF370CC5}" sibTransId="{42DB9A73-BF7D-4439-AB1A-84303A62F3D1}"/>
    <dgm:cxn modelId="{DB414250-74CC-4DA4-8E8F-F4D600385D9F}" type="presOf" srcId="{26C52AC1-D75A-41D9-BC2A-8B8239133549}" destId="{318EEC1A-C180-4CEB-A276-864CFE54098D}" srcOrd="0" destOrd="0" presId="urn:microsoft.com/office/officeart/2005/8/layout/hierarchy1"/>
    <dgm:cxn modelId="{219C3773-3D1A-479D-A7A6-2D9D9DF8837F}" type="presOf" srcId="{2932FAF7-CD8F-40A1-A543-26FACDFBF554}" destId="{C0960823-2A21-4461-824B-A9B1A691765D}" srcOrd="0" destOrd="0" presId="urn:microsoft.com/office/officeart/2005/8/layout/hierarchy1"/>
    <dgm:cxn modelId="{7DAB1354-7045-40EC-941A-E3D283BA41F3}" type="presOf" srcId="{98741F32-2EA9-4EF5-A66D-6BAAE9BD874C}" destId="{787226F5-C587-4C7A-AB14-2DC859E4FF5A}" srcOrd="0" destOrd="0" presId="urn:microsoft.com/office/officeart/2005/8/layout/hierarchy1"/>
    <dgm:cxn modelId="{0DFEFC75-ACEE-465E-84EA-B5D75D07CE5F}" type="presOf" srcId="{B5C6CDC6-FE07-493F-BDC6-B76E62F1DC54}" destId="{47E7EE0A-E2FB-4441-840F-5246A44C06DA}" srcOrd="0" destOrd="0" presId="urn:microsoft.com/office/officeart/2005/8/layout/hierarchy1"/>
    <dgm:cxn modelId="{42A38157-7BC0-43FC-9D09-2C3747E7DFDA}" type="presOf" srcId="{FF5C6F14-B3DF-49F9-90FC-DB578FAB1857}" destId="{DED94CEC-E0AC-4240-B43F-10D64D49D6BC}" srcOrd="0" destOrd="0" presId="urn:microsoft.com/office/officeart/2005/8/layout/hierarchy1"/>
    <dgm:cxn modelId="{B0C29879-A509-43D2-9807-759126F27D59}" type="presOf" srcId="{9D13ADC7-DA48-4B5D-BF10-F5C482100852}" destId="{70660A89-B287-4401-99D6-75CD58965B79}" srcOrd="0" destOrd="0" presId="urn:microsoft.com/office/officeart/2005/8/layout/hierarchy1"/>
    <dgm:cxn modelId="{B159A159-70A9-4F8A-91C6-F13BEFBB0B1E}" srcId="{795702DE-9D64-46C7-8358-98BBC9C76AD8}" destId="{14028463-B37F-4CAB-B02C-759BD00378FB}" srcOrd="2" destOrd="0" parTransId="{FC5587F7-A65B-419C-ABF8-06FEDDE5B73D}" sibTransId="{41B32885-A86C-4744-A54B-4BE7835647D8}"/>
    <dgm:cxn modelId="{12EFB77D-E4CB-4A9E-A24F-5C39B35FA688}" type="presOf" srcId="{AE358185-B88F-4DF3-A58B-3B98EFE04A85}" destId="{0A4DE49A-BE55-4425-AC43-401341A4BD08}" srcOrd="0" destOrd="0" presId="urn:microsoft.com/office/officeart/2005/8/layout/hierarchy1"/>
    <dgm:cxn modelId="{8A414180-F597-446B-9CA0-B15B0BB22FE3}" srcId="{451510BF-7200-48F2-917E-C2B38D33A913}" destId="{2932FAF7-CD8F-40A1-A543-26FACDFBF554}" srcOrd="1" destOrd="0" parTransId="{FD0AF88F-220B-4F67-8F85-66A335F88FAF}" sibTransId="{4CB9EBB3-D896-468E-A644-A50EE00EAB0A}"/>
    <dgm:cxn modelId="{61548C81-2F0D-4413-B568-20D5E9EC7C05}" srcId="{795702DE-9D64-46C7-8358-98BBC9C76AD8}" destId="{26D16FF6-AD51-4D70-9087-FC1758DFA4BA}" srcOrd="3" destOrd="0" parTransId="{D01F807D-DD0A-4E41-A8AE-1E567EC039E8}" sibTransId="{7A711289-DA81-4BEC-BDB7-30599A3AC9BE}"/>
    <dgm:cxn modelId="{9F7C0DA0-8E33-48F5-9899-5F1135C8B107}" srcId="{795702DE-9D64-46C7-8358-98BBC9C76AD8}" destId="{CFA26ED2-16C4-409E-A009-BDE8B139564A}" srcOrd="5" destOrd="0" parTransId="{B5C6CDC6-FE07-493F-BDC6-B76E62F1DC54}" sibTransId="{E06D875A-E109-446D-98D1-B2310B3D25DA}"/>
    <dgm:cxn modelId="{AB6079A7-E6D2-4259-8A29-D6572250DB55}" type="presOf" srcId="{0CDDD31F-8DE8-45B6-8F35-F30177C3FA08}" destId="{E81E2FA0-CB1F-4860-8074-EE61766627A0}" srcOrd="0" destOrd="0" presId="urn:microsoft.com/office/officeart/2005/8/layout/hierarchy1"/>
    <dgm:cxn modelId="{CF40BEA7-60F4-4829-920F-BCFA36028DDD}" type="presOf" srcId="{684246AB-C659-4FDF-B62E-BE8B40105EE7}" destId="{399BF63B-BBCF-43C8-99D4-BB184C26481E}" srcOrd="0" destOrd="0" presId="urn:microsoft.com/office/officeart/2005/8/layout/hierarchy1"/>
    <dgm:cxn modelId="{A13A24B0-C6B8-4DF0-9334-738B2A3C126B}" srcId="{795702DE-9D64-46C7-8358-98BBC9C76AD8}" destId="{EB8DC32E-865D-435F-9289-E39DC51FCC72}" srcOrd="4" destOrd="0" parTransId="{D2A57403-BB26-48D5-B737-5740465F02A7}" sibTransId="{2BD46014-6E25-45EC-905C-450EDF6515B9}"/>
    <dgm:cxn modelId="{CF4371B4-D894-4FA4-9FFE-E68D63FBF814}" srcId="{795702DE-9D64-46C7-8358-98BBC9C76AD8}" destId="{0F870087-D752-4ED1-AF30-59E7DD289905}" srcOrd="6" destOrd="0" parTransId="{0CDDD31F-8DE8-45B6-8F35-F30177C3FA08}" sibTransId="{DCDE8476-3550-40B0-BE6A-3C4E642610E8}"/>
    <dgm:cxn modelId="{AA6735B7-D7B1-4743-A2B6-6483F7348FCB}" srcId="{795702DE-9D64-46C7-8358-98BBC9C76AD8}" destId="{684246AB-C659-4FDF-B62E-BE8B40105EE7}" srcOrd="0" destOrd="0" parTransId="{4F3FAFFE-95DB-4C9C-B7E5-68ADD31BE5A3}" sibTransId="{F41D190B-154E-42A5-A47B-4E0861ED8266}"/>
    <dgm:cxn modelId="{263322B9-A57E-4338-9988-111B1C1FB879}" type="presOf" srcId="{F52F3AAD-2444-4E02-ACB6-2F2DDA9830C1}" destId="{265E95FA-F418-4295-80C0-04ABE4A81F1A}" srcOrd="0" destOrd="0" presId="urn:microsoft.com/office/officeart/2005/8/layout/hierarchy1"/>
    <dgm:cxn modelId="{BBD074BD-42BA-4E0B-A8C5-AED3FE9D1BCB}" type="presOf" srcId="{D5C81C23-7313-4A59-8D70-6594EF370CC5}" destId="{344145C7-EBB8-4981-88FF-CD4B42F2A449}" srcOrd="0" destOrd="0" presId="urn:microsoft.com/office/officeart/2005/8/layout/hierarchy1"/>
    <dgm:cxn modelId="{8FF760C4-4704-40A7-9ECB-C1054586CB3D}" type="presOf" srcId="{6CB5C1BE-A616-4089-9D4D-4C52558B8ECF}" destId="{5D2114CA-924C-4632-AF77-8AC9102A35F8}" srcOrd="0" destOrd="0" presId="urn:microsoft.com/office/officeart/2005/8/layout/hierarchy1"/>
    <dgm:cxn modelId="{BFFEADCE-8783-4F1F-B5AE-038DFDC564F5}" type="presOf" srcId="{E592B01F-B69D-4940-84E6-E84EF2A31184}" destId="{E4066573-3358-4FAF-82B5-0F16C17FE8B3}" srcOrd="0" destOrd="0" presId="urn:microsoft.com/office/officeart/2005/8/layout/hierarchy1"/>
    <dgm:cxn modelId="{2848A5D3-5AFD-41B2-BCEB-85D5E691EA15}" srcId="{795702DE-9D64-46C7-8358-98BBC9C76AD8}" destId="{0F5B4068-22C2-4DE6-BC66-53FF2E98A016}" srcOrd="1" destOrd="0" parTransId="{CA5BB5A9-4B78-49D7-883B-FE574F12B944}" sibTransId="{307A404F-F040-4F77-93F6-2277D6A71465}"/>
    <dgm:cxn modelId="{EF7E7ED5-1C0F-44D8-891F-D683F7322429}" type="presOf" srcId="{CFA26ED2-16C4-409E-A009-BDE8B139564A}" destId="{6E984A00-F904-4B27-B35B-E04205A6915D}" srcOrd="0" destOrd="0" presId="urn:microsoft.com/office/officeart/2005/8/layout/hierarchy1"/>
    <dgm:cxn modelId="{227FFCDE-9221-40C2-9C56-6468FB9FC267}" type="presOf" srcId="{0F5B4068-22C2-4DE6-BC66-53FF2E98A016}" destId="{420DB59B-8D07-424D-BD69-AC739F852C93}" srcOrd="0" destOrd="0" presId="urn:microsoft.com/office/officeart/2005/8/layout/hierarchy1"/>
    <dgm:cxn modelId="{B4AEA9E0-F57E-4C26-BCA0-CA4ED469BE69}" type="presOf" srcId="{D01F807D-DD0A-4E41-A8AE-1E567EC039E8}" destId="{35963E7F-C55C-42EE-BD86-42AD2E3E82D2}" srcOrd="0" destOrd="0" presId="urn:microsoft.com/office/officeart/2005/8/layout/hierarchy1"/>
    <dgm:cxn modelId="{DF375CE7-24EF-44AA-B1BF-3A1E9568F132}" type="presOf" srcId="{795702DE-9D64-46C7-8358-98BBC9C76AD8}" destId="{A73F2595-302E-40C7-8893-D7624C032BD8}" srcOrd="0" destOrd="0" presId="urn:microsoft.com/office/officeart/2005/8/layout/hierarchy1"/>
    <dgm:cxn modelId="{2A2E20F0-333F-4F9B-AC62-83EBE76588C2}" type="presOf" srcId="{FD0AF88F-220B-4F67-8F85-66A335F88FAF}" destId="{C704C260-4CA9-4BDF-868A-1E86BAD97417}" srcOrd="0" destOrd="0" presId="urn:microsoft.com/office/officeart/2005/8/layout/hierarchy1"/>
    <dgm:cxn modelId="{E6F7BBF3-5F22-4814-8A9E-42FA757EE823}" type="presOf" srcId="{451510BF-7200-48F2-917E-C2B38D33A913}" destId="{B1A8802C-11BB-4D79-8A51-1D352F8A4FBA}" srcOrd="0" destOrd="0" presId="urn:microsoft.com/office/officeart/2005/8/layout/hierarchy1"/>
    <dgm:cxn modelId="{0024F4F4-CCB6-49CF-B0F7-B4AB72FE5E0E}" type="presOf" srcId="{D2A57403-BB26-48D5-B737-5740465F02A7}" destId="{FA791201-791C-44F4-B38C-9907918DDA98}" srcOrd="0" destOrd="0" presId="urn:microsoft.com/office/officeart/2005/8/layout/hierarchy1"/>
    <dgm:cxn modelId="{FC1CA8F5-A18F-42AF-A850-B081C99AACB7}" type="presOf" srcId="{CA5BB5A9-4B78-49D7-883B-FE574F12B944}" destId="{DFBF5EF1-D5B8-47B4-AB4F-563085E2FD97}" srcOrd="0" destOrd="0" presId="urn:microsoft.com/office/officeart/2005/8/layout/hierarchy1"/>
    <dgm:cxn modelId="{C828BBFD-E5F3-4034-9A93-AFB2C69C3232}" srcId="{C419E2C1-596F-42F2-A6CE-31173570559D}" destId="{55636FCF-C3FD-4053-9A11-5D242F7931AE}" srcOrd="0" destOrd="0" parTransId="{9D13ADC7-DA48-4B5D-BF10-F5C482100852}" sibTransId="{C4243631-0A4D-47AA-A3C7-F77641199E86}"/>
    <dgm:cxn modelId="{312FB5C5-6664-4116-98A4-410C1FA64039}" type="presParOf" srcId="{DED94CEC-E0AC-4240-B43F-10D64D49D6BC}" destId="{4227E78E-B76A-4623-9FAA-FAB94F876CC9}" srcOrd="0" destOrd="0" presId="urn:microsoft.com/office/officeart/2005/8/layout/hierarchy1"/>
    <dgm:cxn modelId="{5B3A5467-637D-4D8A-95EE-E548D9A2F01A}" type="presParOf" srcId="{4227E78E-B76A-4623-9FAA-FAB94F876CC9}" destId="{ECBC18FE-DE7F-4872-A406-42161D30C647}" srcOrd="0" destOrd="0" presId="urn:microsoft.com/office/officeart/2005/8/layout/hierarchy1"/>
    <dgm:cxn modelId="{AF15430C-84F8-4FD3-A7DC-DC5DC010356A}" type="presParOf" srcId="{ECBC18FE-DE7F-4872-A406-42161D30C647}" destId="{CA01D409-AC4C-43E1-8C9E-63DD32F174CD}" srcOrd="0" destOrd="0" presId="urn:microsoft.com/office/officeart/2005/8/layout/hierarchy1"/>
    <dgm:cxn modelId="{8D9CFEA3-9059-4BA0-ACEE-0CDBEC8D7429}" type="presParOf" srcId="{ECBC18FE-DE7F-4872-A406-42161D30C647}" destId="{A73F2595-302E-40C7-8893-D7624C032BD8}" srcOrd="1" destOrd="0" presId="urn:microsoft.com/office/officeart/2005/8/layout/hierarchy1"/>
    <dgm:cxn modelId="{A1C5AF1E-FA5A-4456-BEC2-F1BE8F871826}" type="presParOf" srcId="{4227E78E-B76A-4623-9FAA-FAB94F876CC9}" destId="{B79DAD70-EDEE-41A1-A577-060167491149}" srcOrd="1" destOrd="0" presId="urn:microsoft.com/office/officeart/2005/8/layout/hierarchy1"/>
    <dgm:cxn modelId="{AFB9D8CC-A946-48B5-BE95-5659D2D1F585}" type="presParOf" srcId="{B79DAD70-EDEE-41A1-A577-060167491149}" destId="{8F612D6B-DD5A-41D9-A0F5-CB79B23F7CE2}" srcOrd="0" destOrd="0" presId="urn:microsoft.com/office/officeart/2005/8/layout/hierarchy1"/>
    <dgm:cxn modelId="{3755FF00-BB49-436C-B5F8-09F3F379C1F1}" type="presParOf" srcId="{B79DAD70-EDEE-41A1-A577-060167491149}" destId="{9AC6949C-91C0-44C7-8EA7-F3A1B2047F6E}" srcOrd="1" destOrd="0" presId="urn:microsoft.com/office/officeart/2005/8/layout/hierarchy1"/>
    <dgm:cxn modelId="{A527D103-D1C2-4F67-B72C-5762BDDBB952}" type="presParOf" srcId="{9AC6949C-91C0-44C7-8EA7-F3A1B2047F6E}" destId="{CB457F60-F723-4933-A726-B63E59E31AA4}" srcOrd="0" destOrd="0" presId="urn:microsoft.com/office/officeart/2005/8/layout/hierarchy1"/>
    <dgm:cxn modelId="{ECEB315C-4927-48BD-A29E-946727AA3244}" type="presParOf" srcId="{CB457F60-F723-4933-A726-B63E59E31AA4}" destId="{1207FDCD-61EF-4957-90F0-DB6CBC759EFD}" srcOrd="0" destOrd="0" presId="urn:microsoft.com/office/officeart/2005/8/layout/hierarchy1"/>
    <dgm:cxn modelId="{9C2E7163-5A92-4BC9-8412-668E27D7DFA1}" type="presParOf" srcId="{CB457F60-F723-4933-A726-B63E59E31AA4}" destId="{399BF63B-BBCF-43C8-99D4-BB184C26481E}" srcOrd="1" destOrd="0" presId="urn:microsoft.com/office/officeart/2005/8/layout/hierarchy1"/>
    <dgm:cxn modelId="{90176025-57E3-4B70-91B4-3047E1975AB9}" type="presParOf" srcId="{9AC6949C-91C0-44C7-8EA7-F3A1B2047F6E}" destId="{255BF691-C5CA-4601-BBEC-F0916849A72D}" srcOrd="1" destOrd="0" presId="urn:microsoft.com/office/officeart/2005/8/layout/hierarchy1"/>
    <dgm:cxn modelId="{19427F15-385D-406E-AEB9-CA9D89424863}" type="presParOf" srcId="{B79DAD70-EDEE-41A1-A577-060167491149}" destId="{DFBF5EF1-D5B8-47B4-AB4F-563085E2FD97}" srcOrd="2" destOrd="0" presId="urn:microsoft.com/office/officeart/2005/8/layout/hierarchy1"/>
    <dgm:cxn modelId="{9180FB77-98A4-4C23-A9C5-A327D250379F}" type="presParOf" srcId="{B79DAD70-EDEE-41A1-A577-060167491149}" destId="{06B38C7D-FBC0-4C23-83F0-60D99CD5B17D}" srcOrd="3" destOrd="0" presId="urn:microsoft.com/office/officeart/2005/8/layout/hierarchy1"/>
    <dgm:cxn modelId="{0ECBE13F-013B-4544-9D04-38CC8D4FEC50}" type="presParOf" srcId="{06B38C7D-FBC0-4C23-83F0-60D99CD5B17D}" destId="{A4475942-24F0-41E4-8B42-F544AF938174}" srcOrd="0" destOrd="0" presId="urn:microsoft.com/office/officeart/2005/8/layout/hierarchy1"/>
    <dgm:cxn modelId="{05587208-B95D-4DD0-B1F6-F97B217FB5F0}" type="presParOf" srcId="{A4475942-24F0-41E4-8B42-F544AF938174}" destId="{72F37EAF-D787-4A5E-8CAD-5562F6735C9E}" srcOrd="0" destOrd="0" presId="urn:microsoft.com/office/officeart/2005/8/layout/hierarchy1"/>
    <dgm:cxn modelId="{D5714872-D6AC-4650-A915-AAEEFA78E405}" type="presParOf" srcId="{A4475942-24F0-41E4-8B42-F544AF938174}" destId="{420DB59B-8D07-424D-BD69-AC739F852C93}" srcOrd="1" destOrd="0" presId="urn:microsoft.com/office/officeart/2005/8/layout/hierarchy1"/>
    <dgm:cxn modelId="{E54E9BF2-0213-4592-A787-F3CCC8AC4F7C}" type="presParOf" srcId="{06B38C7D-FBC0-4C23-83F0-60D99CD5B17D}" destId="{39935EE6-E588-48F0-94FD-6693AA523F56}" srcOrd="1" destOrd="0" presId="urn:microsoft.com/office/officeart/2005/8/layout/hierarchy1"/>
    <dgm:cxn modelId="{C916D4AA-49A3-435C-B13F-AF94C814E85C}" type="presParOf" srcId="{39935EE6-E588-48F0-94FD-6693AA523F56}" destId="{14E1E6A4-C360-46FC-A463-CDDFA2BC3C23}" srcOrd="0" destOrd="0" presId="urn:microsoft.com/office/officeart/2005/8/layout/hierarchy1"/>
    <dgm:cxn modelId="{5B2EDEFE-DB16-4E74-81AD-D2128A69C895}" type="presParOf" srcId="{39935EE6-E588-48F0-94FD-6693AA523F56}" destId="{6DA6CC51-BB44-4608-A0EE-6304F49C45AA}" srcOrd="1" destOrd="0" presId="urn:microsoft.com/office/officeart/2005/8/layout/hierarchy1"/>
    <dgm:cxn modelId="{8AC2AE47-B605-46D4-B89E-53F48ED05204}" type="presParOf" srcId="{6DA6CC51-BB44-4608-A0EE-6304F49C45AA}" destId="{CDDAB671-4733-48AA-9606-6D577776EAED}" srcOrd="0" destOrd="0" presId="urn:microsoft.com/office/officeart/2005/8/layout/hierarchy1"/>
    <dgm:cxn modelId="{952D3C4C-25A8-4827-91EA-DE448C3A3339}" type="presParOf" srcId="{CDDAB671-4733-48AA-9606-6D577776EAED}" destId="{C52F8122-6066-47C8-A1C7-2B38F650B16C}" srcOrd="0" destOrd="0" presId="urn:microsoft.com/office/officeart/2005/8/layout/hierarchy1"/>
    <dgm:cxn modelId="{5C634292-B4A6-4F50-BB1D-CEC21A473916}" type="presParOf" srcId="{CDDAB671-4733-48AA-9606-6D577776EAED}" destId="{DBE40AC5-B8B5-4E5D-9232-55B303DC1B4E}" srcOrd="1" destOrd="0" presId="urn:microsoft.com/office/officeart/2005/8/layout/hierarchy1"/>
    <dgm:cxn modelId="{8FDC3E6A-FE37-4142-A6A4-EF05EBF9451F}" type="presParOf" srcId="{6DA6CC51-BB44-4608-A0EE-6304F49C45AA}" destId="{00234C15-9F8E-410A-A499-DB6CFF790C4F}" srcOrd="1" destOrd="0" presId="urn:microsoft.com/office/officeart/2005/8/layout/hierarchy1"/>
    <dgm:cxn modelId="{300413D8-56C4-4824-9951-FD1D8C1274A6}" type="presParOf" srcId="{00234C15-9F8E-410A-A499-DB6CFF790C4F}" destId="{70660A89-B287-4401-99D6-75CD58965B79}" srcOrd="0" destOrd="0" presId="urn:microsoft.com/office/officeart/2005/8/layout/hierarchy1"/>
    <dgm:cxn modelId="{1CC2515B-9F56-465E-AB28-CCC24105CC99}" type="presParOf" srcId="{00234C15-9F8E-410A-A499-DB6CFF790C4F}" destId="{F3225F69-EB3E-40A9-BF83-BD0DE5051EE9}" srcOrd="1" destOrd="0" presId="urn:microsoft.com/office/officeart/2005/8/layout/hierarchy1"/>
    <dgm:cxn modelId="{5389BD5E-F2B4-4DCB-B598-F0AB8DA25D2E}" type="presParOf" srcId="{F3225F69-EB3E-40A9-BF83-BD0DE5051EE9}" destId="{A60AEB5B-29DC-4A72-B945-D1F181A3522F}" srcOrd="0" destOrd="0" presId="urn:microsoft.com/office/officeart/2005/8/layout/hierarchy1"/>
    <dgm:cxn modelId="{F8C780FB-EF43-4A1A-A0D3-32DB3C651EEA}" type="presParOf" srcId="{A60AEB5B-29DC-4A72-B945-D1F181A3522F}" destId="{6A2858C5-597B-4B88-9CD1-358A64809900}" srcOrd="0" destOrd="0" presId="urn:microsoft.com/office/officeart/2005/8/layout/hierarchy1"/>
    <dgm:cxn modelId="{7503E597-CFFB-4EF1-9DA2-1533A69E18CB}" type="presParOf" srcId="{A60AEB5B-29DC-4A72-B945-D1F181A3522F}" destId="{29F89EE7-F488-473A-BF73-3D5DBCE26EBF}" srcOrd="1" destOrd="0" presId="urn:microsoft.com/office/officeart/2005/8/layout/hierarchy1"/>
    <dgm:cxn modelId="{E1A3E20D-5509-41B5-9DA1-12552A2A77E6}" type="presParOf" srcId="{F3225F69-EB3E-40A9-BF83-BD0DE5051EE9}" destId="{FCC28183-6513-40C6-B5EA-B70CF9715054}" srcOrd="1" destOrd="0" presId="urn:microsoft.com/office/officeart/2005/8/layout/hierarchy1"/>
    <dgm:cxn modelId="{F2B15E24-42D9-41A3-962A-E3A3170FF81B}" type="presParOf" srcId="{00234C15-9F8E-410A-A499-DB6CFF790C4F}" destId="{344145C7-EBB8-4981-88FF-CD4B42F2A449}" srcOrd="2" destOrd="0" presId="urn:microsoft.com/office/officeart/2005/8/layout/hierarchy1"/>
    <dgm:cxn modelId="{CA9E9EA6-C3CE-484B-BCCC-BD871AE8011F}" type="presParOf" srcId="{00234C15-9F8E-410A-A499-DB6CFF790C4F}" destId="{73DDF5C6-F234-4A2D-9410-2956A9122D65}" srcOrd="3" destOrd="0" presId="urn:microsoft.com/office/officeart/2005/8/layout/hierarchy1"/>
    <dgm:cxn modelId="{CEC358DC-4C92-48D2-8F91-9AB8B4F86CF3}" type="presParOf" srcId="{73DDF5C6-F234-4A2D-9410-2956A9122D65}" destId="{93125396-82B0-4EC4-A42B-70631AFA6816}" srcOrd="0" destOrd="0" presId="urn:microsoft.com/office/officeart/2005/8/layout/hierarchy1"/>
    <dgm:cxn modelId="{7DB45DBB-9194-4FBB-9B09-9DDB58907797}" type="presParOf" srcId="{93125396-82B0-4EC4-A42B-70631AFA6816}" destId="{08FD2382-D758-4BCF-9364-CD8487FAA4B1}" srcOrd="0" destOrd="0" presId="urn:microsoft.com/office/officeart/2005/8/layout/hierarchy1"/>
    <dgm:cxn modelId="{1317000E-EB08-4A7C-B219-AC4561342AE5}" type="presParOf" srcId="{93125396-82B0-4EC4-A42B-70631AFA6816}" destId="{265E95FA-F418-4295-80C0-04ABE4A81F1A}" srcOrd="1" destOrd="0" presId="urn:microsoft.com/office/officeart/2005/8/layout/hierarchy1"/>
    <dgm:cxn modelId="{677C26D7-D426-48DB-AF5C-320060DE87C0}" type="presParOf" srcId="{73DDF5C6-F234-4A2D-9410-2956A9122D65}" destId="{1A7D5665-B203-4292-97CC-587AFCDC313E}" srcOrd="1" destOrd="0" presId="urn:microsoft.com/office/officeart/2005/8/layout/hierarchy1"/>
    <dgm:cxn modelId="{B24B459C-BCA5-4F96-B6EA-7DD2529DE4DC}" type="presParOf" srcId="{B79DAD70-EDEE-41A1-A577-060167491149}" destId="{8C0341A1-41FD-4D14-9053-2D78FA5F4125}" srcOrd="4" destOrd="0" presId="urn:microsoft.com/office/officeart/2005/8/layout/hierarchy1"/>
    <dgm:cxn modelId="{B4F2E8FC-D377-471B-A5CF-7F241F28B776}" type="presParOf" srcId="{B79DAD70-EDEE-41A1-A577-060167491149}" destId="{3BEC8BB6-5785-4569-8E55-F3BEEA804597}" srcOrd="5" destOrd="0" presId="urn:microsoft.com/office/officeart/2005/8/layout/hierarchy1"/>
    <dgm:cxn modelId="{769466D8-5784-45F5-BA59-D25D0F8BB599}" type="presParOf" srcId="{3BEC8BB6-5785-4569-8E55-F3BEEA804597}" destId="{E8612C70-3A31-4976-ADAC-FD9C515E6310}" srcOrd="0" destOrd="0" presId="urn:microsoft.com/office/officeart/2005/8/layout/hierarchy1"/>
    <dgm:cxn modelId="{3828A02C-39C4-453E-89E1-30BBA04DBD77}" type="presParOf" srcId="{E8612C70-3A31-4976-ADAC-FD9C515E6310}" destId="{FB74A1EF-973B-4BC5-A633-D1D1D2C2F2B0}" srcOrd="0" destOrd="0" presId="urn:microsoft.com/office/officeart/2005/8/layout/hierarchy1"/>
    <dgm:cxn modelId="{71EB70C5-BEE3-4D0C-A662-A2188A6808FA}" type="presParOf" srcId="{E8612C70-3A31-4976-ADAC-FD9C515E6310}" destId="{86B8F050-6D27-4A18-95B8-50BD09646B39}" srcOrd="1" destOrd="0" presId="urn:microsoft.com/office/officeart/2005/8/layout/hierarchy1"/>
    <dgm:cxn modelId="{B9A28C49-7717-4845-9C48-371C865DA9D5}" type="presParOf" srcId="{3BEC8BB6-5785-4569-8E55-F3BEEA804597}" destId="{567E3071-416A-4DDD-81B6-C973419A9EEF}" srcOrd="1" destOrd="0" presId="urn:microsoft.com/office/officeart/2005/8/layout/hierarchy1"/>
    <dgm:cxn modelId="{A86419BF-4A68-422E-AAE2-8765FAE4427A}" type="presParOf" srcId="{B79DAD70-EDEE-41A1-A577-060167491149}" destId="{35963E7F-C55C-42EE-BD86-42AD2E3E82D2}" srcOrd="6" destOrd="0" presId="urn:microsoft.com/office/officeart/2005/8/layout/hierarchy1"/>
    <dgm:cxn modelId="{9037F834-0052-4AF8-BDF4-FC19BE5DB104}" type="presParOf" srcId="{B79DAD70-EDEE-41A1-A577-060167491149}" destId="{B63E5A33-3D5B-4ECA-8F36-AA50EB4B6B75}" srcOrd="7" destOrd="0" presId="urn:microsoft.com/office/officeart/2005/8/layout/hierarchy1"/>
    <dgm:cxn modelId="{FCDF6F1B-07CB-4CA3-900A-49D7988B91FE}" type="presParOf" srcId="{B63E5A33-3D5B-4ECA-8F36-AA50EB4B6B75}" destId="{AFB18DDD-B453-4448-AE65-971E5F681754}" srcOrd="0" destOrd="0" presId="urn:microsoft.com/office/officeart/2005/8/layout/hierarchy1"/>
    <dgm:cxn modelId="{DABEDA29-2A7F-4BC1-A751-4EA9EC4FAEAF}" type="presParOf" srcId="{AFB18DDD-B453-4448-AE65-971E5F681754}" destId="{B5048A5B-E3D0-4527-91A8-4D5A329A9A0D}" srcOrd="0" destOrd="0" presId="urn:microsoft.com/office/officeart/2005/8/layout/hierarchy1"/>
    <dgm:cxn modelId="{8F15FC47-E953-4E27-BFD9-9D3C9140FDA3}" type="presParOf" srcId="{AFB18DDD-B453-4448-AE65-971E5F681754}" destId="{8235A6D7-3DD9-43F2-B086-6E655FE4BAF6}" srcOrd="1" destOrd="0" presId="urn:microsoft.com/office/officeart/2005/8/layout/hierarchy1"/>
    <dgm:cxn modelId="{D6CB3C50-3090-4E41-B2F3-7A55B5FF15C5}" type="presParOf" srcId="{B63E5A33-3D5B-4ECA-8F36-AA50EB4B6B75}" destId="{0647929C-F55F-4D8F-981E-C383D7EE3FEA}" srcOrd="1" destOrd="0" presId="urn:microsoft.com/office/officeart/2005/8/layout/hierarchy1"/>
    <dgm:cxn modelId="{490F9E0F-41B5-4B9B-9C5A-B6C9DA79EC1C}" type="presParOf" srcId="{B79DAD70-EDEE-41A1-A577-060167491149}" destId="{FA791201-791C-44F4-B38C-9907918DDA98}" srcOrd="8" destOrd="0" presId="urn:microsoft.com/office/officeart/2005/8/layout/hierarchy1"/>
    <dgm:cxn modelId="{11140AF2-F783-4524-99EF-EF7A83A2EAAA}" type="presParOf" srcId="{B79DAD70-EDEE-41A1-A577-060167491149}" destId="{E61F856F-0E4A-4DA4-8FD1-E0D2DBD40681}" srcOrd="9" destOrd="0" presId="urn:microsoft.com/office/officeart/2005/8/layout/hierarchy1"/>
    <dgm:cxn modelId="{326A4579-5A69-4992-BBF0-B773407D194C}" type="presParOf" srcId="{E61F856F-0E4A-4DA4-8FD1-E0D2DBD40681}" destId="{D8FF02DE-BB22-4B0D-BB5D-52474B38E37C}" srcOrd="0" destOrd="0" presId="urn:microsoft.com/office/officeart/2005/8/layout/hierarchy1"/>
    <dgm:cxn modelId="{02650D11-DF22-48C6-886F-59C0B2303871}" type="presParOf" srcId="{D8FF02DE-BB22-4B0D-BB5D-52474B38E37C}" destId="{C9DA4F5C-768B-482E-8A89-0AE3B93978B5}" srcOrd="0" destOrd="0" presId="urn:microsoft.com/office/officeart/2005/8/layout/hierarchy1"/>
    <dgm:cxn modelId="{C43420B5-05AA-4F8C-893A-9887F756AD84}" type="presParOf" srcId="{D8FF02DE-BB22-4B0D-BB5D-52474B38E37C}" destId="{248C6A93-1652-4F8D-BC43-24B95DA51196}" srcOrd="1" destOrd="0" presId="urn:microsoft.com/office/officeart/2005/8/layout/hierarchy1"/>
    <dgm:cxn modelId="{1FB1A466-B143-4E0C-A084-0C53E6FA9E1C}" type="presParOf" srcId="{E61F856F-0E4A-4DA4-8FD1-E0D2DBD40681}" destId="{C4928908-4845-4556-80D3-441F2508A9F3}" srcOrd="1" destOrd="0" presId="urn:microsoft.com/office/officeart/2005/8/layout/hierarchy1"/>
    <dgm:cxn modelId="{0554C096-316C-4F68-8C87-1B8E7C7DA246}" type="presParOf" srcId="{B79DAD70-EDEE-41A1-A577-060167491149}" destId="{47E7EE0A-E2FB-4441-840F-5246A44C06DA}" srcOrd="10" destOrd="0" presId="urn:microsoft.com/office/officeart/2005/8/layout/hierarchy1"/>
    <dgm:cxn modelId="{8F10CC21-1D8E-4C48-BE34-3660C52A22F9}" type="presParOf" srcId="{B79DAD70-EDEE-41A1-A577-060167491149}" destId="{7A29AF19-452B-4F09-A5F3-CA93BE49E0F6}" srcOrd="11" destOrd="0" presId="urn:microsoft.com/office/officeart/2005/8/layout/hierarchy1"/>
    <dgm:cxn modelId="{74C1F4E8-4D3A-401D-B070-1EFB6E61A6DC}" type="presParOf" srcId="{7A29AF19-452B-4F09-A5F3-CA93BE49E0F6}" destId="{0F963122-EA2E-46D5-B8FE-95797684E33F}" srcOrd="0" destOrd="0" presId="urn:microsoft.com/office/officeart/2005/8/layout/hierarchy1"/>
    <dgm:cxn modelId="{E0E42D60-E397-452C-81E1-7BABA494E905}" type="presParOf" srcId="{0F963122-EA2E-46D5-B8FE-95797684E33F}" destId="{A020EA89-6ACF-47F6-A198-DE1D442D5C47}" srcOrd="0" destOrd="0" presId="urn:microsoft.com/office/officeart/2005/8/layout/hierarchy1"/>
    <dgm:cxn modelId="{848EEEF2-95D0-408B-BF6A-880A97B66C9C}" type="presParOf" srcId="{0F963122-EA2E-46D5-B8FE-95797684E33F}" destId="{6E984A00-F904-4B27-B35B-E04205A6915D}" srcOrd="1" destOrd="0" presId="urn:microsoft.com/office/officeart/2005/8/layout/hierarchy1"/>
    <dgm:cxn modelId="{E119A7A9-0673-4146-960D-A92D6CD6E6F9}" type="presParOf" srcId="{7A29AF19-452B-4F09-A5F3-CA93BE49E0F6}" destId="{9C46E09B-0E54-4919-A5EB-FE3AD745F88E}" srcOrd="1" destOrd="0" presId="urn:microsoft.com/office/officeart/2005/8/layout/hierarchy1"/>
    <dgm:cxn modelId="{314575BF-127B-49C9-84D5-39C3CE0287B3}" type="presParOf" srcId="{B79DAD70-EDEE-41A1-A577-060167491149}" destId="{E81E2FA0-CB1F-4860-8074-EE61766627A0}" srcOrd="12" destOrd="0" presId="urn:microsoft.com/office/officeart/2005/8/layout/hierarchy1"/>
    <dgm:cxn modelId="{E42130D2-0718-47CA-8A6F-832406C6A4B5}" type="presParOf" srcId="{B79DAD70-EDEE-41A1-A577-060167491149}" destId="{44637541-436F-481D-9D43-1E1B249488ED}" srcOrd="13" destOrd="0" presId="urn:microsoft.com/office/officeart/2005/8/layout/hierarchy1"/>
    <dgm:cxn modelId="{EB4E649C-0392-4577-84FC-C556DD2D7F45}" type="presParOf" srcId="{44637541-436F-481D-9D43-1E1B249488ED}" destId="{9BB0E346-12D4-4350-BDB6-D6D07188A026}" srcOrd="0" destOrd="0" presId="urn:microsoft.com/office/officeart/2005/8/layout/hierarchy1"/>
    <dgm:cxn modelId="{9384C8DC-01F9-4E6F-9CD8-5BDEDA8AAB69}" type="presParOf" srcId="{9BB0E346-12D4-4350-BDB6-D6D07188A026}" destId="{D911D37D-5AA3-4E39-B07D-2A50026F1BBE}" srcOrd="0" destOrd="0" presId="urn:microsoft.com/office/officeart/2005/8/layout/hierarchy1"/>
    <dgm:cxn modelId="{9FED3DDD-7F97-447D-9127-4A30FAA155AE}" type="presParOf" srcId="{9BB0E346-12D4-4350-BDB6-D6D07188A026}" destId="{78F05DA2-2BD4-4569-BBD5-0A2224390A8C}" srcOrd="1" destOrd="0" presId="urn:microsoft.com/office/officeart/2005/8/layout/hierarchy1"/>
    <dgm:cxn modelId="{BED64B13-D881-48AA-977B-2F0CAB24BC50}" type="presParOf" srcId="{44637541-436F-481D-9D43-1E1B249488ED}" destId="{8F95F27A-E77F-4702-B2AB-A6B489CFB65F}" srcOrd="1" destOrd="0" presId="urn:microsoft.com/office/officeart/2005/8/layout/hierarchy1"/>
    <dgm:cxn modelId="{326D43D6-2F26-447D-A598-C59FEC481DE0}" type="presParOf" srcId="{B79DAD70-EDEE-41A1-A577-060167491149}" destId="{787226F5-C587-4C7A-AB14-2DC859E4FF5A}" srcOrd="14" destOrd="0" presId="urn:microsoft.com/office/officeart/2005/8/layout/hierarchy1"/>
    <dgm:cxn modelId="{A13AED97-2C57-40B2-B8A2-02868269CAB6}" type="presParOf" srcId="{B79DAD70-EDEE-41A1-A577-060167491149}" destId="{793A5CEE-A6F1-4F7B-9E5D-F470ED95D426}" srcOrd="15" destOrd="0" presId="urn:microsoft.com/office/officeart/2005/8/layout/hierarchy1"/>
    <dgm:cxn modelId="{BA54CC9E-EA40-4545-A5D8-EA7A424883D3}" type="presParOf" srcId="{793A5CEE-A6F1-4F7B-9E5D-F470ED95D426}" destId="{951CF33D-AA1D-49BB-A105-48CF1FEED25A}" srcOrd="0" destOrd="0" presId="urn:microsoft.com/office/officeart/2005/8/layout/hierarchy1"/>
    <dgm:cxn modelId="{6662D9DE-F227-401B-BF52-C26E2C57A17A}" type="presParOf" srcId="{951CF33D-AA1D-49BB-A105-48CF1FEED25A}" destId="{C4A251BD-BF79-479E-885F-E975B5D421A1}" srcOrd="0" destOrd="0" presId="urn:microsoft.com/office/officeart/2005/8/layout/hierarchy1"/>
    <dgm:cxn modelId="{261511D2-07E1-486C-A462-EB2F5FC8BC03}" type="presParOf" srcId="{951CF33D-AA1D-49BB-A105-48CF1FEED25A}" destId="{B1A8802C-11BB-4D79-8A51-1D352F8A4FBA}" srcOrd="1" destOrd="0" presId="urn:microsoft.com/office/officeart/2005/8/layout/hierarchy1"/>
    <dgm:cxn modelId="{30F54590-CEEB-4542-9EFE-6F231363EC80}" type="presParOf" srcId="{793A5CEE-A6F1-4F7B-9E5D-F470ED95D426}" destId="{0362CFD3-7677-4DAB-8526-B0EC980EBA57}" srcOrd="1" destOrd="0" presId="urn:microsoft.com/office/officeart/2005/8/layout/hierarchy1"/>
    <dgm:cxn modelId="{876B71B2-E012-45F4-908F-1FE426334928}" type="presParOf" srcId="{0362CFD3-7677-4DAB-8526-B0EC980EBA57}" destId="{E4066573-3358-4FAF-82B5-0F16C17FE8B3}" srcOrd="0" destOrd="0" presId="urn:microsoft.com/office/officeart/2005/8/layout/hierarchy1"/>
    <dgm:cxn modelId="{63887479-B052-461E-9F28-067218D75867}" type="presParOf" srcId="{0362CFD3-7677-4DAB-8526-B0EC980EBA57}" destId="{0EE4D053-9621-4668-8AD0-C12861DB9063}" srcOrd="1" destOrd="0" presId="urn:microsoft.com/office/officeart/2005/8/layout/hierarchy1"/>
    <dgm:cxn modelId="{D7F44D69-36CF-4942-B91A-C7806FD523FE}" type="presParOf" srcId="{0EE4D053-9621-4668-8AD0-C12861DB9063}" destId="{BCB5469E-B155-4C62-88E0-E830E8ED67A0}" srcOrd="0" destOrd="0" presId="urn:microsoft.com/office/officeart/2005/8/layout/hierarchy1"/>
    <dgm:cxn modelId="{ACEB9CD8-E278-4F55-83DA-6E937EEC8788}" type="presParOf" srcId="{BCB5469E-B155-4C62-88E0-E830E8ED67A0}" destId="{54C9D34A-8E47-4319-BDE9-E66F890CC1F1}" srcOrd="0" destOrd="0" presId="urn:microsoft.com/office/officeart/2005/8/layout/hierarchy1"/>
    <dgm:cxn modelId="{B1F1FF0F-093B-49B3-B7FD-3529B0D00BE0}" type="presParOf" srcId="{BCB5469E-B155-4C62-88E0-E830E8ED67A0}" destId="{318EEC1A-C180-4CEB-A276-864CFE54098D}" srcOrd="1" destOrd="0" presId="urn:microsoft.com/office/officeart/2005/8/layout/hierarchy1"/>
    <dgm:cxn modelId="{B763F329-AFAE-4272-9C06-C938A2E064A6}" type="presParOf" srcId="{0EE4D053-9621-4668-8AD0-C12861DB9063}" destId="{E28FD1AD-615C-4A0F-8A3F-5BB4E1D67B74}" srcOrd="1" destOrd="0" presId="urn:microsoft.com/office/officeart/2005/8/layout/hierarchy1"/>
    <dgm:cxn modelId="{26C1FF49-5514-4BF7-9A37-A4FE53E577FE}" type="presParOf" srcId="{0362CFD3-7677-4DAB-8526-B0EC980EBA57}" destId="{C704C260-4CA9-4BDF-868A-1E86BAD97417}" srcOrd="2" destOrd="0" presId="urn:microsoft.com/office/officeart/2005/8/layout/hierarchy1"/>
    <dgm:cxn modelId="{650C9F40-BE2C-49A0-8906-BD3328E8D8A6}" type="presParOf" srcId="{0362CFD3-7677-4DAB-8526-B0EC980EBA57}" destId="{0C11D9F6-1FC7-4743-AB78-0C9FE77BDB1A}" srcOrd="3" destOrd="0" presId="urn:microsoft.com/office/officeart/2005/8/layout/hierarchy1"/>
    <dgm:cxn modelId="{82E5D60C-43BD-4615-9E37-489EF8F1E9F5}" type="presParOf" srcId="{0C11D9F6-1FC7-4743-AB78-0C9FE77BDB1A}" destId="{A0159D55-6275-4722-A8AA-C498FD99BFDC}" srcOrd="0" destOrd="0" presId="urn:microsoft.com/office/officeart/2005/8/layout/hierarchy1"/>
    <dgm:cxn modelId="{849F02AF-3A09-4FDB-AA89-B8E732F327F8}" type="presParOf" srcId="{A0159D55-6275-4722-A8AA-C498FD99BFDC}" destId="{F40902C4-852A-4016-91CD-7135C202960B}" srcOrd="0" destOrd="0" presId="urn:microsoft.com/office/officeart/2005/8/layout/hierarchy1"/>
    <dgm:cxn modelId="{DA552BE6-3715-4DC2-ADFE-B2714E71D8C1}" type="presParOf" srcId="{A0159D55-6275-4722-A8AA-C498FD99BFDC}" destId="{C0960823-2A21-4461-824B-A9B1A691765D}" srcOrd="1" destOrd="0" presId="urn:microsoft.com/office/officeart/2005/8/layout/hierarchy1"/>
    <dgm:cxn modelId="{41E69DB1-DA4A-430C-91F2-580E1F314F3C}" type="presParOf" srcId="{0C11D9F6-1FC7-4743-AB78-0C9FE77BDB1A}" destId="{0604A948-E21D-4017-9C11-8EF994DE9E93}" srcOrd="1" destOrd="0" presId="urn:microsoft.com/office/officeart/2005/8/layout/hierarchy1"/>
    <dgm:cxn modelId="{16F38DD4-742B-4015-884C-86E85D59A452}" type="presParOf" srcId="{B79DAD70-EDEE-41A1-A577-060167491149}" destId="{0A4DE49A-BE55-4425-AC43-401341A4BD08}" srcOrd="16" destOrd="0" presId="urn:microsoft.com/office/officeart/2005/8/layout/hierarchy1"/>
    <dgm:cxn modelId="{DDA2C426-A024-4057-ACE4-2EEA8B507387}" type="presParOf" srcId="{B79DAD70-EDEE-41A1-A577-060167491149}" destId="{83FB225C-31D1-4B63-A95A-FEBD5DD60AE6}" srcOrd="17" destOrd="0" presId="urn:microsoft.com/office/officeart/2005/8/layout/hierarchy1"/>
    <dgm:cxn modelId="{9A7AB33D-00A9-45C4-AC33-A811FED92A6D}" type="presParOf" srcId="{83FB225C-31D1-4B63-A95A-FEBD5DD60AE6}" destId="{D60BADFB-97FA-4D3B-8873-05FAF4F2FCC3}" srcOrd="0" destOrd="0" presId="urn:microsoft.com/office/officeart/2005/8/layout/hierarchy1"/>
    <dgm:cxn modelId="{44835AA4-F051-4253-9D81-DDCF2EBF018C}" type="presParOf" srcId="{D60BADFB-97FA-4D3B-8873-05FAF4F2FCC3}" destId="{61CFD1F1-E1DD-4D22-91E9-EAEEE481E778}" srcOrd="0" destOrd="0" presId="urn:microsoft.com/office/officeart/2005/8/layout/hierarchy1"/>
    <dgm:cxn modelId="{F6D85412-BE56-4E06-8C49-C409E9F73AE1}" type="presParOf" srcId="{D60BADFB-97FA-4D3B-8873-05FAF4F2FCC3}" destId="{5D2114CA-924C-4632-AF77-8AC9102A35F8}" srcOrd="1" destOrd="0" presId="urn:microsoft.com/office/officeart/2005/8/layout/hierarchy1"/>
    <dgm:cxn modelId="{14250C89-AC52-4CCD-A793-2E9F45D48A75}" type="presParOf" srcId="{83FB225C-31D1-4B63-A95A-FEBD5DD60AE6}" destId="{51055A77-E351-4202-8A4B-30036FB3C2AF}"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4DE49A-BE55-4425-AC43-401341A4BD08}">
      <dsp:nvSpPr>
        <dsp:cNvPr id="0" name=""/>
        <dsp:cNvSpPr/>
      </dsp:nvSpPr>
      <dsp:spPr>
        <a:xfrm>
          <a:off x="5460647" y="1291355"/>
          <a:ext cx="4948490" cy="294378"/>
        </a:xfrm>
        <a:custGeom>
          <a:avLst/>
          <a:gdLst/>
          <a:ahLst/>
          <a:cxnLst/>
          <a:rect l="0" t="0" r="0" b="0"/>
          <a:pathLst>
            <a:path>
              <a:moveTo>
                <a:pt x="0" y="0"/>
              </a:moveTo>
              <a:lnTo>
                <a:pt x="0" y="200610"/>
              </a:lnTo>
              <a:lnTo>
                <a:pt x="4948490" y="200610"/>
              </a:lnTo>
              <a:lnTo>
                <a:pt x="494849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704C260-4CA9-4BDF-868A-1E86BAD97417}">
      <dsp:nvSpPr>
        <dsp:cNvPr id="0" name=""/>
        <dsp:cNvSpPr/>
      </dsp:nvSpPr>
      <dsp:spPr>
        <a:xfrm>
          <a:off x="9172015" y="2228475"/>
          <a:ext cx="753000" cy="294378"/>
        </a:xfrm>
        <a:custGeom>
          <a:avLst/>
          <a:gdLst/>
          <a:ahLst/>
          <a:cxnLst/>
          <a:rect l="0" t="0" r="0" b="0"/>
          <a:pathLst>
            <a:path>
              <a:moveTo>
                <a:pt x="0" y="0"/>
              </a:moveTo>
              <a:lnTo>
                <a:pt x="0" y="200610"/>
              </a:lnTo>
              <a:lnTo>
                <a:pt x="753000" y="200610"/>
              </a:lnTo>
              <a:lnTo>
                <a:pt x="753000" y="294378"/>
              </a:lnTo>
            </a:path>
          </a:pathLst>
        </a:custGeom>
        <a:noFill/>
        <a:ln w="12700" cap="flat" cmpd="sng" algn="ctr">
          <a:solidFill>
            <a:schemeClr val="accent2">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4066573-3358-4FAF-82B5-0F16C17FE8B3}">
      <dsp:nvSpPr>
        <dsp:cNvPr id="0" name=""/>
        <dsp:cNvSpPr/>
      </dsp:nvSpPr>
      <dsp:spPr>
        <a:xfrm>
          <a:off x="8553453" y="2228475"/>
          <a:ext cx="618561" cy="294378"/>
        </a:xfrm>
        <a:custGeom>
          <a:avLst/>
          <a:gdLst/>
          <a:ahLst/>
          <a:cxnLst/>
          <a:rect l="0" t="0" r="0" b="0"/>
          <a:pathLst>
            <a:path>
              <a:moveTo>
                <a:pt x="618561" y="0"/>
              </a:moveTo>
              <a:lnTo>
                <a:pt x="618561" y="200610"/>
              </a:lnTo>
              <a:lnTo>
                <a:pt x="0" y="200610"/>
              </a:lnTo>
              <a:lnTo>
                <a:pt x="0" y="294378"/>
              </a:lnTo>
            </a:path>
          </a:pathLst>
        </a:custGeom>
        <a:noFill/>
        <a:ln w="12700" cap="flat" cmpd="sng" algn="ctr">
          <a:solidFill>
            <a:schemeClr val="accent2">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87226F5-C587-4C7A-AB14-2DC859E4FF5A}">
      <dsp:nvSpPr>
        <dsp:cNvPr id="0" name=""/>
        <dsp:cNvSpPr/>
      </dsp:nvSpPr>
      <dsp:spPr>
        <a:xfrm>
          <a:off x="5460647" y="1291355"/>
          <a:ext cx="3711367" cy="294378"/>
        </a:xfrm>
        <a:custGeom>
          <a:avLst/>
          <a:gdLst/>
          <a:ahLst/>
          <a:cxnLst/>
          <a:rect l="0" t="0" r="0" b="0"/>
          <a:pathLst>
            <a:path>
              <a:moveTo>
                <a:pt x="0" y="0"/>
              </a:moveTo>
              <a:lnTo>
                <a:pt x="0" y="200610"/>
              </a:lnTo>
              <a:lnTo>
                <a:pt x="3711367" y="200610"/>
              </a:lnTo>
              <a:lnTo>
                <a:pt x="3711367"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81E2FA0-CB1F-4860-8074-EE61766627A0}">
      <dsp:nvSpPr>
        <dsp:cNvPr id="0" name=""/>
        <dsp:cNvSpPr/>
      </dsp:nvSpPr>
      <dsp:spPr>
        <a:xfrm>
          <a:off x="5460647" y="1291355"/>
          <a:ext cx="2474245" cy="294378"/>
        </a:xfrm>
        <a:custGeom>
          <a:avLst/>
          <a:gdLst/>
          <a:ahLst/>
          <a:cxnLst/>
          <a:rect l="0" t="0" r="0" b="0"/>
          <a:pathLst>
            <a:path>
              <a:moveTo>
                <a:pt x="0" y="0"/>
              </a:moveTo>
              <a:lnTo>
                <a:pt x="0" y="200610"/>
              </a:lnTo>
              <a:lnTo>
                <a:pt x="2474245" y="200610"/>
              </a:lnTo>
              <a:lnTo>
                <a:pt x="2474245"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7E7EE0A-E2FB-4441-840F-5246A44C06DA}">
      <dsp:nvSpPr>
        <dsp:cNvPr id="0" name=""/>
        <dsp:cNvSpPr/>
      </dsp:nvSpPr>
      <dsp:spPr>
        <a:xfrm>
          <a:off x="5460647" y="1291355"/>
          <a:ext cx="1237122" cy="294378"/>
        </a:xfrm>
        <a:custGeom>
          <a:avLst/>
          <a:gdLst/>
          <a:ahLst/>
          <a:cxnLst/>
          <a:rect l="0" t="0" r="0" b="0"/>
          <a:pathLst>
            <a:path>
              <a:moveTo>
                <a:pt x="0" y="0"/>
              </a:moveTo>
              <a:lnTo>
                <a:pt x="0" y="200610"/>
              </a:lnTo>
              <a:lnTo>
                <a:pt x="1237122" y="200610"/>
              </a:lnTo>
              <a:lnTo>
                <a:pt x="1237122"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A791201-791C-44F4-B38C-9907918DDA98}">
      <dsp:nvSpPr>
        <dsp:cNvPr id="0" name=""/>
        <dsp:cNvSpPr/>
      </dsp:nvSpPr>
      <dsp:spPr>
        <a:xfrm>
          <a:off x="5414927" y="1291355"/>
          <a:ext cx="91440" cy="294378"/>
        </a:xfrm>
        <a:custGeom>
          <a:avLst/>
          <a:gdLst/>
          <a:ahLst/>
          <a:cxnLst/>
          <a:rect l="0" t="0" r="0" b="0"/>
          <a:pathLst>
            <a:path>
              <a:moveTo>
                <a:pt x="45720" y="0"/>
              </a:moveTo>
              <a:lnTo>
                <a:pt x="4572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5963E7F-C55C-42EE-BD86-42AD2E3E82D2}">
      <dsp:nvSpPr>
        <dsp:cNvPr id="0" name=""/>
        <dsp:cNvSpPr/>
      </dsp:nvSpPr>
      <dsp:spPr>
        <a:xfrm>
          <a:off x="4223524" y="1291355"/>
          <a:ext cx="1237122" cy="294378"/>
        </a:xfrm>
        <a:custGeom>
          <a:avLst/>
          <a:gdLst/>
          <a:ahLst/>
          <a:cxnLst/>
          <a:rect l="0" t="0" r="0" b="0"/>
          <a:pathLst>
            <a:path>
              <a:moveTo>
                <a:pt x="1237122" y="0"/>
              </a:moveTo>
              <a:lnTo>
                <a:pt x="1237122"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C0341A1-41FD-4D14-9053-2D78FA5F4125}">
      <dsp:nvSpPr>
        <dsp:cNvPr id="0" name=""/>
        <dsp:cNvSpPr/>
      </dsp:nvSpPr>
      <dsp:spPr>
        <a:xfrm>
          <a:off x="2986401" y="1291355"/>
          <a:ext cx="2474245" cy="294378"/>
        </a:xfrm>
        <a:custGeom>
          <a:avLst/>
          <a:gdLst/>
          <a:ahLst/>
          <a:cxnLst/>
          <a:rect l="0" t="0" r="0" b="0"/>
          <a:pathLst>
            <a:path>
              <a:moveTo>
                <a:pt x="2474245" y="0"/>
              </a:moveTo>
              <a:lnTo>
                <a:pt x="2474245"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44145C7-EBB8-4981-88FF-CD4B42F2A449}">
      <dsp:nvSpPr>
        <dsp:cNvPr id="0" name=""/>
        <dsp:cNvSpPr/>
      </dsp:nvSpPr>
      <dsp:spPr>
        <a:xfrm>
          <a:off x="1749279" y="3165596"/>
          <a:ext cx="618561" cy="294378"/>
        </a:xfrm>
        <a:custGeom>
          <a:avLst/>
          <a:gdLst/>
          <a:ahLst/>
          <a:cxnLst/>
          <a:rect l="0" t="0" r="0" b="0"/>
          <a:pathLst>
            <a:path>
              <a:moveTo>
                <a:pt x="0" y="0"/>
              </a:moveTo>
              <a:lnTo>
                <a:pt x="0" y="200610"/>
              </a:lnTo>
              <a:lnTo>
                <a:pt x="618561" y="200610"/>
              </a:lnTo>
              <a:lnTo>
                <a:pt x="618561" y="294378"/>
              </a:lnTo>
            </a:path>
          </a:pathLst>
        </a:custGeom>
        <a:noFill/>
        <a:ln w="12700" cap="flat" cmpd="sng" algn="ctr">
          <a:solidFill>
            <a:schemeClr val="accent2">
              <a:tint val="7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0660A89-B287-4401-99D6-75CD58965B79}">
      <dsp:nvSpPr>
        <dsp:cNvPr id="0" name=""/>
        <dsp:cNvSpPr/>
      </dsp:nvSpPr>
      <dsp:spPr>
        <a:xfrm>
          <a:off x="1130717" y="3165596"/>
          <a:ext cx="618561" cy="294378"/>
        </a:xfrm>
        <a:custGeom>
          <a:avLst/>
          <a:gdLst/>
          <a:ahLst/>
          <a:cxnLst/>
          <a:rect l="0" t="0" r="0" b="0"/>
          <a:pathLst>
            <a:path>
              <a:moveTo>
                <a:pt x="618561" y="0"/>
              </a:moveTo>
              <a:lnTo>
                <a:pt x="618561" y="200610"/>
              </a:lnTo>
              <a:lnTo>
                <a:pt x="0" y="200610"/>
              </a:lnTo>
              <a:lnTo>
                <a:pt x="0" y="294378"/>
              </a:lnTo>
            </a:path>
          </a:pathLst>
        </a:custGeom>
        <a:noFill/>
        <a:ln w="12700" cap="flat" cmpd="sng" algn="ctr">
          <a:solidFill>
            <a:schemeClr val="accent2">
              <a:tint val="7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4E1E6A4-C360-46FC-A463-CDDFA2BC3C23}">
      <dsp:nvSpPr>
        <dsp:cNvPr id="0" name=""/>
        <dsp:cNvSpPr/>
      </dsp:nvSpPr>
      <dsp:spPr>
        <a:xfrm>
          <a:off x="1703559" y="2228475"/>
          <a:ext cx="91440" cy="294378"/>
        </a:xfrm>
        <a:custGeom>
          <a:avLst/>
          <a:gdLst/>
          <a:ahLst/>
          <a:cxnLst/>
          <a:rect l="0" t="0" r="0" b="0"/>
          <a:pathLst>
            <a:path>
              <a:moveTo>
                <a:pt x="45720" y="0"/>
              </a:moveTo>
              <a:lnTo>
                <a:pt x="45720" y="294378"/>
              </a:lnTo>
            </a:path>
          </a:pathLst>
        </a:custGeom>
        <a:noFill/>
        <a:ln w="12700" cap="flat" cmpd="sng" algn="ctr">
          <a:solidFill>
            <a:schemeClr val="accent2">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FBF5EF1-D5B8-47B4-AB4F-563085E2FD97}">
      <dsp:nvSpPr>
        <dsp:cNvPr id="0" name=""/>
        <dsp:cNvSpPr/>
      </dsp:nvSpPr>
      <dsp:spPr>
        <a:xfrm>
          <a:off x="1749279" y="1291355"/>
          <a:ext cx="3711367" cy="294378"/>
        </a:xfrm>
        <a:custGeom>
          <a:avLst/>
          <a:gdLst/>
          <a:ahLst/>
          <a:cxnLst/>
          <a:rect l="0" t="0" r="0" b="0"/>
          <a:pathLst>
            <a:path>
              <a:moveTo>
                <a:pt x="3711367" y="0"/>
              </a:moveTo>
              <a:lnTo>
                <a:pt x="3711367"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F612D6B-DD5A-41D9-A0F5-CB79B23F7CE2}">
      <dsp:nvSpPr>
        <dsp:cNvPr id="0" name=""/>
        <dsp:cNvSpPr/>
      </dsp:nvSpPr>
      <dsp:spPr>
        <a:xfrm>
          <a:off x="512156" y="1291355"/>
          <a:ext cx="4948490" cy="294378"/>
        </a:xfrm>
        <a:custGeom>
          <a:avLst/>
          <a:gdLst/>
          <a:ahLst/>
          <a:cxnLst/>
          <a:rect l="0" t="0" r="0" b="0"/>
          <a:pathLst>
            <a:path>
              <a:moveTo>
                <a:pt x="4948490" y="0"/>
              </a:moveTo>
              <a:lnTo>
                <a:pt x="4948490"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A01D409-AC4C-43E1-8C9E-63DD32F174CD}">
      <dsp:nvSpPr>
        <dsp:cNvPr id="0" name=""/>
        <dsp:cNvSpPr/>
      </dsp:nvSpPr>
      <dsp:spPr>
        <a:xfrm>
          <a:off x="4954551" y="648613"/>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A73F2595-302E-40C7-8893-D7624C032BD8}">
      <dsp:nvSpPr>
        <dsp:cNvPr id="0" name=""/>
        <dsp:cNvSpPr/>
      </dsp:nvSpPr>
      <dsp:spPr>
        <a:xfrm>
          <a:off x="5067017" y="75545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shade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Directeur Générale</a:t>
          </a:r>
          <a:endParaRPr lang="LID4096" sz="1050" kern="1200" dirty="0">
            <a:latin typeface="Times New Roman" panose="02020603050405020304" pitchFamily="18" charset="0"/>
            <a:cs typeface="Times New Roman" panose="02020603050405020304" pitchFamily="18" charset="0"/>
          </a:endParaRPr>
        </a:p>
      </dsp:txBody>
      <dsp:txXfrm>
        <a:off x="5085842" y="774281"/>
        <a:ext cx="974541" cy="605091"/>
      </dsp:txXfrm>
    </dsp:sp>
    <dsp:sp modelId="{1207FDCD-61EF-4957-90F0-DB6CBC759EFD}">
      <dsp:nvSpPr>
        <dsp:cNvPr id="0" name=""/>
        <dsp:cNvSpPr/>
      </dsp:nvSpPr>
      <dsp:spPr>
        <a:xfrm>
          <a:off x="6061" y="1585734"/>
          <a:ext cx="1012191" cy="88049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399BF63B-BBCF-43C8-99D4-BB184C26481E}">
      <dsp:nvSpPr>
        <dsp:cNvPr id="0" name=""/>
        <dsp:cNvSpPr/>
      </dsp:nvSpPr>
      <dsp:spPr>
        <a:xfrm>
          <a:off x="118526" y="1692576"/>
          <a:ext cx="1012191" cy="88049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INFORMATIQUE ET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TECHNOLOGIQUE</a:t>
          </a:r>
          <a:endParaRPr lang="LID4096" sz="1050" kern="1200" dirty="0">
            <a:latin typeface="Times New Roman" panose="02020603050405020304" pitchFamily="18" charset="0"/>
            <a:cs typeface="Times New Roman" panose="02020603050405020304" pitchFamily="18" charset="0"/>
          </a:endParaRPr>
        </a:p>
      </dsp:txBody>
      <dsp:txXfrm>
        <a:off x="144315" y="1718365"/>
        <a:ext cx="960613" cy="828913"/>
      </dsp:txXfrm>
    </dsp:sp>
    <dsp:sp modelId="{72F37EAF-D787-4A5E-8CAD-5562F6735C9E}">
      <dsp:nvSpPr>
        <dsp:cNvPr id="0" name=""/>
        <dsp:cNvSpPr/>
      </dsp:nvSpPr>
      <dsp:spPr>
        <a:xfrm>
          <a:off x="1243183" y="1585734"/>
          <a:ext cx="1012191" cy="642741"/>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420DB59B-8D07-424D-BD69-AC739F852C93}">
      <dsp:nvSpPr>
        <dsp:cNvPr id="0" name=""/>
        <dsp:cNvSpPr/>
      </dsp:nvSpPr>
      <dsp:spPr>
        <a:xfrm>
          <a:off x="1355649"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Directeur Financier</a:t>
          </a:r>
          <a:endParaRPr lang="LID4096" sz="1050" kern="1200" dirty="0">
            <a:latin typeface="Times New Roman" panose="02020603050405020304" pitchFamily="18" charset="0"/>
            <a:cs typeface="Times New Roman" panose="02020603050405020304" pitchFamily="18" charset="0"/>
          </a:endParaRPr>
        </a:p>
      </dsp:txBody>
      <dsp:txXfrm>
        <a:off x="1374474" y="1711401"/>
        <a:ext cx="974541" cy="605091"/>
      </dsp:txXfrm>
    </dsp:sp>
    <dsp:sp modelId="{C52F8122-6066-47C8-A1C7-2B38F650B16C}">
      <dsp:nvSpPr>
        <dsp:cNvPr id="0" name=""/>
        <dsp:cNvSpPr/>
      </dsp:nvSpPr>
      <dsp:spPr>
        <a:xfrm>
          <a:off x="1243183" y="2522854"/>
          <a:ext cx="1012191" cy="642741"/>
        </a:xfrm>
        <a:prstGeom prst="roundRect">
          <a:avLst>
            <a:gd name="adj" fmla="val 10000"/>
          </a:avLst>
        </a:prstGeom>
        <a:gradFill rotWithShape="0">
          <a:gsLst>
            <a:gs pos="0">
              <a:schemeClr val="accent2">
                <a:tint val="80000"/>
                <a:hueOff val="0"/>
                <a:satOff val="0"/>
                <a:lumOff val="0"/>
                <a:alphaOff val="0"/>
                <a:satMod val="103000"/>
                <a:lumMod val="102000"/>
                <a:tint val="94000"/>
              </a:schemeClr>
            </a:gs>
            <a:gs pos="50000">
              <a:schemeClr val="accent2">
                <a:tint val="80000"/>
                <a:hueOff val="0"/>
                <a:satOff val="0"/>
                <a:lumOff val="0"/>
                <a:alphaOff val="0"/>
                <a:satMod val="110000"/>
                <a:lumMod val="100000"/>
                <a:shade val="100000"/>
              </a:schemeClr>
            </a:gs>
            <a:gs pos="100000">
              <a:schemeClr val="accent2">
                <a:tint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DBE40AC5-B8B5-4E5D-9232-55B303DC1B4E}">
      <dsp:nvSpPr>
        <dsp:cNvPr id="0" name=""/>
        <dsp:cNvSpPr/>
      </dsp:nvSpPr>
      <dsp:spPr>
        <a:xfrm>
          <a:off x="1355649" y="2629697"/>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CHEF DE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FINANCIER</a:t>
          </a:r>
          <a:endParaRPr lang="LID4096" sz="1050" kern="1200" dirty="0">
            <a:latin typeface="Times New Roman" panose="02020603050405020304" pitchFamily="18" charset="0"/>
            <a:cs typeface="Times New Roman" panose="02020603050405020304" pitchFamily="18" charset="0"/>
          </a:endParaRPr>
        </a:p>
      </dsp:txBody>
      <dsp:txXfrm>
        <a:off x="1374474" y="2648522"/>
        <a:ext cx="974541" cy="605091"/>
      </dsp:txXfrm>
    </dsp:sp>
    <dsp:sp modelId="{6A2858C5-597B-4B88-9CD1-358A64809900}">
      <dsp:nvSpPr>
        <dsp:cNvPr id="0" name=""/>
        <dsp:cNvSpPr/>
      </dsp:nvSpPr>
      <dsp:spPr>
        <a:xfrm>
          <a:off x="624622" y="3459975"/>
          <a:ext cx="1012191" cy="642741"/>
        </a:xfrm>
        <a:prstGeom prst="roundRect">
          <a:avLst>
            <a:gd name="adj" fmla="val 10000"/>
          </a:avLst>
        </a:prstGeom>
        <a:gradFill rotWithShape="0">
          <a:gsLst>
            <a:gs pos="0">
              <a:schemeClr val="accent2">
                <a:tint val="80000"/>
                <a:hueOff val="0"/>
                <a:satOff val="0"/>
                <a:lumOff val="0"/>
                <a:alphaOff val="0"/>
                <a:satMod val="103000"/>
                <a:lumMod val="102000"/>
                <a:tint val="94000"/>
              </a:schemeClr>
            </a:gs>
            <a:gs pos="50000">
              <a:schemeClr val="accent2">
                <a:tint val="80000"/>
                <a:hueOff val="0"/>
                <a:satOff val="0"/>
                <a:lumOff val="0"/>
                <a:alphaOff val="0"/>
                <a:satMod val="110000"/>
                <a:lumMod val="100000"/>
                <a:shade val="100000"/>
              </a:schemeClr>
            </a:gs>
            <a:gs pos="100000">
              <a:schemeClr val="accent2">
                <a:tint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9F89EE7-F488-473A-BF73-3D5DBCE26EBF}">
      <dsp:nvSpPr>
        <dsp:cNvPr id="0" name=""/>
        <dsp:cNvSpPr/>
      </dsp:nvSpPr>
      <dsp:spPr>
        <a:xfrm>
          <a:off x="737088" y="3566817"/>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7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COMPTABILITE</a:t>
          </a:r>
          <a:endParaRPr lang="LID4096" sz="1050" kern="1200" dirty="0">
            <a:latin typeface="Times New Roman" panose="02020603050405020304" pitchFamily="18" charset="0"/>
            <a:cs typeface="Times New Roman" panose="02020603050405020304" pitchFamily="18" charset="0"/>
          </a:endParaRPr>
        </a:p>
      </dsp:txBody>
      <dsp:txXfrm>
        <a:off x="755913" y="3585642"/>
        <a:ext cx="974541" cy="605091"/>
      </dsp:txXfrm>
    </dsp:sp>
    <dsp:sp modelId="{08FD2382-D758-4BCF-9364-CD8487FAA4B1}">
      <dsp:nvSpPr>
        <dsp:cNvPr id="0" name=""/>
        <dsp:cNvSpPr/>
      </dsp:nvSpPr>
      <dsp:spPr>
        <a:xfrm>
          <a:off x="1861744" y="3459975"/>
          <a:ext cx="1012191" cy="642741"/>
        </a:xfrm>
        <a:prstGeom prst="roundRect">
          <a:avLst>
            <a:gd name="adj" fmla="val 10000"/>
          </a:avLst>
        </a:prstGeom>
        <a:gradFill rotWithShape="0">
          <a:gsLst>
            <a:gs pos="0">
              <a:schemeClr val="accent2">
                <a:tint val="80000"/>
                <a:hueOff val="0"/>
                <a:satOff val="0"/>
                <a:lumOff val="0"/>
                <a:alphaOff val="0"/>
                <a:satMod val="103000"/>
                <a:lumMod val="102000"/>
                <a:tint val="94000"/>
              </a:schemeClr>
            </a:gs>
            <a:gs pos="50000">
              <a:schemeClr val="accent2">
                <a:tint val="80000"/>
                <a:hueOff val="0"/>
                <a:satOff val="0"/>
                <a:lumOff val="0"/>
                <a:alphaOff val="0"/>
                <a:satMod val="110000"/>
                <a:lumMod val="100000"/>
                <a:shade val="100000"/>
              </a:schemeClr>
            </a:gs>
            <a:gs pos="100000">
              <a:schemeClr val="accent2">
                <a:tint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65E95FA-F418-4295-80C0-04ABE4A81F1A}">
      <dsp:nvSpPr>
        <dsp:cNvPr id="0" name=""/>
        <dsp:cNvSpPr/>
      </dsp:nvSpPr>
      <dsp:spPr>
        <a:xfrm>
          <a:off x="1974210" y="3566817"/>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7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FINANCE</a:t>
          </a:r>
          <a:endParaRPr lang="LID4096" sz="1050" kern="1200" dirty="0">
            <a:latin typeface="Times New Roman" panose="02020603050405020304" pitchFamily="18" charset="0"/>
            <a:cs typeface="Times New Roman" panose="02020603050405020304" pitchFamily="18" charset="0"/>
          </a:endParaRPr>
        </a:p>
      </dsp:txBody>
      <dsp:txXfrm>
        <a:off x="1993035" y="3585642"/>
        <a:ext cx="974541" cy="605091"/>
      </dsp:txXfrm>
    </dsp:sp>
    <dsp:sp modelId="{FB74A1EF-973B-4BC5-A633-D1D1D2C2F2B0}">
      <dsp:nvSpPr>
        <dsp:cNvPr id="0" name=""/>
        <dsp:cNvSpPr/>
      </dsp:nvSpPr>
      <dsp:spPr>
        <a:xfrm>
          <a:off x="2480306" y="1585734"/>
          <a:ext cx="1012191" cy="642741"/>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86B8F050-6D27-4A18-95B8-50BD09646B39}">
      <dsp:nvSpPr>
        <dsp:cNvPr id="0" name=""/>
        <dsp:cNvSpPr/>
      </dsp:nvSpPr>
      <dsp:spPr>
        <a:xfrm>
          <a:off x="2592771"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AGENCES AUXIMAD</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a:t>
          </a:r>
          <a:endParaRPr lang="LID4096" sz="1050" kern="1200" dirty="0">
            <a:latin typeface="Times New Roman" panose="02020603050405020304" pitchFamily="18" charset="0"/>
            <a:cs typeface="Times New Roman" panose="02020603050405020304" pitchFamily="18" charset="0"/>
          </a:endParaRPr>
        </a:p>
      </dsp:txBody>
      <dsp:txXfrm>
        <a:off x="2611596" y="1711401"/>
        <a:ext cx="974541" cy="605091"/>
      </dsp:txXfrm>
    </dsp:sp>
    <dsp:sp modelId="{B5048A5B-E3D0-4527-91A8-4D5A329A9A0D}">
      <dsp:nvSpPr>
        <dsp:cNvPr id="0" name=""/>
        <dsp:cNvSpPr/>
      </dsp:nvSpPr>
      <dsp:spPr>
        <a:xfrm>
          <a:off x="3717428"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8235A6D7-3DD9-43F2-B086-6E655FE4BAF6}">
      <dsp:nvSpPr>
        <dsp:cNvPr id="0" name=""/>
        <dsp:cNvSpPr/>
      </dsp:nvSpPr>
      <dsp:spPr>
        <a:xfrm>
          <a:off x="3829894"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RESSOURCES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HUMAINES</a:t>
          </a:r>
          <a:endParaRPr lang="LID4096" sz="1050" kern="1200" dirty="0">
            <a:latin typeface="Times New Roman" panose="02020603050405020304" pitchFamily="18" charset="0"/>
            <a:cs typeface="Times New Roman" panose="02020603050405020304" pitchFamily="18" charset="0"/>
          </a:endParaRPr>
        </a:p>
      </dsp:txBody>
      <dsp:txXfrm>
        <a:off x="3848719" y="1711401"/>
        <a:ext cx="974541" cy="605091"/>
      </dsp:txXfrm>
    </dsp:sp>
    <dsp:sp modelId="{C9DA4F5C-768B-482E-8A89-0AE3B93978B5}">
      <dsp:nvSpPr>
        <dsp:cNvPr id="0" name=""/>
        <dsp:cNvSpPr/>
      </dsp:nvSpPr>
      <dsp:spPr>
        <a:xfrm>
          <a:off x="4954551"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48C6A93-1652-4F8D-BC43-24B95DA51196}">
      <dsp:nvSpPr>
        <dsp:cNvPr id="0" name=""/>
        <dsp:cNvSpPr/>
      </dsp:nvSpPr>
      <dsp:spPr>
        <a:xfrm>
          <a:off x="5067017"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AUDIT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INTERNE</a:t>
          </a:r>
          <a:endParaRPr lang="LID4096" sz="1050" kern="1200" dirty="0">
            <a:latin typeface="Times New Roman" panose="02020603050405020304" pitchFamily="18" charset="0"/>
            <a:cs typeface="Times New Roman" panose="02020603050405020304" pitchFamily="18" charset="0"/>
          </a:endParaRPr>
        </a:p>
      </dsp:txBody>
      <dsp:txXfrm>
        <a:off x="5085842" y="1711401"/>
        <a:ext cx="974541" cy="605091"/>
      </dsp:txXfrm>
    </dsp:sp>
    <dsp:sp modelId="{A020EA89-6ACF-47F6-A198-DE1D442D5C47}">
      <dsp:nvSpPr>
        <dsp:cNvPr id="0" name=""/>
        <dsp:cNvSpPr/>
      </dsp:nvSpPr>
      <dsp:spPr>
        <a:xfrm>
          <a:off x="6191674"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6E984A00-F904-4B27-B35B-E04205A6915D}">
      <dsp:nvSpPr>
        <dsp:cNvPr id="0" name=""/>
        <dsp:cNvSpPr/>
      </dsp:nvSpPr>
      <dsp:spPr>
        <a:xfrm>
          <a:off x="6304139"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CONSULTANT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PROJETS</a:t>
          </a:r>
          <a:endParaRPr lang="LID4096" sz="1050" kern="1200" dirty="0">
            <a:latin typeface="Times New Roman" panose="02020603050405020304" pitchFamily="18" charset="0"/>
            <a:cs typeface="Times New Roman" panose="02020603050405020304" pitchFamily="18" charset="0"/>
          </a:endParaRPr>
        </a:p>
      </dsp:txBody>
      <dsp:txXfrm>
        <a:off x="6322964" y="1711401"/>
        <a:ext cx="974541" cy="605091"/>
      </dsp:txXfrm>
    </dsp:sp>
    <dsp:sp modelId="{D911D37D-5AA3-4E39-B07D-2A50026F1BBE}">
      <dsp:nvSpPr>
        <dsp:cNvPr id="0" name=""/>
        <dsp:cNvSpPr/>
      </dsp:nvSpPr>
      <dsp:spPr>
        <a:xfrm>
          <a:off x="7428796"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78F05DA2-2BD4-4569-BBD5-0A2224390A8C}">
      <dsp:nvSpPr>
        <dsp:cNvPr id="0" name=""/>
        <dsp:cNvSpPr/>
      </dsp:nvSpPr>
      <dsp:spPr>
        <a:xfrm>
          <a:off x="7541262"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AFFAIRES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GENERALES</a:t>
          </a:r>
          <a:endParaRPr lang="LID4096" sz="1050" kern="1200" dirty="0">
            <a:latin typeface="Times New Roman" panose="02020603050405020304" pitchFamily="18" charset="0"/>
            <a:cs typeface="Times New Roman" panose="02020603050405020304" pitchFamily="18" charset="0"/>
          </a:endParaRPr>
        </a:p>
      </dsp:txBody>
      <dsp:txXfrm>
        <a:off x="7560087" y="1711401"/>
        <a:ext cx="974541" cy="605091"/>
      </dsp:txXfrm>
    </dsp:sp>
    <dsp:sp modelId="{C4A251BD-BF79-479E-885F-E975B5D421A1}">
      <dsp:nvSpPr>
        <dsp:cNvPr id="0" name=""/>
        <dsp:cNvSpPr/>
      </dsp:nvSpPr>
      <dsp:spPr>
        <a:xfrm>
          <a:off x="8665919" y="1585734"/>
          <a:ext cx="1012191" cy="642741"/>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B1A8802C-11BB-4D79-8A51-1D352F8A4FBA}">
      <dsp:nvSpPr>
        <dsp:cNvPr id="0" name=""/>
        <dsp:cNvSpPr/>
      </dsp:nvSpPr>
      <dsp:spPr>
        <a:xfrm>
          <a:off x="8778385"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Directeur Business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err="1">
              <a:latin typeface="Times New Roman" panose="02020603050405020304" pitchFamily="18" charset="0"/>
              <a:cs typeface="Times New Roman" panose="02020603050405020304" pitchFamily="18" charset="0"/>
            </a:rPr>
            <a:t>Developpment</a:t>
          </a:r>
          <a:endParaRPr lang="LID4096" sz="1050" kern="1200" dirty="0">
            <a:latin typeface="Times New Roman" panose="02020603050405020304" pitchFamily="18" charset="0"/>
            <a:cs typeface="Times New Roman" panose="02020603050405020304" pitchFamily="18" charset="0"/>
          </a:endParaRPr>
        </a:p>
      </dsp:txBody>
      <dsp:txXfrm>
        <a:off x="8797210" y="1711401"/>
        <a:ext cx="974541" cy="605091"/>
      </dsp:txXfrm>
    </dsp:sp>
    <dsp:sp modelId="{54C9D34A-8E47-4319-BDE9-E66F890CC1F1}">
      <dsp:nvSpPr>
        <dsp:cNvPr id="0" name=""/>
        <dsp:cNvSpPr/>
      </dsp:nvSpPr>
      <dsp:spPr>
        <a:xfrm>
          <a:off x="7912918" y="2522854"/>
          <a:ext cx="1281069" cy="1248473"/>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318EEC1A-C180-4CEB-A276-864CFE54098D}">
      <dsp:nvSpPr>
        <dsp:cNvPr id="0" name=""/>
        <dsp:cNvSpPr/>
      </dsp:nvSpPr>
      <dsp:spPr>
        <a:xfrm>
          <a:off x="8025384" y="2629697"/>
          <a:ext cx="1281069" cy="1248473"/>
        </a:xfrm>
        <a:prstGeom prst="roundRect">
          <a:avLst>
            <a:gd name="adj" fmla="val 10000"/>
          </a:avLst>
        </a:prstGeom>
        <a:solidFill>
          <a:schemeClr val="lt1">
            <a:alpha val="90000"/>
            <a:hueOff val="0"/>
            <a:satOff val="0"/>
            <a:lumOff val="0"/>
            <a:alphaOff val="0"/>
          </a:schemeClr>
        </a:solidFill>
        <a:ln w="6350" cap="flat" cmpd="sng" algn="ctr">
          <a:solidFill>
            <a:schemeClr val="accent2">
              <a:tint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JURIDIQUE ET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CONTENTIEUX</a:t>
          </a:r>
          <a:endParaRPr lang="LID4096" sz="1050" kern="1200" dirty="0">
            <a:latin typeface="Times New Roman" panose="02020603050405020304" pitchFamily="18" charset="0"/>
            <a:cs typeface="Times New Roman" panose="02020603050405020304" pitchFamily="18" charset="0"/>
          </a:endParaRPr>
        </a:p>
      </dsp:txBody>
      <dsp:txXfrm>
        <a:off x="8061951" y="2666264"/>
        <a:ext cx="1207935" cy="1175339"/>
      </dsp:txXfrm>
    </dsp:sp>
    <dsp:sp modelId="{F40902C4-852A-4016-91CD-7135C202960B}">
      <dsp:nvSpPr>
        <dsp:cNvPr id="0" name=""/>
        <dsp:cNvSpPr/>
      </dsp:nvSpPr>
      <dsp:spPr>
        <a:xfrm>
          <a:off x="9418919" y="2522854"/>
          <a:ext cx="1012191" cy="864422"/>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C0960823-2A21-4461-824B-A9B1A691765D}">
      <dsp:nvSpPr>
        <dsp:cNvPr id="0" name=""/>
        <dsp:cNvSpPr/>
      </dsp:nvSpPr>
      <dsp:spPr>
        <a:xfrm>
          <a:off x="9531385" y="2629697"/>
          <a:ext cx="1012191" cy="864422"/>
        </a:xfrm>
        <a:prstGeom prst="roundRect">
          <a:avLst>
            <a:gd name="adj" fmla="val 10000"/>
          </a:avLst>
        </a:prstGeom>
        <a:solidFill>
          <a:schemeClr val="lt1">
            <a:alpha val="90000"/>
            <a:hueOff val="0"/>
            <a:satOff val="0"/>
            <a:lumOff val="0"/>
            <a:alphaOff val="0"/>
          </a:schemeClr>
        </a:solidFill>
        <a:ln w="6350" cap="flat" cmpd="sng" algn="ctr">
          <a:solidFill>
            <a:schemeClr val="accent2">
              <a:tint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CONSIGNATION</a:t>
          </a:r>
          <a:endParaRPr lang="LID4096" sz="1050" kern="1200" dirty="0">
            <a:latin typeface="Times New Roman" panose="02020603050405020304" pitchFamily="18" charset="0"/>
            <a:cs typeface="Times New Roman" panose="02020603050405020304" pitchFamily="18" charset="0"/>
          </a:endParaRPr>
        </a:p>
      </dsp:txBody>
      <dsp:txXfrm>
        <a:off x="9556703" y="2655015"/>
        <a:ext cx="961555" cy="813786"/>
      </dsp:txXfrm>
    </dsp:sp>
    <dsp:sp modelId="{61CFD1F1-E1DD-4D22-91E9-EAEEE481E778}">
      <dsp:nvSpPr>
        <dsp:cNvPr id="0" name=""/>
        <dsp:cNvSpPr/>
      </dsp:nvSpPr>
      <dsp:spPr>
        <a:xfrm>
          <a:off x="9903042"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5D2114CA-924C-4632-AF77-8AC9102A35F8}">
      <dsp:nvSpPr>
        <dsp:cNvPr id="0" name=""/>
        <dsp:cNvSpPr/>
      </dsp:nvSpPr>
      <dsp:spPr>
        <a:xfrm>
          <a:off x="10015507"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CONTROLE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 GESTION</a:t>
          </a:r>
          <a:endParaRPr lang="LID4096" sz="1050" kern="1200" dirty="0">
            <a:latin typeface="Times New Roman" panose="02020603050405020304" pitchFamily="18" charset="0"/>
            <a:cs typeface="Times New Roman" panose="02020603050405020304" pitchFamily="18" charset="0"/>
          </a:endParaRPr>
        </a:p>
      </dsp:txBody>
      <dsp:txXfrm>
        <a:off x="10034332" y="1711401"/>
        <a:ext cx="974541" cy="605091"/>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3847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 sz="1200" b="1" u="none" strike="noStrike" kern="1200" dirty="0">
                <a:solidFill>
                  <a:schemeClr val="tx1"/>
                </a:solidFill>
                <a:effectLst/>
                <a:latin typeface="+mn-lt"/>
                <a:ea typeface="+mn-ea"/>
                <a:cs typeface="+mn-cs"/>
              </a:rPr>
              <a:t>Madame la Présidente du Jury,</a:t>
            </a:r>
          </a:p>
          <a:p>
            <a:br>
              <a:rPr lang="" sz="1200" b="0" u="none" strike="noStrike" kern="1200" dirty="0">
                <a:solidFill>
                  <a:schemeClr val="tx1"/>
                </a:solidFill>
                <a:effectLst/>
                <a:latin typeface="+mn-lt"/>
                <a:ea typeface="+mn-ea"/>
                <a:cs typeface="+mn-cs"/>
              </a:rPr>
            </a:br>
            <a:r>
              <a:rPr lang="" sz="1200" b="1" u="none" strike="noStrike" kern="1200" dirty="0">
                <a:solidFill>
                  <a:schemeClr val="tx1"/>
                </a:solidFill>
                <a:effectLst/>
                <a:latin typeface="+mn-lt"/>
                <a:ea typeface="+mn-ea"/>
                <a:cs typeface="+mn-cs"/>
              </a:rPr>
              <a:t>Mesdames et messieurs les membres du jury,</a:t>
            </a:r>
          </a:p>
          <a:p>
            <a:br>
              <a:rPr lang="" sz="1200" b="0" u="none" strike="noStrike" kern="1200" dirty="0">
                <a:solidFill>
                  <a:schemeClr val="tx1"/>
                </a:solidFill>
                <a:effectLst/>
                <a:latin typeface="+mn-lt"/>
                <a:ea typeface="+mn-ea"/>
                <a:cs typeface="+mn-cs"/>
              </a:rPr>
            </a:br>
            <a:r>
              <a:rPr lang="" sz="1200" b="1" u="none" strike="noStrike" kern="1200" dirty="0">
                <a:solidFill>
                  <a:schemeClr val="tx1"/>
                </a:solidFill>
                <a:effectLst/>
                <a:latin typeface="+mn-lt"/>
                <a:ea typeface="+mn-ea"/>
                <a:cs typeface="+mn-cs"/>
              </a:rPr>
              <a:t>Honorables assistances,</a:t>
            </a:r>
          </a:p>
          <a:p>
            <a:endParaRPr lang="" sz="1200" b="0" u="none" strike="noStrike" kern="1200" dirty="0">
              <a:solidFill>
                <a:schemeClr val="tx1"/>
              </a:solidFill>
              <a:effectLst/>
              <a:latin typeface="+mn-lt"/>
              <a:ea typeface="+mn-ea"/>
              <a:cs typeface="+mn-cs"/>
            </a:endParaRPr>
          </a:p>
          <a:p>
            <a:r>
              <a:rPr lang="" sz="1200" b="0" u="none" strike="noStrike" kern="1200" dirty="0">
                <a:solidFill>
                  <a:schemeClr val="tx1"/>
                </a:solidFill>
                <a:effectLst/>
                <a:latin typeface="+mn-lt"/>
                <a:ea typeface="+mn-ea"/>
                <a:cs typeface="+mn-cs"/>
              </a:rPr>
              <a:t>J’ai l’honneur de vous présenter aujourd’hui le projet que j’ai réalisé dans le cadre de l’obtention de mon diplôme de Licence en </a:t>
            </a:r>
            <a:r>
              <a:rPr lang="" sz="1200" b="1" u="none" strike="noStrike" kern="1200" dirty="0">
                <a:solidFill>
                  <a:schemeClr val="tx1"/>
                </a:solidFill>
                <a:effectLst/>
                <a:latin typeface="+mn-lt"/>
                <a:ea typeface="+mn-ea"/>
                <a:cs typeface="+mn-cs"/>
              </a:rPr>
              <a:t>Génie Logiciel</a:t>
            </a:r>
            <a:r>
              <a:rPr lang="" sz="1200" b="0" u="none" strike="noStrike" kern="1200" dirty="0">
                <a:solidFill>
                  <a:schemeClr val="tx1"/>
                </a:solidFill>
                <a:effectLst/>
                <a:latin typeface="+mn-lt"/>
                <a:ea typeface="+mn-ea"/>
                <a:cs typeface="+mn-cs"/>
              </a:rPr>
              <a:t> à l’Établissement Supérieur Professionnel BIG (</a:t>
            </a:r>
            <a:r>
              <a:rPr lang="" sz="1200" b="1" u="none" strike="noStrike" kern="1200" dirty="0">
                <a:solidFill>
                  <a:schemeClr val="tx1"/>
                </a:solidFill>
                <a:effectLst/>
                <a:latin typeface="+mn-lt"/>
                <a:ea typeface="+mn-ea"/>
                <a:cs typeface="+mn-cs"/>
              </a:rPr>
              <a:t>ESP-BIG</a:t>
            </a:r>
            <a:r>
              <a:rPr lang="" sz="1200" b="0" u="none" strike="noStrike" kern="1200" dirty="0">
                <a:solidFill>
                  <a:schemeClr val="tx1"/>
                </a:solidFill>
                <a:effectLst/>
                <a:latin typeface="+mn-lt"/>
                <a:ea typeface="+mn-ea"/>
                <a:cs typeface="+mn-cs"/>
              </a:rPr>
              <a:t>). Ce travail marque l'aboutissement d'un stage de trois mois que j’ai effectué au sein de la société </a:t>
            </a:r>
            <a:r>
              <a:rPr lang="" sz="1200" b="1" u="none" strike="noStrike" kern="1200" dirty="0">
                <a:solidFill>
                  <a:schemeClr val="tx1"/>
                </a:solidFill>
                <a:effectLst/>
                <a:latin typeface="+mn-lt"/>
                <a:ea typeface="+mn-ea"/>
                <a:cs typeface="+mn-cs"/>
              </a:rPr>
              <a:t>AUXIMAD</a:t>
            </a:r>
            <a:r>
              <a:rPr lang="" sz="1200" b="0" u="none" strike="noStrike" kern="1200" dirty="0">
                <a:solidFill>
                  <a:schemeClr val="tx1"/>
                </a:solidFill>
                <a:effectLst/>
                <a:latin typeface="+mn-lt"/>
                <a:ea typeface="+mn-ea"/>
                <a:cs typeface="+mn-cs"/>
              </a:rPr>
              <a:t>. Le thème de mon mémoire porte sur la : </a:t>
            </a:r>
            <a:r>
              <a:rPr lang="" sz="1200" b="1" u="none" strike="noStrike" kern="1200" dirty="0">
                <a:solidFill>
                  <a:schemeClr val="tx1"/>
                </a:solidFill>
                <a:effectLst/>
                <a:latin typeface="+mn-lt"/>
                <a:ea typeface="+mn-ea"/>
                <a:cs typeface="+mn-cs"/>
              </a:rPr>
              <a:t>« CONCEPTION ET DEVELOPPEMENT D’UNE APPLICATION DE GESTION D’ASSURANCE AUTOMOBILE »</a:t>
            </a:r>
            <a:r>
              <a:rPr lang="" sz="1200" b="0" u="none" strike="noStrike" kern="1200" dirty="0">
                <a:solidFill>
                  <a:schemeClr val="tx1"/>
                </a:solidFill>
                <a:effectLst/>
                <a:latin typeface="+mn-lt"/>
                <a:ea typeface="+mn-ea"/>
                <a:cs typeface="+mn-cs"/>
              </a:rPr>
              <a:t>.</a:t>
            </a:r>
          </a:p>
        </p:txBody>
      </p:sp>
    </p:spTree>
    <p:extLst>
      <p:ext uri="{BB962C8B-B14F-4D97-AF65-F5344CB8AC3E}">
        <p14:creationId xmlns:p14="http://schemas.microsoft.com/office/powerpoint/2010/main" val="2118971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 sz="1200" b="1" u="none" strike="noStrike" kern="1200" dirty="0">
                <a:solidFill>
                  <a:schemeClr val="tx1"/>
                </a:solidFill>
                <a:effectLst/>
                <a:latin typeface="+mn-lt"/>
                <a:ea typeface="+mn-ea"/>
                <a:cs typeface="+mn-cs"/>
              </a:rPr>
              <a:t>Aujourd'hui, la numérisation est indispensable pour moderniser les entreprises, particulièrement pour la branche automobile d'AUXIASSUR qui gère la souscription, la facturation et les sinistres.</a:t>
            </a:r>
            <a:r>
              <a:rPr lang="" dirty="0"/>
              <a:t> Lors de mon analyse sur le terrain, j'ai constaté que ce service s'appuie encore sur des documents papier, des saisies manuelles et des outils séparés comme le logiciel Odoo et des fichiers Excel de secours. Ce fonctionnement crée de la lourdeur administrative, des retards et des risques d'erreurs. C'est ce constat qui m'a conduit à ma question centrale : comment optimiser et sécuriser tout le cycle de vie de ces contrats d'assurance, à travers un outil interne unique et un accès en ligne pour les clients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E0D05-4735-AE67-8D96-FDCDED792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027CB-A93C-ADB8-B547-CD7BEC793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A4709F-6F2C-86B4-004A-EF383E1C76E2}"/>
              </a:ext>
            </a:extLst>
          </p:cNvPr>
          <p:cNvSpPr>
            <a:spLocks noGrp="1"/>
          </p:cNvSpPr>
          <p:nvPr>
            <p:ph type="body" idx="1"/>
          </p:nvPr>
        </p:nvSpPr>
        <p:spPr/>
        <p:txBody>
          <a:bodyPr/>
          <a:lstStyle/>
          <a:p>
            <a:r>
              <a:rPr lang="" sz="1200" b="0" u="none" strike="noStrike" kern="1200" dirty="0">
                <a:solidFill>
                  <a:schemeClr val="tx1"/>
                </a:solidFill>
                <a:effectLst/>
                <a:latin typeface="+mn-lt"/>
                <a:ea typeface="+mn-ea"/>
                <a:cs typeface="+mn-cs"/>
              </a:rPr>
              <a:t>Après avoir exposé le contexte et l’intérêt de cette étude, il est important de préciser le plan de notre présentation, fidèle à la structure de notre mémoire :</a:t>
            </a:r>
          </a:p>
          <a:p>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Premièrement, la Partie I : L'Étude préalable</a:t>
            </a:r>
            <a:r>
              <a:rPr lang="" sz="1200" b="0" u="none" strike="noStrike" kern="1200" dirty="0">
                <a:solidFill>
                  <a:schemeClr val="tx1"/>
                </a:solidFill>
                <a:effectLst/>
                <a:latin typeface="+mn-lt"/>
                <a:ea typeface="+mn-ea"/>
                <a:cs typeface="+mn-cs"/>
              </a:rPr>
              <a:t>, qui posera le cadre général, l’analyse de l’existant et l'expression des besoins.</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Deuxièmement, la Partie II : L'Étude détaillée</a:t>
            </a:r>
            <a:r>
              <a:rPr lang="" sz="1200" b="0" u="none" strike="noStrike" kern="1200" dirty="0">
                <a:solidFill>
                  <a:schemeClr val="tx1"/>
                </a:solidFill>
                <a:effectLst/>
                <a:latin typeface="+mn-lt"/>
                <a:ea typeface="+mn-ea"/>
                <a:cs typeface="+mn-cs"/>
              </a:rPr>
              <a:t>, dédiée à la modélisation rigoureuse du système avec l'outil UML.</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Troisièmement, la Partie III : La Réalisation</a:t>
            </a:r>
            <a:r>
              <a:rPr lang="" sz="1200" b="0" u="none" strike="noStrike" kern="1200" dirty="0">
                <a:solidFill>
                  <a:schemeClr val="tx1"/>
                </a:solidFill>
                <a:effectLst/>
                <a:latin typeface="+mn-lt"/>
                <a:ea typeface="+mn-ea"/>
                <a:cs typeface="+mn-cs"/>
              </a:rPr>
              <a:t>, qui sera une démonstration en direct du projet.</a:t>
            </a:r>
          </a:p>
        </p:txBody>
      </p:sp>
      <p:sp>
        <p:nvSpPr>
          <p:cNvPr id="4" name="Slide Number Placeholder 3">
            <a:extLst>
              <a:ext uri="{FF2B5EF4-FFF2-40B4-BE49-F238E27FC236}">
                <a16:creationId xmlns:a16="http://schemas.microsoft.com/office/drawing/2014/main" id="{7BA8C3A8-74AE-1BB6-0049-71E72E514AC6}"/>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2747992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49401-264E-91B1-433D-4288B91A44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277393-318A-5B42-95B9-E27FFE4113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BAAEC4-9FC1-2371-24E8-E7F972F56846}"/>
              </a:ext>
            </a:extLst>
          </p:cNvPr>
          <p:cNvSpPr>
            <a:spLocks noGrp="1"/>
          </p:cNvSpPr>
          <p:nvPr>
            <p:ph type="body" idx="1"/>
          </p:nvPr>
        </p:nvSpPr>
        <p:spPr/>
        <p:txBody>
          <a:bodyPr/>
          <a:lstStyle/>
          <a:p>
            <a:r>
              <a:rPr lang="" sz="1200" b="0" u="none" strike="noStrike" kern="1200" dirty="0">
                <a:solidFill>
                  <a:schemeClr val="tx1"/>
                </a:solidFill>
                <a:effectLst/>
                <a:latin typeface="+mn-lt"/>
                <a:ea typeface="+mn-ea"/>
                <a:cs typeface="+mn-cs"/>
              </a:rPr>
              <a:t>Après avoir exposé le contexte et l’intérêt de cette étude, il est important de préciser le plan de notre présentation, fidèle à la structure de notre mémoire :</a:t>
            </a:r>
          </a:p>
          <a:p>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Premièrement, la Partie I : L'Étude préalable</a:t>
            </a:r>
            <a:r>
              <a:rPr lang="" sz="1200" b="0" u="none" strike="noStrike" kern="1200" dirty="0">
                <a:solidFill>
                  <a:schemeClr val="tx1"/>
                </a:solidFill>
                <a:effectLst/>
                <a:latin typeface="+mn-lt"/>
                <a:ea typeface="+mn-ea"/>
                <a:cs typeface="+mn-cs"/>
              </a:rPr>
              <a:t>, qui posera le cadre général, l’analyse de l’existant et l'expression des besoins.</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Deuxièmement, la Partie II : L'Étude détaillée</a:t>
            </a:r>
            <a:r>
              <a:rPr lang="" sz="1200" b="0" u="none" strike="noStrike" kern="1200" dirty="0">
                <a:solidFill>
                  <a:schemeClr val="tx1"/>
                </a:solidFill>
                <a:effectLst/>
                <a:latin typeface="+mn-lt"/>
                <a:ea typeface="+mn-ea"/>
                <a:cs typeface="+mn-cs"/>
              </a:rPr>
              <a:t>, dédiée à la modélisation rigoureuse du système avec l'outil UML.</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Troisièmement, la Partie III : La Réalisation</a:t>
            </a:r>
            <a:r>
              <a:rPr lang="" sz="1200" b="0" u="none" strike="noStrike" kern="1200" dirty="0">
                <a:solidFill>
                  <a:schemeClr val="tx1"/>
                </a:solidFill>
                <a:effectLst/>
                <a:latin typeface="+mn-lt"/>
                <a:ea typeface="+mn-ea"/>
                <a:cs typeface="+mn-cs"/>
              </a:rPr>
              <a:t>, qui sera une démonstration en direct du projet.</a:t>
            </a:r>
          </a:p>
        </p:txBody>
      </p:sp>
      <p:sp>
        <p:nvSpPr>
          <p:cNvPr id="4" name="Slide Number Placeholder 3">
            <a:extLst>
              <a:ext uri="{FF2B5EF4-FFF2-40B4-BE49-F238E27FC236}">
                <a16:creationId xmlns:a16="http://schemas.microsoft.com/office/drawing/2014/main" id="{BF3A689B-5446-83CF-B868-367A1E27BA2C}"/>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9208723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sz="1200" b="1" u="none" strike="noStrike" kern="1200" dirty="0">
                <a:solidFill>
                  <a:schemeClr val="tx1"/>
                </a:solidFill>
                <a:effectLst/>
                <a:latin typeface="+mn-lt"/>
                <a:ea typeface="+mn-ea"/>
                <a:cs typeface="+mn-cs"/>
              </a:rPr>
              <a:t>Pour situer le cadre de mon projet, il faut savoir qu'AUXIMAD est une entreprise historique.</a:t>
            </a:r>
            <a:r>
              <a:rPr lang="" dirty="0"/>
              <a:t> Fondée en 1902 avec le Wharf de Tamatave, elle prend officiellement le nom de Société Auxiliaire Maritime de Madagascar en 1952. C'est un acteur majeur de la logistique qui propose des services de consignation, transit, dédouanement, manutention, transport, entreposage et groupage. Pour diversifier ses activités, l'entreprise a créé le service </a:t>
            </a:r>
            <a:r>
              <a:rPr lang="" sz="1200" b="1" u="none" strike="noStrike" kern="1200" dirty="0">
                <a:solidFill>
                  <a:schemeClr val="tx1"/>
                </a:solidFill>
                <a:effectLst/>
                <a:latin typeface="+mn-lt"/>
                <a:ea typeface="+mn-ea"/>
                <a:cs typeface="+mn-cs"/>
              </a:rPr>
              <a:t>AUXIASSUR</a:t>
            </a:r>
            <a:r>
              <a:rPr lang="" dirty="0"/>
              <a:t>. Elle y opère comme Agent Général d'ARO, la compagnie leader à Madagascar qui détient </a:t>
            </a:r>
            <a:r>
              <a:rPr lang="" sz="1200" b="1" u="none" strike="noStrike" kern="1200" dirty="0">
                <a:solidFill>
                  <a:schemeClr val="tx1"/>
                </a:solidFill>
                <a:effectLst/>
                <a:latin typeface="+mn-lt"/>
                <a:ea typeface="+mn-ea"/>
                <a:cs typeface="+mn-cs"/>
              </a:rPr>
              <a:t>61,2 % de part de marché</a:t>
            </a:r>
            <a:r>
              <a:rPr lang="" dirty="0"/>
              <a:t>. C’est précisément pour moderniser la branche automobile de ce service qu'a été lancé </a:t>
            </a:r>
            <a:r>
              <a:rPr lang="" sz="1200" b="1" u="none" strike="noStrike" kern="1200" dirty="0">
                <a:solidFill>
                  <a:schemeClr val="tx1"/>
                </a:solidFill>
                <a:effectLst/>
                <a:latin typeface="+mn-lt"/>
                <a:ea typeface="+mn-ea"/>
                <a:cs typeface="+mn-cs"/>
              </a:rPr>
              <a:t>mon</a:t>
            </a:r>
            <a:r>
              <a:rPr lang="" dirty="0"/>
              <a:t> projet.</a:t>
            </a:r>
            <a:endParaRPr lang="" sz="1200" b="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 dirty="0"/>
              <a:t>Sur le plan organisationnel, l'entreprise est structurée en trois niveaux sous la Direction Générale, avec six services transversaux d'appui, dont le </a:t>
            </a:r>
            <a:r>
              <a:rPr lang="" sz="1200" b="0" i="1" u="none" strike="noStrike" kern="1200" dirty="0">
                <a:solidFill>
                  <a:schemeClr val="tx1"/>
                </a:solidFill>
                <a:effectLst/>
                <a:latin typeface="+mn-lt"/>
                <a:ea typeface="+mn-ea"/>
                <a:cs typeface="+mn-cs"/>
              </a:rPr>
              <a:t>Service Informatique et Technologique</a:t>
            </a:r>
            <a:r>
              <a:rPr lang="" dirty="0"/>
              <a:t> où j'ai effectué mon stage, ainsi que deux grandes directions opérationnelles. Enfin, sa force repose sur son maillage territorial, puisqu'elle dispose d'un </a:t>
            </a:r>
            <a:r>
              <a:rPr lang="" sz="1200" b="1" u="none" strike="noStrike" kern="1200" dirty="0">
                <a:solidFill>
                  <a:schemeClr val="tx1"/>
                </a:solidFill>
                <a:effectLst/>
                <a:latin typeface="+mn-lt"/>
                <a:ea typeface="+mn-ea"/>
                <a:cs typeface="+mn-cs"/>
              </a:rPr>
              <a:t>réseau interconnecté de 8 agences régionales</a:t>
            </a:r>
            <a:r>
              <a:rPr lang="" dirty="0"/>
              <a:t> réparties dans les principales villes portuaires et aéroportuaires de la Grande Île, garantissant une proximité immédiate avec ses clients.</a:t>
            </a:r>
            <a:endParaRPr lang="LID4096" dirty="0"/>
          </a:p>
        </p:txBody>
      </p:sp>
    </p:spTree>
    <p:extLst>
      <p:ext uri="{BB962C8B-B14F-4D97-AF65-F5344CB8AC3E}">
        <p14:creationId xmlns:p14="http://schemas.microsoft.com/office/powerpoint/2010/main" val="39722976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sz="1200" b="1" u="none" strike="noStrike" kern="1200" dirty="0">
                <a:solidFill>
                  <a:schemeClr val="tx1"/>
                </a:solidFill>
                <a:effectLst/>
                <a:latin typeface="+mn-lt"/>
                <a:ea typeface="+mn-ea"/>
                <a:cs typeface="+mn-cs"/>
              </a:rPr>
              <a:t>L'objectif général de mon projet est de concevoir une plateforme unique pour gérer tout le cycle de vie des contrats d'assurance automobile.</a:t>
            </a:r>
            <a:r>
              <a:rPr lang="" dirty="0"/>
              <a:t> Plus précisément, j'ai cherché à centraliser toutes les données et à automatiser entièrement les calculs complexes, comme les tarifs selon les profils, les remises pour les flottes de plus de 5 véhicules et la mise à jour du bonus-malus. J'ai aussi intégré un tableau de bord statistique pour aider la direction à prendre des décisions. Grâce à cette application, les résultats concrets sont majeurs pour AUXIMAD : elle supprime la double saisie papier et les fichiers Excel de secours. Les assurés gagnent en autonomie en envoyant leurs justificatifs directement sur un portail web, tandis que les agents profitent d'un travail plus fluide, avec des factures PDF générées instantanément et un suivi numérique transparent des sinistres.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3D28D-B2DA-0701-43E3-6547E37C1D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621928-DEDF-18A4-F991-4442039891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9384A7-1291-E573-578A-5F57D684028A}"/>
              </a:ext>
            </a:extLst>
          </p:cNvPr>
          <p:cNvSpPr>
            <a:spLocks noGrp="1"/>
          </p:cNvSpPr>
          <p:nvPr>
            <p:ph type="body" idx="1"/>
          </p:nvPr>
        </p:nvSpPr>
        <p:spPr/>
        <p:txBody>
          <a:bodyPr/>
          <a:lstStyle/>
          <a:p>
            <a:r>
              <a:rPr lang="" dirty="0"/>
              <a:t>Pour concevoir une solution adaptée, j’ai analysé le fonctionnement quotidien du service de production automobile d'AUXIASSUR. Ce service gère deux grands types d’opérations : le traitement des "affaires nouvelles" et la reconduction des contrats, appelés renouvellements. Trois profils collaborent de façon séquentielle : le chargé de production qui instruit le dossier, le Directeur d’agence qui valide, et enfin le caissier qui gère le règlement physique des primes.</a:t>
            </a:r>
          </a:p>
          <a:p>
            <a:endParaRPr lang="" dirty="0"/>
          </a:p>
          <a:p>
            <a:r>
              <a:rPr lang="" dirty="0"/>
              <a:t>La pièce maîtresse de ce système est la carte grise du véhicule. Sans elle, aucune procédure ne peut démarrer. Elle est complétée par la CIN du client pour générer le contrat officiel en trois exemplaires papier. Un exemplaire est remis au client après passage en caisse, un est conservé en agence, et le dernier est expédié physiquement au siège à la fin de chaque mois. </a:t>
            </a:r>
          </a:p>
          <a:p>
            <a:endParaRPr lang="" dirty="0"/>
          </a:p>
          <a:p>
            <a:r>
              <a:rPr lang="" dirty="0"/>
              <a:t>Sur le plan informatique, les agents s'appuient principalement sur le logiciel Odoo pour enregistrer les fiches des assurés. Cependant, l'analyse montre que le service utilise couramment Microsoft Excel comme outil complémentaire ou solution de secours appelée "mode dégradé" pour pallier manuellement les lenteurs ou les ruptures régulières de la connexion internet.</a:t>
            </a:r>
            <a:endParaRPr lang="en-US" dirty="0"/>
          </a:p>
        </p:txBody>
      </p:sp>
      <p:sp>
        <p:nvSpPr>
          <p:cNvPr id="4" name="Slide Number Placeholder 3">
            <a:extLst>
              <a:ext uri="{FF2B5EF4-FFF2-40B4-BE49-F238E27FC236}">
                <a16:creationId xmlns:a16="http://schemas.microsoft.com/office/drawing/2014/main" id="{8F3B2476-1C9C-0DA2-4D1A-913554F11C00}"/>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356544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sz="1200" b="1" i="1" u="none" strike="noStrike" kern="1200" dirty="0">
                <a:solidFill>
                  <a:schemeClr val="tx1"/>
                </a:solidFill>
                <a:effectLst/>
                <a:latin typeface="+mn-lt"/>
                <a:ea typeface="+mn-ea"/>
                <a:cs typeface="+mn-cs"/>
              </a:rPr>
              <a:t>Mon étude du terrain a révélé plusieurs problèmes importants qui expliquent mon projet, mais elle montre aussi des points forts essentiels à garder.</a:t>
            </a:r>
            <a:r>
              <a:rPr lang="" sz="1200" b="0" i="1" u="none" strike="noStrike" kern="1200" dirty="0">
                <a:solidFill>
                  <a:schemeClr val="tx1"/>
                </a:solidFill>
                <a:effectLst/>
                <a:latin typeface="+mn-lt"/>
                <a:ea typeface="+mn-ea"/>
                <a:cs typeface="+mn-cs"/>
              </a:rPr>
              <a:t> Même si le travail actuel est lourd à cause des saisies manuelles, des blocages du papier, des pannes de réseau et des envois tardifs au siège, il repose sur des règles très efficaces. </a:t>
            </a:r>
            <a:r>
              <a:rPr lang="" sz="1200" b="1" i="1" u="none" strike="noStrike" kern="1200" dirty="0">
                <a:solidFill>
                  <a:schemeClr val="tx1"/>
                </a:solidFill>
                <a:effectLst/>
                <a:latin typeface="+mn-lt"/>
                <a:ea typeface="+mn-ea"/>
                <a:cs typeface="+mn-cs"/>
              </a:rPr>
              <a:t>Le fonctionnement actuel assure une sécurité financière totale et un suivi précis, grâce à la règle des trois exemplaires et à la double vérification avec la caisse.</a:t>
            </a:r>
            <a:r>
              <a:rPr lang="" dirty="0"/>
              <a:t> Le but de </a:t>
            </a:r>
            <a:r>
              <a:rPr lang="" sz="1200" b="1" u="none" strike="noStrike" kern="1200" dirty="0">
                <a:solidFill>
                  <a:schemeClr val="tx1"/>
                </a:solidFill>
                <a:effectLst/>
                <a:latin typeface="+mn-lt"/>
                <a:ea typeface="+mn-ea"/>
                <a:cs typeface="+mn-cs"/>
              </a:rPr>
              <a:t>mon</a:t>
            </a:r>
            <a:r>
              <a:rPr lang="" dirty="0"/>
              <a:t> projet n'est pas de tout changer, mais de </a:t>
            </a:r>
            <a:r>
              <a:rPr lang="" sz="1200" b="1" u="none" strike="noStrike" kern="1200" dirty="0">
                <a:solidFill>
                  <a:schemeClr val="tx1"/>
                </a:solidFill>
                <a:effectLst/>
                <a:latin typeface="+mn-lt"/>
                <a:ea typeface="+mn-ea"/>
                <a:cs typeface="+mn-cs"/>
              </a:rPr>
              <a:t>passer au numérique pour supprimer les lenteurs tout en protégeant ces contrôles indispensables.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sz="1200" b="1" u="none" strike="noStrike" kern="1200" dirty="0">
                <a:solidFill>
                  <a:schemeClr val="tx1"/>
                </a:solidFill>
                <a:effectLst/>
                <a:latin typeface="+mn-lt"/>
                <a:ea typeface="+mn-ea"/>
                <a:cs typeface="+mn-cs"/>
              </a:rPr>
              <a:t>J'ai synthétisé ici une comparaison entre les deux solutions envisagées</a:t>
            </a:r>
            <a:r>
              <a:rPr lang="" dirty="0"/>
              <a:t> pour guider notre prise de décision.</a:t>
            </a:r>
          </a:p>
          <a:p>
            <a:endParaRPr lang="" dirty="0"/>
          </a:p>
          <a:p>
            <a:r>
              <a:rPr lang="" dirty="0"/>
              <a:t>Pour la comparaisons des solutions, sur le plan financier et logistique, l'Application Web l'emporte largement. Son </a:t>
            </a:r>
            <a:r>
              <a:rPr lang="" sz="1200" b="1" u="none" strike="noStrike" kern="1200" dirty="0">
                <a:solidFill>
                  <a:schemeClr val="tx1"/>
                </a:solidFill>
                <a:effectLst/>
                <a:latin typeface="+mn-lt"/>
                <a:ea typeface="+mn-ea"/>
                <a:cs typeface="+mn-cs"/>
              </a:rPr>
              <a:t>coût initial</a:t>
            </a:r>
            <a:r>
              <a:rPr lang="" dirty="0"/>
              <a:t> est modéré puisque j’ai exploité une stack open-source. Le </a:t>
            </a:r>
            <a:r>
              <a:rPr lang="" sz="1200" b="1" u="none" strike="noStrike" kern="1200" dirty="0">
                <a:solidFill>
                  <a:schemeClr val="tx1"/>
                </a:solidFill>
                <a:effectLst/>
                <a:latin typeface="+mn-lt"/>
                <a:ea typeface="+mn-ea"/>
                <a:cs typeface="+mn-cs"/>
              </a:rPr>
              <a:t>matériel nécessaire</a:t>
            </a:r>
            <a:r>
              <a:rPr lang="" dirty="0"/>
              <a:t> se limite au parc informatique existant : un simple navigateur web suffit pour y accéder, sans aucune installation locale. À l'inverse, le Logiciel Desktop exige un déploiement lourd, machine par machine, ce qui complique l'harmonisation des versions au sein de l'agence.</a:t>
            </a:r>
          </a:p>
          <a:p>
            <a:endParaRPr lang="" dirty="0"/>
          </a:p>
          <a:p>
            <a:r>
              <a:rPr lang="" dirty="0"/>
              <a:t>Ensuite, concernant l'aspect fonctionnel et humain, l'assurance automobile impose un suivi strict des échéances. L'application Web permet une </a:t>
            </a:r>
            <a:r>
              <a:rPr lang="" sz="1200" b="1" u="none" strike="noStrike" kern="1200" dirty="0">
                <a:solidFill>
                  <a:schemeClr val="tx1"/>
                </a:solidFill>
                <a:effectLst/>
                <a:latin typeface="+mn-lt"/>
                <a:ea typeface="+mn-ea"/>
                <a:cs typeface="+mn-cs"/>
              </a:rPr>
              <a:t>gestion des alertes</a:t>
            </a:r>
            <a:r>
              <a:rPr lang="" dirty="0"/>
              <a:t> centralisée et dynamique, capable de déclencher des tâches de fond automatisées. Côté </a:t>
            </a:r>
            <a:r>
              <a:rPr lang="" sz="1200" b="1" u="none" strike="noStrike" kern="1200" dirty="0">
                <a:solidFill>
                  <a:schemeClr val="tx1"/>
                </a:solidFill>
                <a:effectLst/>
                <a:latin typeface="+mn-lt"/>
                <a:ea typeface="+mn-ea"/>
                <a:cs typeface="+mn-cs"/>
              </a:rPr>
              <a:t>charges humaines</a:t>
            </a:r>
            <a:r>
              <a:rPr lang="" dirty="0"/>
              <a:t>, la maintenance d'une application web est entièrement centralisée sur le serveur. Si une mise à jour est nécessaire, le service informatique d'AUXIMAD l'applique en une seule fois au niveau central, évitant ainsi aux techniciens de devoir intervenir physiquement sur chaque ordinateur de l'entreprise.</a:t>
            </a:r>
          </a:p>
          <a:p>
            <a:endParaRPr lang="" dirty="0"/>
          </a:p>
          <a:p>
            <a:r>
              <a:rPr lang="" dirty="0"/>
              <a:t>C’est l’ensemble de ces arguments technico-économiques qui ma naturellement conduits à retenir la </a:t>
            </a:r>
            <a:r>
              <a:rPr lang="" sz="1200" b="1" u="none" strike="noStrike" kern="1200" dirty="0">
                <a:solidFill>
                  <a:schemeClr val="tx1"/>
                </a:solidFill>
                <a:effectLst/>
                <a:latin typeface="+mn-lt"/>
                <a:ea typeface="+mn-ea"/>
                <a:cs typeface="+mn-cs"/>
              </a:rPr>
              <a:t>Solution Web</a:t>
            </a:r>
            <a:r>
              <a:rPr lang="" dirty="0"/>
              <a:t> pour concevoir l'application AUXIDRIVE.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sz="1200" b="1" u="none" strike="noStrike" kern="1200" dirty="0">
                <a:solidFill>
                  <a:schemeClr val="tx1"/>
                </a:solidFill>
                <a:effectLst/>
                <a:latin typeface="+mn-lt"/>
                <a:ea typeface="+mn-ea"/>
                <a:cs typeface="+mn-cs"/>
              </a:rPr>
              <a:t>Le choix d'une application web sur-mesure s'impose comme la solution la plus stratégique pour AUXIMAD</a:t>
            </a:r>
            <a:r>
              <a:rPr lang="" dirty="0"/>
              <a:t>, portée par une architecture web qui répond à trois critères opérationnels majeurs. D'une part, elle offre aux assurés un </a:t>
            </a:r>
            <a:r>
              <a:rPr lang="" sz="1200" b="1" u="none" strike="noStrike" kern="1200" dirty="0">
                <a:solidFill>
                  <a:schemeClr val="tx1"/>
                </a:solidFill>
                <a:effectLst/>
                <a:latin typeface="+mn-lt"/>
                <a:ea typeface="+mn-ea"/>
                <a:cs typeface="+mn-cs"/>
              </a:rPr>
              <a:t>accès immédiat</a:t>
            </a:r>
            <a:r>
              <a:rPr lang="" dirty="0"/>
              <a:t> et à distance via un simple navigateur, tout en garantissant au service informatique une </a:t>
            </a:r>
            <a:r>
              <a:rPr lang="" sz="1200" b="1" u="none" strike="noStrike" kern="1200" dirty="0">
                <a:solidFill>
                  <a:schemeClr val="tx1"/>
                </a:solidFill>
                <a:effectLst/>
                <a:latin typeface="+mn-lt"/>
                <a:ea typeface="+mn-ea"/>
                <a:cs typeface="+mn-cs"/>
              </a:rPr>
              <a:t>maintenance centralisée</a:t>
            </a:r>
            <a:r>
              <a:rPr lang="" dirty="0"/>
              <a:t> et instantanée sans intervention poste par poste. D'autre part, son interface est parfaitement calibrée pour les besoins du backoffice, facilitant la saisie de volumes importants de données pour la gestion des flottes d'automobiles. Pour concrétiser cette solution, l'écosystème s'appuie sur une pile technologique moderne et robuste : un frontend sous </a:t>
            </a:r>
            <a:r>
              <a:rPr lang="" sz="1200" b="1" u="none" strike="noStrike" kern="1200" dirty="0">
                <a:solidFill>
                  <a:schemeClr val="tx1"/>
                </a:solidFill>
                <a:effectLst/>
                <a:latin typeface="+mn-lt"/>
                <a:ea typeface="+mn-ea"/>
                <a:cs typeface="+mn-cs"/>
              </a:rPr>
              <a:t>Angular et Bootstrap</a:t>
            </a:r>
            <a:r>
              <a:rPr lang="" dirty="0"/>
              <a:t> pour l'ergonomie, un backend propulsé par </a:t>
            </a:r>
            <a:r>
              <a:rPr lang="" sz="1200" b="1" u="none" strike="noStrike" kern="1200" dirty="0">
                <a:solidFill>
                  <a:schemeClr val="tx1"/>
                </a:solidFill>
                <a:effectLst/>
                <a:latin typeface="+mn-lt"/>
                <a:ea typeface="+mn-ea"/>
                <a:cs typeface="+mn-cs"/>
              </a:rPr>
              <a:t>Spring Boot (API REST)</a:t>
            </a:r>
            <a:r>
              <a:rPr lang="" dirty="0"/>
              <a:t> pour sécuriser les transactions et automatiser les calculs, ainsi qu'une base de données </a:t>
            </a:r>
            <a:r>
              <a:rPr lang="" sz="1200" b="1" u="none" strike="noStrike" kern="1200" dirty="0">
                <a:solidFill>
                  <a:schemeClr val="tx1"/>
                </a:solidFill>
                <a:effectLst/>
                <a:latin typeface="+mn-lt"/>
                <a:ea typeface="+mn-ea"/>
                <a:cs typeface="+mn-cs"/>
              </a:rPr>
              <a:t>MySQL</a:t>
            </a:r>
            <a:r>
              <a:rPr lang="" dirty="0"/>
              <a:t>. L'ensemble de cette implémentation a été sécurisé en amont par une phase rigoureuse de </a:t>
            </a:r>
            <a:r>
              <a:rPr lang="" sz="1200" b="1" u="none" strike="noStrike" kern="1200" dirty="0">
                <a:solidFill>
                  <a:schemeClr val="tx1"/>
                </a:solidFill>
                <a:effectLst/>
                <a:latin typeface="+mn-lt"/>
                <a:ea typeface="+mn-ea"/>
                <a:cs typeface="+mn-cs"/>
              </a:rPr>
              <a:t>modélisation UML</a:t>
            </a:r>
            <a:r>
              <a:rPr lang="" dirty="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pPr rtl="0"/>
            <a:r>
              <a:rPr lang="" sz="1200" b="1" u="none" strike="noStrike" kern="1200" dirty="0">
                <a:solidFill>
                  <a:schemeClr val="tx1"/>
                </a:solidFill>
                <a:effectLst/>
                <a:latin typeface="+mn-lt"/>
                <a:ea typeface="+mn-ea"/>
                <a:cs typeface="+mn-cs"/>
              </a:rPr>
              <a:t>Ce diagramme de Gantt présente le déroulement de mon projet sur 9 semaines, du 13 août au 13 octobre 2026, structuré en quatre grandes phases.</a:t>
            </a:r>
            <a:r>
              <a:rPr lang="" dirty="0"/>
              <a:t> Tout a commencé par l'analyse de l'entreprise et de l'existant pour rédiger le cahier des charges. J'ai enchaîné avec la conception UML, puis le développement du backend et du frontend. Cette réalisation a été la partie la plus longue et m'a pris plus de temps que prévu, ce qui a réduit le délai pour les tests et le guide utilisateur en fin de parcours. Enfin, j'ai écrit mon mémoire au fil de l'eau sur toute la durée du projet, en réservant le dernier jour pour la relecture finale. </a:t>
            </a:r>
            <a:r>
              <a:rPr lang="" sz="1200" b="1" u="none" strike="noStrike" kern="1200" dirty="0">
                <a:solidFill>
                  <a:schemeClr val="tx1"/>
                </a:solidFill>
                <a:effectLst/>
                <a:latin typeface="+mn-lt"/>
                <a:ea typeface="+mn-ea"/>
                <a:cs typeface="+mn-cs"/>
              </a:rPr>
              <a:t>En résumé, malgré un développement gourmand en temps, j'ai réussi à mener de front l'analyse, la conception, la réalisation et la rédaction.</a:t>
            </a:r>
            <a:endParaRPr lang="LID4096" dirty="0"/>
          </a:p>
        </p:txBody>
      </p:sp>
    </p:spTree>
    <p:extLst>
      <p:ext uri="{BB962C8B-B14F-4D97-AF65-F5344CB8AC3E}">
        <p14:creationId xmlns:p14="http://schemas.microsoft.com/office/powerpoint/2010/main" val="11191316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Nous abordons à présent la deuxième partie de notre présentation, dédiée à l’Étude détaillée et à la modélisation UML de notre système.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Pour garantir la robustesse et la pérennité de l'application </a:t>
            </a:r>
            <a:r>
              <a:rPr lang="" sz="1200" b="1" u="none" strike="noStrike" kern="1200" dirty="0">
                <a:solidFill>
                  <a:schemeClr val="tx1"/>
                </a:solidFill>
                <a:effectLst/>
                <a:latin typeface="+mn-lt"/>
                <a:ea typeface="+mn-ea"/>
                <a:cs typeface="+mn-cs"/>
              </a:rPr>
              <a:t>AUXIDRIVE</a:t>
            </a:r>
            <a:r>
              <a:rPr lang="" dirty="0"/>
              <a:t>, j’ai adopté une démarche orientée objet à l’aide du langage de modélisation standardisé UML. Cette étape essentielle m’a permis de traduire toutes les règles complexes du secteur de l'assurance automobile en modèles logiques rigoureux avant d'attaquer la phase de codage.</a:t>
            </a:r>
          </a:p>
          <a:p>
            <a:endParaRPr lang="" dirty="0"/>
          </a:p>
          <a:p>
            <a:r>
              <a:rPr lang="" dirty="0"/>
              <a:t>Afin de structurer au mieux le système, j’ai conçu une suite complète de diagrammes. J’ai d'abord isolé les droits de chaque utilisateur avec le </a:t>
            </a:r>
            <a:r>
              <a:rPr lang="" sz="1200" b="1" u="none" strike="noStrike" kern="1200" dirty="0">
                <a:solidFill>
                  <a:schemeClr val="tx1"/>
                </a:solidFill>
                <a:effectLst/>
                <a:latin typeface="+mn-lt"/>
                <a:ea typeface="+mn-ea"/>
                <a:cs typeface="+mn-cs"/>
              </a:rPr>
              <a:t>diagramme de cas d'utilisation</a:t>
            </a:r>
            <a:r>
              <a:rPr lang="" dirty="0"/>
              <a:t>, modélisé la chronologie des processus critiques comme l'inscription ou la souscription de flotte avec les </a:t>
            </a:r>
            <a:r>
              <a:rPr lang="" sz="1200" b="1" u="none" strike="noStrike" kern="1200" dirty="0">
                <a:solidFill>
                  <a:schemeClr val="tx1"/>
                </a:solidFill>
                <a:effectLst/>
                <a:latin typeface="+mn-lt"/>
                <a:ea typeface="+mn-ea"/>
                <a:cs typeface="+mn-cs"/>
              </a:rPr>
              <a:t>diagrammes de séquence</a:t>
            </a:r>
            <a:r>
              <a:rPr lang="" dirty="0"/>
              <a:t>, et posé la structure de notre base de données grâce au </a:t>
            </a:r>
            <a:r>
              <a:rPr lang="" sz="1200" b="1" u="none" strike="noStrike" kern="1200" dirty="0">
                <a:solidFill>
                  <a:schemeClr val="tx1"/>
                </a:solidFill>
                <a:effectLst/>
                <a:latin typeface="+mn-lt"/>
                <a:ea typeface="+mn-ea"/>
                <a:cs typeface="+mn-cs"/>
              </a:rPr>
              <a:t>diagramme de classes</a:t>
            </a:r>
            <a:r>
              <a:rPr lang="" dirty="0"/>
              <a:t>.</a:t>
            </a:r>
          </a:p>
          <a:p>
            <a:endParaRPr lang="" dirty="0"/>
          </a:p>
          <a:p>
            <a:r>
              <a:rPr lang="" dirty="0"/>
              <a:t>Afin d'optimiser le temps imparti pour cette présentation orale et d'aller directement à l'essentiel de notre réalisation, </a:t>
            </a:r>
            <a:r>
              <a:rPr lang="" sz="1200" b="1" u="none" strike="noStrike" kern="1200" dirty="0">
                <a:solidFill>
                  <a:schemeClr val="tx1"/>
                </a:solidFill>
                <a:effectLst/>
                <a:latin typeface="+mn-lt"/>
                <a:ea typeface="+mn-ea"/>
                <a:cs typeface="+mn-cs"/>
              </a:rPr>
              <a:t>l'intégralité des visuels et l'analyse détaillée étape par étape de ces diagrammes UML sont consignées dans notre mémoire</a:t>
            </a:r>
            <a:r>
              <a:rPr lang="" dirty="0"/>
              <a:t>. Je vous invite à vous y référer pour en examiner les spécificités techniques.</a:t>
            </a:r>
          </a:p>
          <a:p>
            <a:endParaRPr lang="" dirty="0"/>
          </a:p>
          <a:p>
            <a:r>
              <a:rPr lang="" dirty="0"/>
              <a:t>Sans plus attendre, je vous propose de basculer vers la troisième grande partie de notre exposé, dédiée à la réalisation technique et concrète de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99A98-0425-2CC7-3574-E1F53EBA04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2861F-67E9-0948-A22F-C7068219E4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AB6FD0-43BD-7E10-8F60-8E712ADA98A1}"/>
              </a:ext>
            </a:extLst>
          </p:cNvPr>
          <p:cNvSpPr>
            <a:spLocks noGrp="1"/>
          </p:cNvSpPr>
          <p:nvPr>
            <p:ph type="body" idx="1"/>
          </p:nvPr>
        </p:nvSpPr>
        <p:spPr/>
        <p:txBody>
          <a:bodyPr/>
          <a:lstStyle/>
          <a:p>
            <a:r>
              <a:rPr lang="" dirty="0"/>
              <a:t>Pour garantir la robustesse et la pérennité de l'application </a:t>
            </a:r>
            <a:r>
              <a:rPr lang="" sz="1200" b="1" u="none" strike="noStrike" kern="1200" dirty="0">
                <a:solidFill>
                  <a:schemeClr val="tx1"/>
                </a:solidFill>
                <a:effectLst/>
                <a:latin typeface="+mn-lt"/>
                <a:ea typeface="+mn-ea"/>
                <a:cs typeface="+mn-cs"/>
              </a:rPr>
              <a:t>AUXIDRIVE</a:t>
            </a:r>
            <a:r>
              <a:rPr lang="" dirty="0"/>
              <a:t>, j’ai adopté une démarche orientée objet à l’aide du langage de modélisation standardisé UML. Cette étape essentielle m’a permis de traduire toutes les règles complexes du secteur de l'assurance automobile en modèles logiques rigoureux avant d'attaquer la phase de codage.</a:t>
            </a:r>
          </a:p>
          <a:p>
            <a:endParaRPr lang="" dirty="0"/>
          </a:p>
          <a:p>
            <a:r>
              <a:rPr lang="" dirty="0"/>
              <a:t>Afin de structurer au mieux le système, j’ai conçu une suite complète de diagrammes. J’ai d'abord isolé les droits de chaque utilisateur avec le </a:t>
            </a:r>
            <a:r>
              <a:rPr lang="" sz="1200" b="1" u="none" strike="noStrike" kern="1200" dirty="0">
                <a:solidFill>
                  <a:schemeClr val="tx1"/>
                </a:solidFill>
                <a:effectLst/>
                <a:latin typeface="+mn-lt"/>
                <a:ea typeface="+mn-ea"/>
                <a:cs typeface="+mn-cs"/>
              </a:rPr>
              <a:t>diagramme de cas d'utilisation</a:t>
            </a:r>
            <a:r>
              <a:rPr lang="" dirty="0"/>
              <a:t>, modélisé la chronologie des processus critiques comme l'inscription ou la souscription de flotte avec les </a:t>
            </a:r>
            <a:r>
              <a:rPr lang="" sz="1200" b="1" u="none" strike="noStrike" kern="1200" dirty="0">
                <a:solidFill>
                  <a:schemeClr val="tx1"/>
                </a:solidFill>
                <a:effectLst/>
                <a:latin typeface="+mn-lt"/>
                <a:ea typeface="+mn-ea"/>
                <a:cs typeface="+mn-cs"/>
              </a:rPr>
              <a:t>diagrammes de séquence</a:t>
            </a:r>
            <a:r>
              <a:rPr lang="" dirty="0"/>
              <a:t>, et posé la structure de notre base de données grâce au </a:t>
            </a:r>
            <a:r>
              <a:rPr lang="" sz="1200" b="1" u="none" strike="noStrike" kern="1200" dirty="0">
                <a:solidFill>
                  <a:schemeClr val="tx1"/>
                </a:solidFill>
                <a:effectLst/>
                <a:latin typeface="+mn-lt"/>
                <a:ea typeface="+mn-ea"/>
                <a:cs typeface="+mn-cs"/>
              </a:rPr>
              <a:t>diagramme de classes</a:t>
            </a:r>
            <a:r>
              <a:rPr lang="" dirty="0"/>
              <a:t>.</a:t>
            </a:r>
          </a:p>
          <a:p>
            <a:endParaRPr lang="" dirty="0"/>
          </a:p>
          <a:p>
            <a:r>
              <a:rPr lang="" dirty="0"/>
              <a:t>Afin d'optimiser le temps imparti pour cette présentation orale et d'aller directement à l'essentiel de notre réalisation, </a:t>
            </a:r>
            <a:r>
              <a:rPr lang="" sz="1200" b="1" u="none" strike="noStrike" kern="1200" dirty="0">
                <a:solidFill>
                  <a:schemeClr val="tx1"/>
                </a:solidFill>
                <a:effectLst/>
                <a:latin typeface="+mn-lt"/>
                <a:ea typeface="+mn-ea"/>
                <a:cs typeface="+mn-cs"/>
              </a:rPr>
              <a:t>l'intégralité des visuels et l'analyse détaillée étape par étape de ces diagrammes UML sont consignées dans notre mémoire</a:t>
            </a:r>
            <a:r>
              <a:rPr lang="" dirty="0"/>
              <a:t>. Je vous invite à vous y référer pour en examiner les spécificités techniques.</a:t>
            </a:r>
          </a:p>
          <a:p>
            <a:endParaRPr lang="" dirty="0"/>
          </a:p>
          <a:p>
            <a:r>
              <a:rPr lang="" dirty="0"/>
              <a:t>Sans plus attendre, je vous propose de basculer vers la troisième grande partie de notre exposé, dédiée à la réalisation technique et concrète de l'application.</a:t>
            </a:r>
            <a:endParaRPr lang="en-US" dirty="0"/>
          </a:p>
        </p:txBody>
      </p:sp>
      <p:sp>
        <p:nvSpPr>
          <p:cNvPr id="4" name="Slide Number Placeholder 3">
            <a:extLst>
              <a:ext uri="{FF2B5EF4-FFF2-40B4-BE49-F238E27FC236}">
                <a16:creationId xmlns:a16="http://schemas.microsoft.com/office/drawing/2014/main" id="{F95893EC-1522-BE1D-23D6-8C268D3A3101}"/>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5951370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4B1C6-3AF0-7BA6-1600-F7415AFDED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3A9F23-6FBD-493B-7CB6-18943E5A15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5EBC2E-F77E-3A28-8547-0F216CE9389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01C940-C168-7AC3-B0E1-974A8CEF116F}"/>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2390468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dirty="0"/>
              <a:t>Nous entamons à présent la troisième et dernière partie de notre exposé, entièrement consacrée à la Réalisation technique de l’application.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B774B-5E94-8671-C615-13D4408DA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738AE2-476C-F25A-1DB6-5B471AC539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B04122-424E-F98D-84ED-85ADD0A1D3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F0FA0E-A92C-7E19-60C6-B31823B4EE60}"/>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8408902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En conclusion, ce projet a représenté un défi technologique et fonctionnel majeur. L'application </a:t>
            </a:r>
            <a:r>
              <a:rPr lang="" sz="1200" b="1" u="none" strike="noStrike" kern="1200" dirty="0">
                <a:solidFill>
                  <a:schemeClr val="tx1"/>
                </a:solidFill>
                <a:effectLst/>
                <a:latin typeface="+mn-lt"/>
                <a:ea typeface="+mn-ea"/>
                <a:cs typeface="+mn-cs"/>
              </a:rPr>
              <a:t>AUXIDRIVE</a:t>
            </a:r>
            <a:r>
              <a:rPr lang="" dirty="0"/>
              <a:t> que j’ai conçue et développée répond avec précision aux exigences du cahier des charges initial. Elle offre une transition numérique concrète pour l'entreprise en éliminant les tâches manuelles redondantes, les risques d'erreurs de saisie et la dépendance critique aux outils bureautiques fragmentés comme Excel. </a:t>
            </a:r>
          </a:p>
          <a:p>
            <a:endParaRPr lang="" dirty="0"/>
          </a:p>
          <a:p>
            <a:r>
              <a:rPr lang="" dirty="0"/>
              <a:t>Comme tout projet logiciel, cette plateforme reste évolutive. Parmi les perspectives à court terme, Je prévois de finaliser la gestion fine du mode déconnecté pour garantir une continuité parfaite du service en cas de panne réseau. Je dois également valider auprès de la direction de production les formules exactes liées aux codes de taxes spécifiques de l'assurance automobile. À plus long terme, l'intégration d'un module de paiement en ligne via les solutions locales de Mobile Money constituera un atout stratégique majeur.</a:t>
            </a:r>
          </a:p>
          <a:p>
            <a:endParaRPr lang="" dirty="0"/>
          </a:p>
          <a:p>
            <a:r>
              <a:rPr lang="" dirty="0"/>
              <a:t>Sur un plan personnel et professionnel, ce stage de trois mois au sein du </a:t>
            </a:r>
            <a:r>
              <a:rPr lang="" sz="1200" b="0" i="1" u="none" strike="noStrike" kern="1200" dirty="0">
                <a:solidFill>
                  <a:schemeClr val="tx1"/>
                </a:solidFill>
                <a:effectLst/>
                <a:latin typeface="+mn-lt"/>
                <a:ea typeface="+mn-ea"/>
                <a:cs typeface="+mn-cs"/>
              </a:rPr>
              <a:t>Service Informatique et Technologique</a:t>
            </a:r>
            <a:r>
              <a:rPr lang="" dirty="0"/>
              <a:t> d'AUXIMAD a été d'une immense valeur. Il m'a permis de faire le pont entre la théorie académique dispensée à l’</a:t>
            </a:r>
            <a:r>
              <a:rPr lang="" sz="1200" b="1" u="none" strike="noStrike" kern="1200" dirty="0">
                <a:solidFill>
                  <a:schemeClr val="tx1"/>
                </a:solidFill>
                <a:effectLst/>
                <a:latin typeface="+mn-lt"/>
                <a:ea typeface="+mn-ea"/>
                <a:cs typeface="+mn-cs"/>
              </a:rPr>
              <a:t>ESP-BIG</a:t>
            </a:r>
            <a:r>
              <a:rPr lang="" dirty="0"/>
              <a:t> et les exigences industrielles concrètes du monde du travail, tout en consolidant mes compétences sur des frameworks de référence comme Spring Boot et Angular.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268429-B755-370F-6083-9F52E9A09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BD67E-663C-C59E-6190-E9A81D763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2CDB94-9983-54F5-97AD-61C9563A645F}"/>
              </a:ext>
            </a:extLst>
          </p:cNvPr>
          <p:cNvSpPr>
            <a:spLocks noGrp="1"/>
          </p:cNvSpPr>
          <p:nvPr>
            <p:ph type="body" idx="1"/>
          </p:nvPr>
        </p:nvSpPr>
        <p:spPr/>
        <p:txBody>
          <a:bodyPr/>
          <a:lstStyle/>
          <a:p>
            <a:r>
              <a:rPr lang="" dirty="0"/>
              <a:t>En conclusion, ce projet a représenté un défi technologique et fonctionnel majeur. L'application </a:t>
            </a:r>
            <a:r>
              <a:rPr lang="" sz="1200" b="1" u="none" strike="noStrike" kern="1200" dirty="0">
                <a:solidFill>
                  <a:schemeClr val="tx1"/>
                </a:solidFill>
                <a:effectLst/>
                <a:latin typeface="+mn-lt"/>
                <a:ea typeface="+mn-ea"/>
                <a:cs typeface="+mn-cs"/>
              </a:rPr>
              <a:t>AUXIASSUR</a:t>
            </a:r>
            <a:r>
              <a:rPr lang="" dirty="0"/>
              <a:t> que j’ai conçue et développée répond avec précision aux exigences du cahier des charges initial. Elle offre une transition numérique concrète pour l'entreprise en éliminant les tâches manuelles redondantes, les risques d'erreurs de saisie et la dépendance critique aux outils bureautiques fragmentés comme Excel. </a:t>
            </a:r>
          </a:p>
          <a:p>
            <a:endParaRPr lang="" dirty="0"/>
          </a:p>
          <a:p>
            <a:r>
              <a:rPr lang="" dirty="0"/>
              <a:t>Comme tout projet logiciel, cette plateforme reste évolutive. Parmi les perspectives à court terme, Je prévois de finaliser la gestion fine du mode déconnecté pour garantir une continuité parfaite du service en cas de panne réseau et l'intégration d'un module de paiement en ligne via les solutions locales de Mobile Money constituera un atout stratégique majeur.</a:t>
            </a:r>
          </a:p>
          <a:p>
            <a:endParaRPr lang="" dirty="0"/>
          </a:p>
          <a:p>
            <a:r>
              <a:rPr lang="" dirty="0"/>
              <a:t>Sur un plan personnel et professionnel, ce stage de trois mois au sein du </a:t>
            </a:r>
            <a:r>
              <a:rPr lang="" sz="1200" b="0" i="1" u="none" strike="noStrike" kern="1200" dirty="0">
                <a:solidFill>
                  <a:schemeClr val="tx1"/>
                </a:solidFill>
                <a:effectLst/>
                <a:latin typeface="+mn-lt"/>
                <a:ea typeface="+mn-ea"/>
                <a:cs typeface="+mn-cs"/>
              </a:rPr>
              <a:t>Service Informatique et Technologique</a:t>
            </a:r>
            <a:r>
              <a:rPr lang="" dirty="0"/>
              <a:t> d'AUXIMAD a été d'une immense valeur. Il m'a permis de faire le pont entre la théorie académique dispensée à l’</a:t>
            </a:r>
            <a:r>
              <a:rPr lang="" sz="1200" b="1" u="none" strike="noStrike" kern="1200" dirty="0">
                <a:solidFill>
                  <a:schemeClr val="tx1"/>
                </a:solidFill>
                <a:effectLst/>
                <a:latin typeface="+mn-lt"/>
                <a:ea typeface="+mn-ea"/>
                <a:cs typeface="+mn-cs"/>
              </a:rPr>
              <a:t>ESP-BIG</a:t>
            </a:r>
            <a:r>
              <a:rPr lang="" dirty="0"/>
              <a:t> et les exigences industrielles concrètes du monde du travail, tout en consolidant mes compétences sur des frameworks de référence comme Spring Boot et Angular.</a:t>
            </a:r>
          </a:p>
        </p:txBody>
      </p:sp>
      <p:sp>
        <p:nvSpPr>
          <p:cNvPr id="4" name="Slide Number Placeholder 3">
            <a:extLst>
              <a:ext uri="{FF2B5EF4-FFF2-40B4-BE49-F238E27FC236}">
                <a16:creationId xmlns:a16="http://schemas.microsoft.com/office/drawing/2014/main" id="{124DEC37-7A61-AF6B-2CF6-D619541C04B1}"/>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8327487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5AAC3-B9F3-11B2-FE86-78FC985F49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91D841-A564-6072-8C13-5399B210F6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F1AB81-F7D8-1418-2C0A-14BE6FCD795B}"/>
              </a:ext>
            </a:extLst>
          </p:cNvPr>
          <p:cNvSpPr>
            <a:spLocks noGrp="1"/>
          </p:cNvSpPr>
          <p:nvPr>
            <p:ph type="body" idx="1"/>
          </p:nvPr>
        </p:nvSpPr>
        <p:spPr/>
        <p:txBody>
          <a:bodyPr/>
          <a:lstStyle/>
          <a:p>
            <a:r>
              <a:rPr lang="" dirty="0"/>
              <a:t>Ainsi s’achève notre exposé.</a:t>
            </a:r>
            <a:br>
              <a:rPr lang="" dirty="0"/>
            </a:br>
            <a:r>
              <a:rPr lang="" sz="1200" b="1" u="none" strike="noStrike" kern="1200" dirty="0">
                <a:solidFill>
                  <a:schemeClr val="tx1"/>
                </a:solidFill>
                <a:effectLst/>
                <a:latin typeface="+mn-lt"/>
                <a:ea typeface="+mn-ea"/>
                <a:cs typeface="+mn-cs"/>
              </a:rPr>
              <a:t>Mesdames et messieurs les membres du jury, Monsieur le Président du Jury,</a:t>
            </a:r>
            <a:br>
              <a:rPr lang="" dirty="0"/>
            </a:br>
            <a:r>
              <a:rPr lang="" dirty="0"/>
              <a:t>Je vous remercie chaleureusement pour votre précieuse attention, et je suis désormais entièrement disposé à recevoir vos éventuelles questions, critiques et observations. </a:t>
            </a:r>
            <a:endParaRPr lang="en-US" dirty="0"/>
          </a:p>
        </p:txBody>
      </p:sp>
      <p:sp>
        <p:nvSpPr>
          <p:cNvPr id="4" name="Slide Number Placeholder 3">
            <a:extLst>
              <a:ext uri="{FF2B5EF4-FFF2-40B4-BE49-F238E27FC236}">
                <a16:creationId xmlns:a16="http://schemas.microsoft.com/office/drawing/2014/main" id="{E62DE317-2F01-8275-EE6A-1C7E708AA9A3}"/>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4317674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rtlCol="0"/>
          <a:lstStyle>
            <a:lvl1pPr marL="0" indent="0" algn="l">
              <a:buNone/>
              <a:defRPr lang="en-US" sz="3400" b="1" dirty="0">
                <a:solidFill>
                  <a:schemeClr val="tx2"/>
                </a:solidFill>
              </a:defRPr>
            </a:lvl1pPr>
          </a:lstStyle>
          <a:p>
            <a:pPr marL="0" indent="0" algn="l">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100" dirty="0">
                <a:solidFill>
                  <a:schemeClr val="tx1"/>
                </a:solidFill>
              </a:rPr>
              <a:t>AUXIASSUR  |  PFE Licence Génie Logiciel, ESP-BIG</a:t>
            </a:r>
            <a:endParaRPr lang="en-US" sz="11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fld id="{F7021451-1387-4CA6-816F-3879F97B5CBC}" type="slidenum">
              <a:rPr lang="en-US" b="0"/>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7863840" cy="201168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4023360"/>
            <a:ext cx="7863840" cy="822960"/>
          </a:xfrm>
          <a:prstGeom prst="rect">
            <a:avLst/>
          </a:prstGeom>
          <a:noFill/>
          <a:ln/>
        </p:spPr>
        <p:txBody>
          <a:bodyPr wrap="square" rtlCol="0"/>
          <a:lstStyle>
            <a:lvl1pPr marL="0" indent="0" algn="l">
              <a:buNone/>
              <a:defRPr lang="en-US" sz="2200" dirty="0">
                <a:solidFill>
                  <a:schemeClr val="accent1"/>
                </a:solidFill>
              </a:defRPr>
            </a:lvl1pPr>
          </a:lstStyle>
          <a:p>
            <a:pPr marL="0" indent="0" algn="l">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515600" cy="109728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657600"/>
            <a:ext cx="10515600" cy="914400"/>
          </a:xfrm>
          <a:prstGeom prst="rect">
            <a:avLst/>
          </a:prstGeom>
          <a:noFill/>
          <a:ln/>
        </p:spPr>
        <p:txBody>
          <a:bodyPr wrap="square" rtlCol="0"/>
          <a:lstStyle>
            <a:lvl1pPr marL="0" indent="0" algn="l">
              <a:buNone/>
              <a:defRPr lang="en-US" sz="2200" dirty="0">
                <a:solidFill>
                  <a:schemeClr val="accent1"/>
                </a:solidFill>
              </a:defRPr>
            </a:lvl1pPr>
          </a:lstStyle>
          <a:p>
            <a:pPr marL="0" indent="0" algn="l">
              <a:buNone/>
            </a:pPr>
            <a:endParaRPr lang="en-US" sz="2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E1A0C97-8325-0142-AFFB-31985B2E21DA}"/>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LID4096"/>
          </a:p>
        </p:txBody>
      </p:sp>
      <p:sp>
        <p:nvSpPr>
          <p:cNvPr id="3" name="Sous-titre 2">
            <a:extLst>
              <a:ext uri="{FF2B5EF4-FFF2-40B4-BE49-F238E27FC236}">
                <a16:creationId xmlns:a16="http://schemas.microsoft.com/office/drawing/2014/main" id="{D9EC0AEB-83F2-C88A-0921-BFD7CA2415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LID4096"/>
          </a:p>
        </p:txBody>
      </p:sp>
      <p:sp>
        <p:nvSpPr>
          <p:cNvPr id="4" name="Espace réservé de la date 3">
            <a:extLst>
              <a:ext uri="{FF2B5EF4-FFF2-40B4-BE49-F238E27FC236}">
                <a16:creationId xmlns:a16="http://schemas.microsoft.com/office/drawing/2014/main" id="{1C903923-E0A8-9352-5C54-05693C32C7E3}"/>
              </a:ext>
            </a:extLst>
          </p:cNvPr>
          <p:cNvSpPr>
            <a:spLocks noGrp="1"/>
          </p:cNvSpPr>
          <p:nvPr>
            <p:ph type="dt" sz="half" idx="10"/>
          </p:nvPr>
        </p:nvSpPr>
        <p:spPr/>
        <p:txBody>
          <a:bodyPr/>
          <a:lstStyle/>
          <a:p>
            <a:fld id="{CA02FB80-71B9-47BF-852E-5AF5189041F3}" type="datetimeFigureOut">
              <a:rPr lang="LID4096" smtClean="0"/>
              <a:t>10/13/2026</a:t>
            </a:fld>
            <a:endParaRPr lang="LID4096"/>
          </a:p>
        </p:txBody>
      </p:sp>
      <p:sp>
        <p:nvSpPr>
          <p:cNvPr id="5" name="Espace réservé du pied de page 4">
            <a:extLst>
              <a:ext uri="{FF2B5EF4-FFF2-40B4-BE49-F238E27FC236}">
                <a16:creationId xmlns:a16="http://schemas.microsoft.com/office/drawing/2014/main" id="{F43250D7-64E9-EF59-023E-AE691A0D4F20}"/>
              </a:ext>
            </a:extLst>
          </p:cNvPr>
          <p:cNvSpPr>
            <a:spLocks noGrp="1"/>
          </p:cNvSpPr>
          <p:nvPr>
            <p:ph type="ftr" sz="quarter" idx="11"/>
          </p:nvPr>
        </p:nvSpPr>
        <p:spPr/>
        <p:txBody>
          <a:bodyPr/>
          <a:lstStyle/>
          <a:p>
            <a:endParaRPr lang="LID4096"/>
          </a:p>
        </p:txBody>
      </p:sp>
      <p:sp>
        <p:nvSpPr>
          <p:cNvPr id="6" name="Espace réservé du numéro de diapositive 5">
            <a:extLst>
              <a:ext uri="{FF2B5EF4-FFF2-40B4-BE49-F238E27FC236}">
                <a16:creationId xmlns:a16="http://schemas.microsoft.com/office/drawing/2014/main" id="{FB28B989-EA8A-04DF-AEDF-33FBC53E1235}"/>
              </a:ext>
            </a:extLst>
          </p:cNvPr>
          <p:cNvSpPr>
            <a:spLocks noGrp="1"/>
          </p:cNvSpPr>
          <p:nvPr>
            <p:ph type="sldNum" sz="quarter" idx="12"/>
          </p:nvPr>
        </p:nvSpPr>
        <p:spPr/>
        <p:txBody>
          <a:bodyPr/>
          <a:lstStyle/>
          <a:p>
            <a:fld id="{B24F6E88-0629-4C4F-A0CB-9DF30371C4D3}" type="slidenum">
              <a:rPr lang="LID4096" smtClean="0"/>
              <a:t>‹N°›</a:t>
            </a:fld>
            <a:endParaRPr lang="LID4096"/>
          </a:p>
        </p:txBody>
      </p:sp>
    </p:spTree>
    <p:extLst>
      <p:ext uri="{BB962C8B-B14F-4D97-AF65-F5344CB8AC3E}">
        <p14:creationId xmlns:p14="http://schemas.microsoft.com/office/powerpoint/2010/main" val="418912465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hyperlink" Target="mailto:espbig2@gmail.com" TargetMode="External"/><Relationship Id="rId5" Type="http://schemas.openxmlformats.org/officeDocument/2006/relationships/image" Target="../media/image2.png"/><Relationship Id="rId4" Type="http://schemas.openxmlformats.org/officeDocument/2006/relationships/hyperlink" Target="mailto:auximad@auximad.mg"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7.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11.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11.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archemin : horizontal 4">
            <a:extLst>
              <a:ext uri="{FF2B5EF4-FFF2-40B4-BE49-F238E27FC236}">
                <a16:creationId xmlns:a16="http://schemas.microsoft.com/office/drawing/2014/main" id="{F3B5419F-B81C-1A6A-5AD2-9EC4C8CF4E5F}"/>
              </a:ext>
            </a:extLst>
          </p:cNvPr>
          <p:cNvSpPr/>
          <p:nvPr/>
        </p:nvSpPr>
        <p:spPr>
          <a:xfrm>
            <a:off x="2286000" y="3047380"/>
            <a:ext cx="7324344" cy="1547718"/>
          </a:xfrm>
          <a:prstGeom prst="horizontalScroll">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LID4096"/>
          </a:p>
        </p:txBody>
      </p:sp>
      <p:sp>
        <p:nvSpPr>
          <p:cNvPr id="2" name="Titre 1">
            <a:extLst>
              <a:ext uri="{FF2B5EF4-FFF2-40B4-BE49-F238E27FC236}">
                <a16:creationId xmlns:a16="http://schemas.microsoft.com/office/drawing/2014/main" id="{088B0726-83E5-67F1-F585-06F53C9A9CD9}"/>
              </a:ext>
            </a:extLst>
          </p:cNvPr>
          <p:cNvSpPr>
            <a:spLocks noGrp="1"/>
          </p:cNvSpPr>
          <p:nvPr>
            <p:ph type="ctrTitle"/>
          </p:nvPr>
        </p:nvSpPr>
        <p:spPr>
          <a:xfrm>
            <a:off x="2395368" y="2651538"/>
            <a:ext cx="7114377" cy="1572992"/>
          </a:xfrm>
        </p:spPr>
        <p:txBody>
          <a:bodyPr>
            <a:noAutofit/>
          </a:bodyPr>
          <a:lstStyle/>
          <a:p>
            <a:r>
              <a:rPr lang="fr-FR" sz="2800" dirty="0">
                <a:solidFill>
                  <a:schemeClr val="bg1"/>
                </a:solidFill>
                <a:latin typeface="Times New Roman" panose="02020603050405020304" pitchFamily="18" charset="0"/>
                <a:cs typeface="Times New Roman" panose="02020603050405020304" pitchFamily="18" charset="0"/>
              </a:rPr>
              <a:t>Conception et développement d’une application de gestion d’assurance automobile</a:t>
            </a:r>
            <a:endParaRPr lang="LID4096" sz="2800" dirty="0">
              <a:solidFill>
                <a:schemeClr val="bg1"/>
              </a:solidFill>
              <a:latin typeface="Times New Roman" panose="02020603050405020304" pitchFamily="18" charset="0"/>
              <a:cs typeface="Times New Roman" panose="02020603050405020304" pitchFamily="18" charset="0"/>
            </a:endParaRPr>
          </a:p>
        </p:txBody>
      </p:sp>
      <p:sp>
        <p:nvSpPr>
          <p:cNvPr id="3" name="Sous-titre 2">
            <a:extLst>
              <a:ext uri="{FF2B5EF4-FFF2-40B4-BE49-F238E27FC236}">
                <a16:creationId xmlns:a16="http://schemas.microsoft.com/office/drawing/2014/main" id="{13478B31-A974-D9C0-B73B-1211373E067E}"/>
              </a:ext>
            </a:extLst>
          </p:cNvPr>
          <p:cNvSpPr>
            <a:spLocks noGrp="1"/>
          </p:cNvSpPr>
          <p:nvPr>
            <p:ph type="subTitle" idx="1"/>
          </p:nvPr>
        </p:nvSpPr>
        <p:spPr>
          <a:xfrm>
            <a:off x="3306425" y="2835267"/>
            <a:ext cx="5535562" cy="271872"/>
          </a:xfrm>
        </p:spPr>
        <p:txBody>
          <a:bodyPr>
            <a:normAutofit fontScale="55000" lnSpcReduction="20000"/>
          </a:bodyPr>
          <a:lstStyle/>
          <a:p>
            <a:r>
              <a:rPr lang="fr-FR" b="1" i="1" dirty="0"/>
              <a:t>Mémoire de fin d’étude du 1</a:t>
            </a:r>
            <a:r>
              <a:rPr lang="fr-FR" b="1" i="1" baseline="30000" dirty="0"/>
              <a:t>er</a:t>
            </a:r>
            <a:r>
              <a:rPr lang="fr-FR" b="1" i="1" dirty="0"/>
              <a:t> cycle</a:t>
            </a:r>
            <a:endParaRPr lang="LID4096" b="1" i="1" dirty="0"/>
          </a:p>
        </p:txBody>
      </p:sp>
      <p:sp>
        <p:nvSpPr>
          <p:cNvPr id="7" name="ZoneTexte 6">
            <a:extLst>
              <a:ext uri="{FF2B5EF4-FFF2-40B4-BE49-F238E27FC236}">
                <a16:creationId xmlns:a16="http://schemas.microsoft.com/office/drawing/2014/main" id="{FD568792-517C-F96C-DE4E-4D9600CA4620}"/>
              </a:ext>
            </a:extLst>
          </p:cNvPr>
          <p:cNvSpPr txBox="1"/>
          <p:nvPr/>
        </p:nvSpPr>
        <p:spPr>
          <a:xfrm>
            <a:off x="1641988" y="4595098"/>
            <a:ext cx="9144000" cy="369332"/>
          </a:xfrm>
          <a:prstGeom prst="rect">
            <a:avLst/>
          </a:prstGeom>
          <a:noFill/>
        </p:spPr>
        <p:txBody>
          <a:bodyPr wrap="square" rtlCol="0">
            <a:spAutoFit/>
          </a:bodyPr>
          <a:lstStyle/>
          <a:p>
            <a:r>
              <a:rPr lang="" b="1" i="1" dirty="0">
                <a:latin typeface="Times New Roman" panose="02020603050405020304" pitchFamily="18" charset="0"/>
                <a:cs typeface="Times New Roman" panose="02020603050405020304" pitchFamily="18" charset="0"/>
              </a:rPr>
              <a:t>« La logique vous mènera d'un point A à un point B. L'imagination vous emmènera partout. »</a:t>
            </a:r>
            <a:endParaRPr lang="LID4096" b="1" i="1" dirty="0">
              <a:latin typeface="Times New Roman" panose="02020603050405020304" pitchFamily="18" charset="0"/>
              <a:cs typeface="Times New Roman" panose="02020603050405020304" pitchFamily="18" charset="0"/>
            </a:endParaRPr>
          </a:p>
        </p:txBody>
      </p:sp>
      <p:sp>
        <p:nvSpPr>
          <p:cNvPr id="8" name="ZoneTexte 7">
            <a:extLst>
              <a:ext uri="{FF2B5EF4-FFF2-40B4-BE49-F238E27FC236}">
                <a16:creationId xmlns:a16="http://schemas.microsoft.com/office/drawing/2014/main" id="{265A5E53-A66B-F6B8-C915-C485EB380579}"/>
              </a:ext>
            </a:extLst>
          </p:cNvPr>
          <p:cNvSpPr txBox="1"/>
          <p:nvPr/>
        </p:nvSpPr>
        <p:spPr>
          <a:xfrm>
            <a:off x="8740877" y="4977347"/>
            <a:ext cx="1789471" cy="369332"/>
          </a:xfrm>
          <a:prstGeom prst="rect">
            <a:avLst/>
          </a:prstGeom>
          <a:noFill/>
        </p:spPr>
        <p:txBody>
          <a:bodyPr wrap="square" rtlCol="0">
            <a:spAutoFit/>
          </a:bodyPr>
          <a:lstStyle/>
          <a:p>
            <a:r>
              <a:rPr lang="" b="1" i="1" dirty="0">
                <a:latin typeface="Times New Roman" panose="02020603050405020304" pitchFamily="18" charset="0"/>
                <a:cs typeface="Times New Roman" panose="02020603050405020304" pitchFamily="18" charset="0"/>
              </a:rPr>
              <a:t>Albert Einstein</a:t>
            </a:r>
            <a:endParaRPr lang="LID4096" b="1" i="1" dirty="0">
              <a:latin typeface="Times New Roman" panose="02020603050405020304" pitchFamily="18" charset="0"/>
              <a:cs typeface="Times New Roman" panose="02020603050405020304" pitchFamily="18" charset="0"/>
            </a:endParaRPr>
          </a:p>
        </p:txBody>
      </p:sp>
      <p:pic>
        <p:nvPicPr>
          <p:cNvPr id="10" name="Image 9">
            <a:extLst>
              <a:ext uri="{FF2B5EF4-FFF2-40B4-BE49-F238E27FC236}">
                <a16:creationId xmlns:a16="http://schemas.microsoft.com/office/drawing/2014/main" id="{C042BE1A-47B0-A061-86E4-30B6629CB5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9018" y="278552"/>
            <a:ext cx="1426169" cy="1210082"/>
          </a:xfrm>
          <a:prstGeom prst="rect">
            <a:avLst/>
          </a:prstGeom>
        </p:spPr>
      </p:pic>
      <p:sp>
        <p:nvSpPr>
          <p:cNvPr id="11" name="ZoneTexte 10">
            <a:extLst>
              <a:ext uri="{FF2B5EF4-FFF2-40B4-BE49-F238E27FC236}">
                <a16:creationId xmlns:a16="http://schemas.microsoft.com/office/drawing/2014/main" id="{DE583D06-B394-0660-279B-8E418C826E49}"/>
              </a:ext>
            </a:extLst>
          </p:cNvPr>
          <p:cNvSpPr txBox="1"/>
          <p:nvPr/>
        </p:nvSpPr>
        <p:spPr>
          <a:xfrm>
            <a:off x="748933" y="1340886"/>
            <a:ext cx="2406338" cy="1600438"/>
          </a:xfrm>
          <a:prstGeom prst="rect">
            <a:avLst/>
          </a:prstGeom>
          <a:noFill/>
        </p:spPr>
        <p:txBody>
          <a:bodyPr wrap="square" rtlCol="0">
            <a:spAutoFit/>
          </a:bodyPr>
          <a:lstStyle/>
          <a:p>
            <a:pPr algn="ctr"/>
            <a:r>
              <a:rPr lang="" sz="1400" i="1" dirty="0">
                <a:latin typeface="Times New Roman" panose="02020603050405020304" pitchFamily="18" charset="0"/>
                <a:cs typeface="Times New Roman" panose="02020603050405020304" pitchFamily="18" charset="0"/>
              </a:rPr>
              <a:t>Société Auxiliaire Maritime de Madagascar (AUXIMAD)</a:t>
            </a:r>
          </a:p>
          <a:p>
            <a:pPr lvl="0" algn="ctr"/>
            <a:r>
              <a:rPr lang="" sz="1400" i="1" dirty="0">
                <a:latin typeface="Times New Roman" panose="02020603050405020304" pitchFamily="18" charset="0"/>
                <a:cs typeface="Times New Roman" panose="02020603050405020304" pitchFamily="18" charset="0"/>
              </a:rPr>
              <a:t>Adresse : 18, Rue J.J. Rabearivelo, Antsahavola, B.P. 1081, 101 Antananarivo</a:t>
            </a:r>
          </a:p>
          <a:p>
            <a:pPr lvl="0" algn="ctr"/>
            <a:r>
              <a:rPr lang="" sz="1400" i="1" dirty="0">
                <a:latin typeface="Times New Roman" panose="02020603050405020304" pitchFamily="18" charset="0"/>
                <a:cs typeface="Times New Roman" panose="02020603050405020304" pitchFamily="18" charset="0"/>
              </a:rPr>
              <a:t>Contact : +261 32 07 603 72, </a:t>
            </a:r>
            <a:r>
              <a:rPr lang="" sz="1400" i="1" dirty="0">
                <a:latin typeface="Times New Roman" panose="02020603050405020304" pitchFamily="18" charset="0"/>
                <a:cs typeface="Times New Roman" panose="02020603050405020304" pitchFamily="18" charset="0"/>
                <a:hlinkClick r:id="rId4"/>
              </a:rPr>
              <a:t>auximad@auximad.mg</a:t>
            </a:r>
            <a:endParaRPr lang="" sz="1400" i="1" dirty="0">
              <a:latin typeface="Times New Roman" panose="02020603050405020304" pitchFamily="18" charset="0"/>
              <a:cs typeface="Times New Roman" panose="02020603050405020304" pitchFamily="18" charset="0"/>
            </a:endParaRPr>
          </a:p>
        </p:txBody>
      </p:sp>
      <p:pic>
        <p:nvPicPr>
          <p:cNvPr id="13" name="Image 12">
            <a:extLst>
              <a:ext uri="{FF2B5EF4-FFF2-40B4-BE49-F238E27FC236}">
                <a16:creationId xmlns:a16="http://schemas.microsoft.com/office/drawing/2014/main" id="{F6F2BB32-CC7A-61FD-8361-61553186782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704141" y="1035497"/>
            <a:ext cx="1648842" cy="1251859"/>
          </a:xfrm>
          <a:prstGeom prst="rect">
            <a:avLst/>
          </a:prstGeom>
        </p:spPr>
      </p:pic>
      <p:sp>
        <p:nvSpPr>
          <p:cNvPr id="15" name="ZoneTexte 14">
            <a:extLst>
              <a:ext uri="{FF2B5EF4-FFF2-40B4-BE49-F238E27FC236}">
                <a16:creationId xmlns:a16="http://schemas.microsoft.com/office/drawing/2014/main" id="{B13AD8DC-8C6C-F648-FC6D-25A5169B2AE8}"/>
              </a:ext>
            </a:extLst>
          </p:cNvPr>
          <p:cNvSpPr txBox="1"/>
          <p:nvPr/>
        </p:nvSpPr>
        <p:spPr>
          <a:xfrm>
            <a:off x="9986184" y="98760"/>
            <a:ext cx="1084756" cy="369332"/>
          </a:xfrm>
          <a:prstGeom prst="rect">
            <a:avLst/>
          </a:prstGeom>
          <a:noFill/>
        </p:spPr>
        <p:txBody>
          <a:bodyPr wrap="square" rtlCol="0">
            <a:spAutoFit/>
          </a:bodyPr>
          <a:lstStyle/>
          <a:p>
            <a:r>
              <a:rPr lang="fr-FR" b="1" i="1" dirty="0">
                <a:latin typeface="Times New Roman" panose="02020603050405020304" pitchFamily="18" charset="0"/>
                <a:cs typeface="Times New Roman" panose="02020603050405020304" pitchFamily="18" charset="0"/>
              </a:rPr>
              <a:t>ESP-BIG</a:t>
            </a:r>
          </a:p>
        </p:txBody>
      </p:sp>
      <p:sp>
        <p:nvSpPr>
          <p:cNvPr id="17" name="ZoneTexte 16">
            <a:extLst>
              <a:ext uri="{FF2B5EF4-FFF2-40B4-BE49-F238E27FC236}">
                <a16:creationId xmlns:a16="http://schemas.microsoft.com/office/drawing/2014/main" id="{6DEDF329-9341-3FB6-023F-34F2FE196503}"/>
              </a:ext>
            </a:extLst>
          </p:cNvPr>
          <p:cNvSpPr txBox="1"/>
          <p:nvPr/>
        </p:nvSpPr>
        <p:spPr>
          <a:xfrm>
            <a:off x="8740877" y="409622"/>
            <a:ext cx="3377329" cy="738664"/>
          </a:xfrm>
          <a:prstGeom prst="rect">
            <a:avLst/>
          </a:prstGeom>
          <a:noFill/>
        </p:spPr>
        <p:txBody>
          <a:bodyPr wrap="square" rtlCol="0">
            <a:spAutoFit/>
          </a:bodyPr>
          <a:lstStyle/>
          <a:p>
            <a:pPr algn="ctr"/>
            <a:r>
              <a:rPr lang="fr-FR" sz="1400" i="1" dirty="0">
                <a:latin typeface="Times New Roman" panose="02020603050405020304" pitchFamily="18" charset="0"/>
                <a:cs typeface="Times New Roman" panose="02020603050405020304" pitchFamily="18" charset="0"/>
              </a:rPr>
              <a:t>Etablissement Supérieur Professionnel Spécialiser en Technologie de l’Information et de la communication</a:t>
            </a:r>
          </a:p>
        </p:txBody>
      </p:sp>
      <p:sp>
        <p:nvSpPr>
          <p:cNvPr id="21" name="Text 4">
            <a:extLst>
              <a:ext uri="{FF2B5EF4-FFF2-40B4-BE49-F238E27FC236}">
                <a16:creationId xmlns:a16="http://schemas.microsoft.com/office/drawing/2014/main" id="{0BB4EF1E-16BC-DB12-22B5-A2583EFF339A}"/>
              </a:ext>
            </a:extLst>
          </p:cNvPr>
          <p:cNvSpPr txBox="1"/>
          <p:nvPr/>
        </p:nvSpPr>
        <p:spPr>
          <a:xfrm>
            <a:off x="6647688" y="5722742"/>
            <a:ext cx="5322931" cy="510139"/>
          </a:xfrm>
          <a:prstGeom prst="rect">
            <a:avLst/>
          </a:prstGeom>
          <a:noFill/>
          <a:ln/>
        </p:spPr>
        <p:txBody>
          <a:bodyPr wrap="square" lIns="0" tIns="0" rIns="0" bIns="0" rtlCol="0" anchor="ctr"/>
          <a:lstStyle/>
          <a:p>
            <a:pPr marL="0" indent="0">
              <a:buNone/>
            </a:pPr>
            <a:r>
              <a:rPr lang="en-US" sz="1400" b="1" i="1" dirty="0">
                <a:solidFill>
                  <a:schemeClr val="bg2">
                    <a:lumMod val="10000"/>
                  </a:schemeClr>
                </a:solidFill>
                <a:latin typeface="Times New Roman" panose="02020603050405020304" pitchFamily="18" charset="0"/>
                <a:cs typeface="Times New Roman" panose="02020603050405020304" pitchFamily="18" charset="0"/>
              </a:rPr>
              <a:t>Encadreur professionnel : M. RANAMBOARIMANGA Rindranianina   Encadreur académique : Mme RAVAOHOLISOA Dorette Sahondra</a:t>
            </a:r>
          </a:p>
        </p:txBody>
      </p:sp>
      <p:sp>
        <p:nvSpPr>
          <p:cNvPr id="22" name="ZoneTexte 21">
            <a:extLst>
              <a:ext uri="{FF2B5EF4-FFF2-40B4-BE49-F238E27FC236}">
                <a16:creationId xmlns:a16="http://schemas.microsoft.com/office/drawing/2014/main" id="{CB1B9A98-3AF5-8638-A0D2-26B33EEE25DB}"/>
              </a:ext>
            </a:extLst>
          </p:cNvPr>
          <p:cNvSpPr txBox="1"/>
          <p:nvPr/>
        </p:nvSpPr>
        <p:spPr>
          <a:xfrm>
            <a:off x="1290393" y="61537"/>
            <a:ext cx="1323417" cy="369332"/>
          </a:xfrm>
          <a:prstGeom prst="rect">
            <a:avLst/>
          </a:prstGeom>
          <a:noFill/>
        </p:spPr>
        <p:txBody>
          <a:bodyPr wrap="square" rtlCol="0">
            <a:spAutoFit/>
          </a:bodyPr>
          <a:lstStyle/>
          <a:p>
            <a:r>
              <a:rPr lang="fr-FR" b="1" i="1" dirty="0">
                <a:latin typeface="Times New Roman" panose="02020603050405020304" pitchFamily="18" charset="0"/>
                <a:cs typeface="Times New Roman" panose="02020603050405020304" pitchFamily="18" charset="0"/>
              </a:rPr>
              <a:t>AUXIMAD</a:t>
            </a:r>
            <a:endParaRPr lang="LID4096" b="1" i="1" dirty="0">
              <a:latin typeface="Times New Roman" panose="02020603050405020304" pitchFamily="18" charset="0"/>
              <a:cs typeface="Times New Roman" panose="02020603050405020304" pitchFamily="18" charset="0"/>
            </a:endParaRPr>
          </a:p>
        </p:txBody>
      </p:sp>
      <p:sp>
        <p:nvSpPr>
          <p:cNvPr id="6" name="ZoneTexte 5">
            <a:extLst>
              <a:ext uri="{FF2B5EF4-FFF2-40B4-BE49-F238E27FC236}">
                <a16:creationId xmlns:a16="http://schemas.microsoft.com/office/drawing/2014/main" id="{F1F2D1D4-0B7F-85E7-0BBE-4647868B60C5}"/>
              </a:ext>
            </a:extLst>
          </p:cNvPr>
          <p:cNvSpPr txBox="1"/>
          <p:nvPr/>
        </p:nvSpPr>
        <p:spPr>
          <a:xfrm>
            <a:off x="8598688" y="2122977"/>
            <a:ext cx="3661706" cy="954107"/>
          </a:xfrm>
          <a:prstGeom prst="rect">
            <a:avLst/>
          </a:prstGeom>
          <a:noFill/>
        </p:spPr>
        <p:txBody>
          <a:bodyPr wrap="square" rtlCol="0">
            <a:spAutoFit/>
          </a:bodyPr>
          <a:lstStyle/>
          <a:p>
            <a:pPr algn="ctr"/>
            <a:r>
              <a:rPr lang="fr-FR" sz="1400" dirty="0">
                <a:latin typeface="Times New Roman" panose="02020603050405020304" pitchFamily="18" charset="0"/>
                <a:cs typeface="Times New Roman" panose="02020603050405020304" pitchFamily="18" charset="0"/>
              </a:rPr>
              <a:t>Adresse : Lot II W 23 Antananarivo 101</a:t>
            </a:r>
          </a:p>
          <a:p>
            <a:pPr algn="ctr"/>
            <a:r>
              <a:rPr lang="fr-FR" sz="1400" dirty="0">
                <a:latin typeface="Times New Roman" panose="02020603050405020304" pitchFamily="18" charset="0"/>
                <a:cs typeface="Times New Roman" panose="02020603050405020304" pitchFamily="18" charset="0"/>
              </a:rPr>
              <a:t>Tel : 034 01 212 72 / 033 11 147 71</a:t>
            </a:r>
          </a:p>
          <a:p>
            <a:pPr algn="ctr"/>
            <a:r>
              <a:rPr lang="fr-FR" sz="1400" dirty="0">
                <a:latin typeface="Times New Roman" panose="02020603050405020304" pitchFamily="18" charset="0"/>
                <a:cs typeface="Times New Roman" panose="02020603050405020304" pitchFamily="18" charset="0"/>
              </a:rPr>
              <a:t>Email : </a:t>
            </a:r>
            <a:r>
              <a:rPr lang="fr-FR" sz="1400" dirty="0">
                <a:latin typeface="Times New Roman" panose="02020603050405020304" pitchFamily="18" charset="0"/>
                <a:cs typeface="Times New Roman" panose="02020603050405020304" pitchFamily="18" charset="0"/>
                <a:hlinkClick r:id="rId6"/>
              </a:rPr>
              <a:t>espbig2@gmail.com</a:t>
            </a:r>
            <a:endParaRPr lang="fr-FR" sz="1400" dirty="0">
              <a:latin typeface="Times New Roman" panose="02020603050405020304" pitchFamily="18" charset="0"/>
              <a:cs typeface="Times New Roman" panose="02020603050405020304" pitchFamily="18" charset="0"/>
            </a:endParaRPr>
          </a:p>
          <a:p>
            <a:pPr algn="ctr"/>
            <a:r>
              <a:rPr lang="fr-FR" sz="1400" dirty="0">
                <a:latin typeface="Times New Roman" panose="02020603050405020304" pitchFamily="18" charset="0"/>
                <a:cs typeface="Times New Roman" panose="02020603050405020304" pitchFamily="18" charset="0"/>
              </a:rPr>
              <a:t>Site : www.esp-big.com</a:t>
            </a:r>
          </a:p>
        </p:txBody>
      </p:sp>
      <p:sp>
        <p:nvSpPr>
          <p:cNvPr id="12" name="Text 3">
            <a:extLst>
              <a:ext uri="{FF2B5EF4-FFF2-40B4-BE49-F238E27FC236}">
                <a16:creationId xmlns:a16="http://schemas.microsoft.com/office/drawing/2014/main" id="{6419181A-D78B-AB90-474C-36D2C09C1B02}"/>
              </a:ext>
            </a:extLst>
          </p:cNvPr>
          <p:cNvSpPr txBox="1"/>
          <p:nvPr/>
        </p:nvSpPr>
        <p:spPr>
          <a:xfrm>
            <a:off x="258463" y="5766649"/>
            <a:ext cx="4813447" cy="731520"/>
          </a:xfrm>
          <a:prstGeom prst="rect">
            <a:avLst/>
          </a:prstGeom>
          <a:noFill/>
          <a:ln/>
        </p:spPr>
        <p:txBody>
          <a:bodyPr wrap="square" lIns="0" tIns="0" rIns="0" bIns="0" rtlCol="0" anchor="ctr"/>
          <a:lstStyle/>
          <a:p>
            <a:pPr marL="0" indent="0">
              <a:buNone/>
            </a:pPr>
            <a:r>
              <a:rPr lang="en-US" sz="1600" b="1" i="1" dirty="0" err="1">
                <a:solidFill>
                  <a:schemeClr val="bg2">
                    <a:lumMod val="10000"/>
                  </a:schemeClr>
                </a:solidFill>
              </a:rPr>
              <a:t>Présenté</a:t>
            </a:r>
            <a:r>
              <a:rPr lang="en-US" sz="1600" b="1" i="1" dirty="0">
                <a:solidFill>
                  <a:schemeClr val="bg2">
                    <a:lumMod val="10000"/>
                  </a:schemeClr>
                </a:solidFill>
              </a:rPr>
              <a:t> par : Rafalimanana Ny Harena </a:t>
            </a:r>
            <a:r>
              <a:rPr lang="en-US" sz="1600" b="1" i="1" dirty="0" err="1">
                <a:solidFill>
                  <a:schemeClr val="bg2">
                    <a:lumMod val="10000"/>
                  </a:schemeClr>
                </a:solidFill>
              </a:rPr>
              <a:t>Nohavinstsoa</a:t>
            </a:r>
            <a:endParaRPr lang="en-US" sz="1600" b="1" i="1" dirty="0">
              <a:solidFill>
                <a:schemeClr val="bg2">
                  <a:lumMod val="10000"/>
                </a:schemeClr>
              </a:solidFill>
            </a:endParaRPr>
          </a:p>
          <a:p>
            <a:pPr marL="0" indent="0">
              <a:buNone/>
            </a:pPr>
            <a:r>
              <a:rPr lang="en-US" sz="1600" b="1" i="1" dirty="0">
                <a:solidFill>
                  <a:schemeClr val="bg2">
                    <a:lumMod val="10000"/>
                  </a:schemeClr>
                </a:solidFill>
              </a:rPr>
              <a:t>Mention : Informatique</a:t>
            </a:r>
          </a:p>
          <a:p>
            <a:pPr marL="0" indent="0">
              <a:buNone/>
            </a:pPr>
            <a:r>
              <a:rPr lang="en-US" sz="1600" b="1" i="1" dirty="0" err="1">
                <a:solidFill>
                  <a:schemeClr val="bg2">
                    <a:lumMod val="10000"/>
                  </a:schemeClr>
                </a:solidFill>
              </a:rPr>
              <a:t>Parcours</a:t>
            </a:r>
            <a:r>
              <a:rPr lang="en-US" sz="1600" b="1" i="1" dirty="0">
                <a:solidFill>
                  <a:schemeClr val="bg2">
                    <a:lumMod val="10000"/>
                  </a:schemeClr>
                </a:solidFill>
              </a:rPr>
              <a:t> : Génie </a:t>
            </a:r>
            <a:r>
              <a:rPr lang="en-US" sz="1600" b="1" i="1" dirty="0" err="1">
                <a:solidFill>
                  <a:schemeClr val="bg2">
                    <a:lumMod val="10000"/>
                  </a:schemeClr>
                </a:solidFill>
              </a:rPr>
              <a:t>Logiciel</a:t>
            </a:r>
            <a:r>
              <a:rPr lang="en-US" sz="1600" b="1" i="1" dirty="0">
                <a:solidFill>
                  <a:schemeClr val="bg2">
                    <a:lumMod val="10000"/>
                  </a:schemeClr>
                </a:solidFill>
              </a:rPr>
              <a:t> (GL)</a:t>
            </a:r>
          </a:p>
          <a:p>
            <a:pPr marL="0" indent="0">
              <a:buNone/>
            </a:pPr>
            <a:r>
              <a:rPr lang="en-US" sz="1600" b="1" i="1" dirty="0">
                <a:solidFill>
                  <a:schemeClr val="bg2">
                    <a:lumMod val="10000"/>
                  </a:schemeClr>
                </a:solidFill>
              </a:rPr>
              <a:t>Cycle : 1er</a:t>
            </a:r>
          </a:p>
        </p:txBody>
      </p:sp>
      <p:sp>
        <p:nvSpPr>
          <p:cNvPr id="14" name="Slide Number Placeholder 0">
            <a:extLst>
              <a:ext uri="{FF2B5EF4-FFF2-40B4-BE49-F238E27FC236}">
                <a16:creationId xmlns:a16="http://schemas.microsoft.com/office/drawing/2014/main" id="{19024135-45DF-61D2-ABAD-E1CC12EC1130}"/>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pPr algn="r"/>
              <a:t>1</a:t>
            </a:fld>
            <a:endParaRPr lang="en-US" dirty="0"/>
          </a:p>
        </p:txBody>
      </p:sp>
    </p:spTree>
    <p:extLst>
      <p:ext uri="{BB962C8B-B14F-4D97-AF65-F5344CB8AC3E}">
        <p14:creationId xmlns:p14="http://schemas.microsoft.com/office/powerpoint/2010/main" val="21907523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7863840" cy="2011680"/>
          </a:xfrm>
          <a:prstGeom prst="rect">
            <a:avLst/>
          </a:prstGeom>
          <a:noFill/>
          <a:ln/>
        </p:spPr>
        <p:txBody>
          <a:bodyPr wrap="square" lIns="0" tIns="0" rIns="0" bIns="0" rtlCol="0" anchor="t"/>
          <a:lstStyle/>
          <a:p>
            <a:pPr marL="0" indent="0" algn="l">
              <a:buNone/>
            </a:pPr>
            <a:r>
              <a:rPr lang="en-US" sz="4000" b="1" dirty="0">
                <a:solidFill>
                  <a:schemeClr val="bg1"/>
                </a:solidFill>
              </a:rPr>
              <a:t>Conception et développement d'une application de gestion d'assurance automobile</a:t>
            </a:r>
            <a:endParaRPr lang="en-US" sz="4000" dirty="0"/>
          </a:p>
        </p:txBody>
      </p:sp>
      <p:sp>
        <p:nvSpPr>
          <p:cNvPr id="3" name="Text 0"/>
          <p:cNvSpPr>
            <a:spLocks noGrp="1"/>
          </p:cNvSpPr>
          <p:nvPr>
            <p:ph type="body" idx="101" hasCustomPrompt="1"/>
          </p:nvPr>
        </p:nvSpPr>
        <p:spPr>
          <a:xfrm>
            <a:off x="731520" y="4023360"/>
            <a:ext cx="1783080" cy="420624"/>
          </a:xfrm>
          <a:prstGeom prst="rect">
            <a:avLst/>
          </a:prstGeom>
          <a:noFill/>
          <a:ln/>
        </p:spPr>
        <p:txBody>
          <a:bodyPr wrap="square" lIns="0" tIns="0" rIns="0" bIns="0" rtlCol="0" anchor="t"/>
          <a:lstStyle/>
          <a:p>
            <a:pPr marL="0" indent="0" algn="l">
              <a:buNone/>
            </a:pPr>
            <a:r>
              <a:rPr lang="en-US" sz="2200" dirty="0">
                <a:solidFill>
                  <a:schemeClr val="accent1"/>
                </a:solidFill>
              </a:rPr>
              <a:t>AUXIASSUR</a:t>
            </a:r>
            <a:endParaRPr lang="en-US" sz="2200" dirty="0"/>
          </a:p>
        </p:txBody>
      </p:sp>
      <p:sp>
        <p:nvSpPr>
          <p:cNvPr id="4" name="Pastille titre"/>
          <p:cNvSpPr/>
          <p:nvPr/>
        </p:nvSpPr>
        <p:spPr>
          <a:xfrm>
            <a:off x="9144000" y="1920240"/>
            <a:ext cx="2377440" cy="2377440"/>
          </a:xfrm>
          <a:prstGeom prst="ellipse">
            <a:avLst/>
          </a:prstGeom>
          <a:solidFill>
            <a:schemeClr val="accent2"/>
          </a:solidFill>
          <a:ln w="12700">
            <a:solidFill>
              <a:schemeClr val="accent2"/>
            </a:solidFill>
            <a:prstDash val="solid"/>
          </a:ln>
        </p:spPr>
      </p:sp>
      <p:pic>
        <p:nvPicPr>
          <p:cNvPr id="5" name="Image 0" descr="Voiture"/>
          <p:cNvPicPr>
            <a:picLocks noChangeAspect="1"/>
          </p:cNvPicPr>
          <p:nvPr/>
        </p:nvPicPr>
        <p:blipFill>
          <a:blip r:embed="rId3"/>
          <a:stretch>
            <a:fillRect/>
          </a:stretch>
        </p:blipFill>
        <p:spPr>
          <a:xfrm>
            <a:off x="9784080" y="2560320"/>
            <a:ext cx="1097280" cy="1097280"/>
          </a:xfrm>
          <a:prstGeom prst="rect">
            <a:avLst/>
          </a:prstGeom>
        </p:spPr>
      </p:pic>
      <p:sp>
        <p:nvSpPr>
          <p:cNvPr id="8" name="Slide Number Placeholder 0">
            <a:extLst>
              <a:ext uri="{FF2B5EF4-FFF2-40B4-BE49-F238E27FC236}">
                <a16:creationId xmlns:a16="http://schemas.microsoft.com/office/drawing/2014/main" id="{86B2DEB6-7F62-C71B-2B78-E8A12A7F215E}"/>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solidFill>
                  <a:schemeClr val="bg1"/>
                </a:solidFill>
              </a:rPr>
              <a:pPr algn="r"/>
              <a:t>2</a:t>
            </a:fld>
            <a:endParaRPr lang="en-US" dirty="0">
              <a:solidFill>
                <a:schemeClr val="bg1"/>
              </a:solidFill>
            </a:endParaRPr>
          </a:p>
        </p:txBody>
      </p:sp>
    </p:spTree>
  </p:cSld>
  <p:clrMapOvr>
    <a:masterClrMapping/>
  </p:clrMapOvr>
  <p:transition spd="med">
    <p:pull/>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91715-36D0-07F2-A234-9E0531C61E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1504B3F-BC07-3252-179A-86510CA254CD}"/>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Plan de la présentation</a:t>
            </a:r>
            <a:endParaRPr lang="en-US" sz="3400" dirty="0"/>
          </a:p>
        </p:txBody>
      </p:sp>
      <p:sp>
        <p:nvSpPr>
          <p:cNvPr id="7" name="Text 4">
            <a:extLst>
              <a:ext uri="{FF2B5EF4-FFF2-40B4-BE49-F238E27FC236}">
                <a16:creationId xmlns:a16="http://schemas.microsoft.com/office/drawing/2014/main" id="{47CDD2DE-5496-B5DB-1445-8C8E65EB9D64}"/>
              </a:ext>
            </a:extLst>
          </p:cNvPr>
          <p:cNvSpPr txBox="1"/>
          <p:nvPr/>
        </p:nvSpPr>
        <p:spPr>
          <a:xfrm>
            <a:off x="822960" y="4069080"/>
            <a:ext cx="2057400" cy="1554480"/>
          </a:xfrm>
          <a:prstGeom prst="rect">
            <a:avLst/>
          </a:prstGeom>
          <a:noFill/>
          <a:ln/>
        </p:spPr>
        <p:txBody>
          <a:bodyPr wrap="square" lIns="0" tIns="0" rIns="0" bIns="0" rtlCol="0" anchor="t"/>
          <a:lstStyle/>
          <a:p>
            <a:pPr marL="0" indent="0">
              <a:buNone/>
            </a:pPr>
            <a:r>
              <a:rPr lang="en-US" sz="1400" dirty="0">
                <a:solidFill>
                  <a:schemeClr val="bg1"/>
                </a:solidFill>
              </a:rPr>
              <a:t>Contexte et problématique</a:t>
            </a:r>
            <a:endParaRPr lang="en-US" sz="1400" dirty="0"/>
          </a:p>
        </p:txBody>
      </p:sp>
      <p:sp>
        <p:nvSpPr>
          <p:cNvPr id="8" name="Card Étude préalable">
            <a:extLst>
              <a:ext uri="{FF2B5EF4-FFF2-40B4-BE49-F238E27FC236}">
                <a16:creationId xmlns:a16="http://schemas.microsoft.com/office/drawing/2014/main" id="{B89072EC-1AF0-529E-7CFD-739D039AB91C}"/>
              </a:ext>
            </a:extLst>
          </p:cNvPr>
          <p:cNvSpPr/>
          <p:nvPr/>
        </p:nvSpPr>
        <p:spPr>
          <a:xfrm>
            <a:off x="939281" y="7180461"/>
            <a:ext cx="2606040" cy="4206240"/>
          </a:xfrm>
          <a:prstGeom prst="roundRect">
            <a:avLst>
              <a:gd name="adj" fmla="val 4211"/>
            </a:avLst>
          </a:prstGeom>
          <a:solidFill>
            <a:schemeClr val="bg2"/>
          </a:solidFill>
          <a:ln w="12700">
            <a:solidFill>
              <a:schemeClr val="bg2"/>
            </a:solidFill>
            <a:prstDash val="solid"/>
          </a:ln>
        </p:spPr>
      </p:sp>
      <p:sp>
        <p:nvSpPr>
          <p:cNvPr id="9" name="Text 6">
            <a:extLst>
              <a:ext uri="{FF2B5EF4-FFF2-40B4-BE49-F238E27FC236}">
                <a16:creationId xmlns:a16="http://schemas.microsoft.com/office/drawing/2014/main" id="{79806DA1-F588-710E-03B0-93064249B06C}"/>
              </a:ext>
            </a:extLst>
          </p:cNvPr>
          <p:cNvSpPr txBox="1"/>
          <p:nvPr/>
        </p:nvSpPr>
        <p:spPr>
          <a:xfrm>
            <a:off x="1213601" y="7363341"/>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1</a:t>
            </a:r>
            <a:endParaRPr lang="en-US" sz="6600" dirty="0"/>
          </a:p>
        </p:txBody>
      </p:sp>
      <p:sp>
        <p:nvSpPr>
          <p:cNvPr id="10" name="Text 7">
            <a:extLst>
              <a:ext uri="{FF2B5EF4-FFF2-40B4-BE49-F238E27FC236}">
                <a16:creationId xmlns:a16="http://schemas.microsoft.com/office/drawing/2014/main" id="{1C6BF201-F3AE-4C0E-BC93-03A7532662D8}"/>
              </a:ext>
            </a:extLst>
          </p:cNvPr>
          <p:cNvSpPr txBox="1"/>
          <p:nvPr/>
        </p:nvSpPr>
        <p:spPr>
          <a:xfrm>
            <a:off x="1213601" y="8826381"/>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préalable</a:t>
            </a:r>
            <a:endParaRPr lang="en-US" sz="2000" dirty="0"/>
          </a:p>
        </p:txBody>
      </p:sp>
      <p:sp>
        <p:nvSpPr>
          <p:cNvPr id="11" name="Text 8">
            <a:extLst>
              <a:ext uri="{FF2B5EF4-FFF2-40B4-BE49-F238E27FC236}">
                <a16:creationId xmlns:a16="http://schemas.microsoft.com/office/drawing/2014/main" id="{944A0D8F-2484-3BFF-2985-C06F4E1445B7}"/>
              </a:ext>
            </a:extLst>
          </p:cNvPr>
          <p:cNvSpPr txBox="1"/>
          <p:nvPr/>
        </p:nvSpPr>
        <p:spPr>
          <a:xfrm>
            <a:off x="1213601" y="9603621"/>
            <a:ext cx="2057400" cy="1554480"/>
          </a:xfrm>
          <a:prstGeom prst="rect">
            <a:avLst/>
          </a:prstGeom>
          <a:noFill/>
          <a:ln/>
        </p:spPr>
        <p:txBody>
          <a:bodyPr wrap="square" lIns="0" tIns="0" rIns="0" bIns="0" rtlCol="0" anchor="t"/>
          <a:lstStyle/>
          <a:p>
            <a:pPr marL="0" indent="0">
              <a:buNone/>
            </a:pPr>
            <a:r>
              <a:rPr lang="en-US" sz="1400" dirty="0">
                <a:solidFill>
                  <a:schemeClr val="tx1"/>
                </a:solidFill>
              </a:rPr>
              <a:t>Société, existant, proposition de solution, solution retenue</a:t>
            </a:r>
            <a:endParaRPr lang="en-US" sz="1400" dirty="0"/>
          </a:p>
        </p:txBody>
      </p:sp>
      <p:sp>
        <p:nvSpPr>
          <p:cNvPr id="12" name="Card Étude détaillée">
            <a:extLst>
              <a:ext uri="{FF2B5EF4-FFF2-40B4-BE49-F238E27FC236}">
                <a16:creationId xmlns:a16="http://schemas.microsoft.com/office/drawing/2014/main" id="{C0FE3AD0-16D1-7C56-2E31-27196D792D21}"/>
              </a:ext>
            </a:extLst>
          </p:cNvPr>
          <p:cNvSpPr/>
          <p:nvPr/>
        </p:nvSpPr>
        <p:spPr>
          <a:xfrm>
            <a:off x="4668543" y="9923667"/>
            <a:ext cx="2606040" cy="4206240"/>
          </a:xfrm>
          <a:prstGeom prst="roundRect">
            <a:avLst>
              <a:gd name="adj" fmla="val 4211"/>
            </a:avLst>
          </a:prstGeom>
          <a:solidFill>
            <a:schemeClr val="bg2"/>
          </a:solidFill>
          <a:ln w="12700">
            <a:solidFill>
              <a:schemeClr val="bg2"/>
            </a:solidFill>
            <a:prstDash val="solid"/>
          </a:ln>
        </p:spPr>
      </p:sp>
      <p:sp>
        <p:nvSpPr>
          <p:cNvPr id="13" name="Text 10">
            <a:extLst>
              <a:ext uri="{FF2B5EF4-FFF2-40B4-BE49-F238E27FC236}">
                <a16:creationId xmlns:a16="http://schemas.microsoft.com/office/drawing/2014/main" id="{9B42533F-F605-2B19-E13E-D497CEB78A71}"/>
              </a:ext>
            </a:extLst>
          </p:cNvPr>
          <p:cNvSpPr txBox="1"/>
          <p:nvPr/>
        </p:nvSpPr>
        <p:spPr>
          <a:xfrm>
            <a:off x="4942863" y="10106547"/>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2</a:t>
            </a:r>
            <a:endParaRPr lang="en-US" sz="6600" dirty="0"/>
          </a:p>
        </p:txBody>
      </p:sp>
      <p:sp>
        <p:nvSpPr>
          <p:cNvPr id="14" name="Text 11">
            <a:extLst>
              <a:ext uri="{FF2B5EF4-FFF2-40B4-BE49-F238E27FC236}">
                <a16:creationId xmlns:a16="http://schemas.microsoft.com/office/drawing/2014/main" id="{BC6F9D5E-CEEE-9E39-594D-501E6F4FDAE0}"/>
              </a:ext>
            </a:extLst>
          </p:cNvPr>
          <p:cNvSpPr txBox="1"/>
          <p:nvPr/>
        </p:nvSpPr>
        <p:spPr>
          <a:xfrm>
            <a:off x="4942863" y="11569587"/>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détaillée</a:t>
            </a:r>
            <a:endParaRPr lang="en-US" sz="2000" dirty="0"/>
          </a:p>
        </p:txBody>
      </p:sp>
      <p:sp>
        <p:nvSpPr>
          <p:cNvPr id="15" name="Text 12">
            <a:extLst>
              <a:ext uri="{FF2B5EF4-FFF2-40B4-BE49-F238E27FC236}">
                <a16:creationId xmlns:a16="http://schemas.microsoft.com/office/drawing/2014/main" id="{92B7A08E-20E0-6EE0-CCEE-04BCFE760AD9}"/>
              </a:ext>
            </a:extLst>
          </p:cNvPr>
          <p:cNvSpPr txBox="1"/>
          <p:nvPr/>
        </p:nvSpPr>
        <p:spPr>
          <a:xfrm>
            <a:off x="4942863" y="12346827"/>
            <a:ext cx="2057400" cy="1554480"/>
          </a:xfrm>
          <a:prstGeom prst="rect">
            <a:avLst/>
          </a:prstGeom>
          <a:noFill/>
          <a:ln/>
        </p:spPr>
        <p:txBody>
          <a:bodyPr wrap="square" lIns="0" tIns="0" rIns="0" bIns="0" rtlCol="0" anchor="t"/>
          <a:lstStyle/>
          <a:p>
            <a:pPr marL="0" indent="0">
              <a:buNone/>
            </a:pPr>
            <a:r>
              <a:rPr lang="en-US" sz="1400" dirty="0">
                <a:solidFill>
                  <a:schemeClr val="tx1"/>
                </a:solidFill>
              </a:rPr>
              <a:t>Diagrammes UML : cas d'utilisation, séquence, activité, classes</a:t>
            </a:r>
            <a:endParaRPr lang="en-US" sz="1400" dirty="0"/>
          </a:p>
        </p:txBody>
      </p:sp>
      <p:sp>
        <p:nvSpPr>
          <p:cNvPr id="16" name="Card Réalisation">
            <a:extLst>
              <a:ext uri="{FF2B5EF4-FFF2-40B4-BE49-F238E27FC236}">
                <a16:creationId xmlns:a16="http://schemas.microsoft.com/office/drawing/2014/main" id="{CD6B118B-A18D-C1B8-919A-508C233D8300}"/>
              </a:ext>
            </a:extLst>
          </p:cNvPr>
          <p:cNvSpPr/>
          <p:nvPr/>
        </p:nvSpPr>
        <p:spPr>
          <a:xfrm>
            <a:off x="8397805" y="12548010"/>
            <a:ext cx="2606040" cy="4206240"/>
          </a:xfrm>
          <a:prstGeom prst="roundRect">
            <a:avLst>
              <a:gd name="adj" fmla="val 4211"/>
            </a:avLst>
          </a:prstGeom>
          <a:solidFill>
            <a:schemeClr val="tx2"/>
          </a:solidFill>
          <a:ln w="12700">
            <a:solidFill>
              <a:schemeClr val="tx2"/>
            </a:solidFill>
            <a:prstDash val="solid"/>
          </a:ln>
        </p:spPr>
      </p:sp>
      <p:sp>
        <p:nvSpPr>
          <p:cNvPr id="17" name="Text 14">
            <a:extLst>
              <a:ext uri="{FF2B5EF4-FFF2-40B4-BE49-F238E27FC236}">
                <a16:creationId xmlns:a16="http://schemas.microsoft.com/office/drawing/2014/main" id="{6092D84D-D917-83A1-00C7-0FE1AB4370EE}"/>
              </a:ext>
            </a:extLst>
          </p:cNvPr>
          <p:cNvSpPr txBox="1"/>
          <p:nvPr/>
        </p:nvSpPr>
        <p:spPr>
          <a:xfrm>
            <a:off x="8672125" y="12730890"/>
            <a:ext cx="2057400" cy="1280160"/>
          </a:xfrm>
          <a:prstGeom prst="rect">
            <a:avLst/>
          </a:prstGeom>
          <a:noFill/>
          <a:ln/>
        </p:spPr>
        <p:txBody>
          <a:bodyPr wrap="square" lIns="0" tIns="0" rIns="0" bIns="0" rtlCol="0" anchor="ctr"/>
          <a:lstStyle/>
          <a:p>
            <a:pPr marL="0" indent="0">
              <a:buNone/>
            </a:pPr>
            <a:r>
              <a:rPr lang="en-US" sz="6600" b="1" dirty="0">
                <a:solidFill>
                  <a:schemeClr val="accent1"/>
                </a:solidFill>
                <a:latin typeface="Cambria" pitchFamily="34" charset="0"/>
                <a:ea typeface="Cambria" pitchFamily="34" charset="-122"/>
                <a:cs typeface="Cambria" pitchFamily="34" charset="-120"/>
              </a:rPr>
              <a:t>3</a:t>
            </a:r>
            <a:endParaRPr lang="en-US" sz="6600" dirty="0"/>
          </a:p>
        </p:txBody>
      </p:sp>
      <p:sp>
        <p:nvSpPr>
          <p:cNvPr id="18" name="Text 15">
            <a:extLst>
              <a:ext uri="{FF2B5EF4-FFF2-40B4-BE49-F238E27FC236}">
                <a16:creationId xmlns:a16="http://schemas.microsoft.com/office/drawing/2014/main" id="{83E1A24D-59EC-7E83-BBD0-FD8B3FAE9244}"/>
              </a:ext>
            </a:extLst>
          </p:cNvPr>
          <p:cNvSpPr txBox="1"/>
          <p:nvPr/>
        </p:nvSpPr>
        <p:spPr>
          <a:xfrm>
            <a:off x="8672125" y="14193930"/>
            <a:ext cx="2057400" cy="731520"/>
          </a:xfrm>
          <a:prstGeom prst="rect">
            <a:avLst/>
          </a:prstGeom>
          <a:noFill/>
          <a:ln/>
        </p:spPr>
        <p:txBody>
          <a:bodyPr wrap="square" lIns="0" tIns="0" rIns="0" bIns="0" rtlCol="0" anchor="t"/>
          <a:lstStyle/>
          <a:p>
            <a:pPr marL="0" indent="0">
              <a:buNone/>
            </a:pPr>
            <a:r>
              <a:rPr lang="en-US" sz="2000" b="1" dirty="0">
                <a:solidFill>
                  <a:schemeClr val="bg1"/>
                </a:solidFill>
              </a:rPr>
              <a:t>Réalisation</a:t>
            </a:r>
            <a:endParaRPr lang="en-US" sz="2000" dirty="0"/>
          </a:p>
        </p:txBody>
      </p:sp>
      <p:sp>
        <p:nvSpPr>
          <p:cNvPr id="19" name="Text 16">
            <a:extLst>
              <a:ext uri="{FF2B5EF4-FFF2-40B4-BE49-F238E27FC236}">
                <a16:creationId xmlns:a16="http://schemas.microsoft.com/office/drawing/2014/main" id="{0946A822-7518-C095-94A3-A316608EF44C}"/>
              </a:ext>
            </a:extLst>
          </p:cNvPr>
          <p:cNvSpPr txBox="1"/>
          <p:nvPr/>
        </p:nvSpPr>
        <p:spPr>
          <a:xfrm>
            <a:off x="8672125" y="14971170"/>
            <a:ext cx="2057400" cy="1554480"/>
          </a:xfrm>
          <a:prstGeom prst="rect">
            <a:avLst/>
          </a:prstGeom>
          <a:noFill/>
          <a:ln/>
        </p:spPr>
        <p:txBody>
          <a:bodyPr wrap="square" lIns="0" tIns="0" rIns="0" bIns="0" rtlCol="0" anchor="t"/>
          <a:lstStyle/>
          <a:p>
            <a:pPr marL="0" indent="0">
              <a:buNone/>
            </a:pPr>
            <a:r>
              <a:rPr lang="en-US" sz="1400" dirty="0">
                <a:solidFill>
                  <a:schemeClr val="bg1"/>
                </a:solidFill>
              </a:rPr>
              <a:t>Démonstration de l'application</a:t>
            </a:r>
            <a:endParaRPr lang="en-US" sz="1400" dirty="0"/>
          </a:p>
        </p:txBody>
      </p:sp>
      <p:sp>
        <p:nvSpPr>
          <p:cNvPr id="25" name="Slide Number Placeholder 0">
            <a:extLst>
              <a:ext uri="{FF2B5EF4-FFF2-40B4-BE49-F238E27FC236}">
                <a16:creationId xmlns:a16="http://schemas.microsoft.com/office/drawing/2014/main" id="{08A25FCE-9FB5-16C8-A169-FA3AF06ED905}"/>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3</a:t>
            </a:fld>
            <a:endParaRPr lang="en-US"/>
          </a:p>
        </p:txBody>
      </p:sp>
    </p:spTree>
    <p:extLst>
      <p:ext uri="{BB962C8B-B14F-4D97-AF65-F5344CB8AC3E}">
        <p14:creationId xmlns:p14="http://schemas.microsoft.com/office/powerpoint/2010/main" val="843572877"/>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CD900-B7BA-D445-0284-60472B20C85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F8609CE-7CD4-A3EF-CF27-64F6DFFF69C8}"/>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Plan de la présentation</a:t>
            </a:r>
            <a:endParaRPr lang="en-US" sz="3400" dirty="0"/>
          </a:p>
        </p:txBody>
      </p:sp>
      <p:sp>
        <p:nvSpPr>
          <p:cNvPr id="7" name="Text 4">
            <a:extLst>
              <a:ext uri="{FF2B5EF4-FFF2-40B4-BE49-F238E27FC236}">
                <a16:creationId xmlns:a16="http://schemas.microsoft.com/office/drawing/2014/main" id="{F0642FF2-1155-3C52-D427-9E0D6390C793}"/>
              </a:ext>
            </a:extLst>
          </p:cNvPr>
          <p:cNvSpPr txBox="1"/>
          <p:nvPr/>
        </p:nvSpPr>
        <p:spPr>
          <a:xfrm>
            <a:off x="822960" y="4069080"/>
            <a:ext cx="2057400" cy="1554480"/>
          </a:xfrm>
          <a:prstGeom prst="rect">
            <a:avLst/>
          </a:prstGeom>
          <a:noFill/>
          <a:ln/>
        </p:spPr>
        <p:txBody>
          <a:bodyPr wrap="square" lIns="0" tIns="0" rIns="0" bIns="0" rtlCol="0" anchor="t"/>
          <a:lstStyle/>
          <a:p>
            <a:pPr marL="0" indent="0">
              <a:buNone/>
            </a:pPr>
            <a:r>
              <a:rPr lang="en-US" sz="1400" dirty="0">
                <a:solidFill>
                  <a:schemeClr val="bg1"/>
                </a:solidFill>
              </a:rPr>
              <a:t>Contexte et problématique</a:t>
            </a:r>
            <a:endParaRPr lang="en-US" sz="1400" dirty="0"/>
          </a:p>
        </p:txBody>
      </p:sp>
      <p:sp>
        <p:nvSpPr>
          <p:cNvPr id="8" name="Card Étude préalable">
            <a:extLst>
              <a:ext uri="{FF2B5EF4-FFF2-40B4-BE49-F238E27FC236}">
                <a16:creationId xmlns:a16="http://schemas.microsoft.com/office/drawing/2014/main" id="{BBA91165-AF16-C408-D307-AE2790DA034C}"/>
              </a:ext>
            </a:extLst>
          </p:cNvPr>
          <p:cNvSpPr/>
          <p:nvPr/>
        </p:nvSpPr>
        <p:spPr>
          <a:xfrm>
            <a:off x="939281" y="1645920"/>
            <a:ext cx="2606040" cy="4206240"/>
          </a:xfrm>
          <a:prstGeom prst="roundRect">
            <a:avLst>
              <a:gd name="adj" fmla="val 4211"/>
            </a:avLst>
          </a:prstGeom>
          <a:solidFill>
            <a:schemeClr val="bg2"/>
          </a:solidFill>
          <a:ln w="12700">
            <a:solidFill>
              <a:schemeClr val="bg2"/>
            </a:solidFill>
            <a:prstDash val="solid"/>
          </a:ln>
        </p:spPr>
      </p:sp>
      <p:sp>
        <p:nvSpPr>
          <p:cNvPr id="9" name="Text 6">
            <a:extLst>
              <a:ext uri="{FF2B5EF4-FFF2-40B4-BE49-F238E27FC236}">
                <a16:creationId xmlns:a16="http://schemas.microsoft.com/office/drawing/2014/main" id="{9A4131E2-995E-CA63-945A-5BFB786C4173}"/>
              </a:ext>
            </a:extLst>
          </p:cNvPr>
          <p:cNvSpPr txBox="1"/>
          <p:nvPr/>
        </p:nvSpPr>
        <p:spPr>
          <a:xfrm>
            <a:off x="1213601" y="1828800"/>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1</a:t>
            </a:r>
            <a:endParaRPr lang="en-US" sz="6600" dirty="0"/>
          </a:p>
        </p:txBody>
      </p:sp>
      <p:sp>
        <p:nvSpPr>
          <p:cNvPr id="10" name="Text 7">
            <a:extLst>
              <a:ext uri="{FF2B5EF4-FFF2-40B4-BE49-F238E27FC236}">
                <a16:creationId xmlns:a16="http://schemas.microsoft.com/office/drawing/2014/main" id="{63B41282-9851-EF99-BDFB-0F5CA06A93C6}"/>
              </a:ext>
            </a:extLst>
          </p:cNvPr>
          <p:cNvSpPr txBox="1"/>
          <p:nvPr/>
        </p:nvSpPr>
        <p:spPr>
          <a:xfrm>
            <a:off x="1213601" y="3291840"/>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préalable</a:t>
            </a:r>
            <a:endParaRPr lang="en-US" sz="2000" dirty="0"/>
          </a:p>
        </p:txBody>
      </p:sp>
      <p:sp>
        <p:nvSpPr>
          <p:cNvPr id="11" name="Text 8">
            <a:extLst>
              <a:ext uri="{FF2B5EF4-FFF2-40B4-BE49-F238E27FC236}">
                <a16:creationId xmlns:a16="http://schemas.microsoft.com/office/drawing/2014/main" id="{48CB2DD3-AFCF-724E-FE98-2B155AC27266}"/>
              </a:ext>
            </a:extLst>
          </p:cNvPr>
          <p:cNvSpPr txBox="1"/>
          <p:nvPr/>
        </p:nvSpPr>
        <p:spPr>
          <a:xfrm>
            <a:off x="1213601" y="4069080"/>
            <a:ext cx="2057400" cy="1554480"/>
          </a:xfrm>
          <a:prstGeom prst="rect">
            <a:avLst/>
          </a:prstGeom>
          <a:noFill/>
          <a:ln/>
        </p:spPr>
        <p:txBody>
          <a:bodyPr wrap="square" lIns="0" tIns="0" rIns="0" bIns="0" rtlCol="0" anchor="t"/>
          <a:lstStyle/>
          <a:p>
            <a:pPr marL="0" indent="0">
              <a:buNone/>
            </a:pPr>
            <a:r>
              <a:rPr lang="en-US" sz="1400" dirty="0">
                <a:solidFill>
                  <a:schemeClr val="tx1"/>
                </a:solidFill>
              </a:rPr>
              <a:t>Société, existant, proposition de solution, solution retenue</a:t>
            </a:r>
            <a:endParaRPr lang="en-US" sz="1400" dirty="0"/>
          </a:p>
        </p:txBody>
      </p:sp>
      <p:sp>
        <p:nvSpPr>
          <p:cNvPr id="12" name="Card Étude détaillée">
            <a:extLst>
              <a:ext uri="{FF2B5EF4-FFF2-40B4-BE49-F238E27FC236}">
                <a16:creationId xmlns:a16="http://schemas.microsoft.com/office/drawing/2014/main" id="{AC65A4F6-04EA-CCAF-E007-3426B7DFA8D2}"/>
              </a:ext>
            </a:extLst>
          </p:cNvPr>
          <p:cNvSpPr/>
          <p:nvPr/>
        </p:nvSpPr>
        <p:spPr>
          <a:xfrm>
            <a:off x="4668543" y="1645920"/>
            <a:ext cx="2606040" cy="4206240"/>
          </a:xfrm>
          <a:prstGeom prst="roundRect">
            <a:avLst>
              <a:gd name="adj" fmla="val 4211"/>
            </a:avLst>
          </a:prstGeom>
          <a:solidFill>
            <a:schemeClr val="bg2"/>
          </a:solidFill>
          <a:ln w="12700">
            <a:solidFill>
              <a:schemeClr val="bg2"/>
            </a:solidFill>
            <a:prstDash val="solid"/>
          </a:ln>
        </p:spPr>
      </p:sp>
      <p:sp>
        <p:nvSpPr>
          <p:cNvPr id="13" name="Text 10">
            <a:extLst>
              <a:ext uri="{FF2B5EF4-FFF2-40B4-BE49-F238E27FC236}">
                <a16:creationId xmlns:a16="http://schemas.microsoft.com/office/drawing/2014/main" id="{7F29F1D6-F797-1418-A425-C69F34D7BAB4}"/>
              </a:ext>
            </a:extLst>
          </p:cNvPr>
          <p:cNvSpPr txBox="1"/>
          <p:nvPr/>
        </p:nvSpPr>
        <p:spPr>
          <a:xfrm>
            <a:off x="4942863" y="1828800"/>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2</a:t>
            </a:r>
            <a:endParaRPr lang="en-US" sz="6600" dirty="0"/>
          </a:p>
        </p:txBody>
      </p:sp>
      <p:sp>
        <p:nvSpPr>
          <p:cNvPr id="14" name="Text 11">
            <a:extLst>
              <a:ext uri="{FF2B5EF4-FFF2-40B4-BE49-F238E27FC236}">
                <a16:creationId xmlns:a16="http://schemas.microsoft.com/office/drawing/2014/main" id="{7CDBE593-B4B6-8F60-64F8-491FF8830077}"/>
              </a:ext>
            </a:extLst>
          </p:cNvPr>
          <p:cNvSpPr txBox="1"/>
          <p:nvPr/>
        </p:nvSpPr>
        <p:spPr>
          <a:xfrm>
            <a:off x="4942863" y="3291840"/>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détaillée</a:t>
            </a:r>
            <a:endParaRPr lang="en-US" sz="2000" dirty="0"/>
          </a:p>
        </p:txBody>
      </p:sp>
      <p:sp>
        <p:nvSpPr>
          <p:cNvPr id="15" name="Text 12">
            <a:extLst>
              <a:ext uri="{FF2B5EF4-FFF2-40B4-BE49-F238E27FC236}">
                <a16:creationId xmlns:a16="http://schemas.microsoft.com/office/drawing/2014/main" id="{3E9936D9-D339-BCF8-370A-06AEE8C1D2C4}"/>
              </a:ext>
            </a:extLst>
          </p:cNvPr>
          <p:cNvSpPr txBox="1"/>
          <p:nvPr/>
        </p:nvSpPr>
        <p:spPr>
          <a:xfrm>
            <a:off x="4942863" y="4069080"/>
            <a:ext cx="2057400" cy="1554480"/>
          </a:xfrm>
          <a:prstGeom prst="rect">
            <a:avLst/>
          </a:prstGeom>
          <a:noFill/>
          <a:ln/>
        </p:spPr>
        <p:txBody>
          <a:bodyPr wrap="square" lIns="0" tIns="0" rIns="0" bIns="0" rtlCol="0" anchor="t"/>
          <a:lstStyle/>
          <a:p>
            <a:pPr marL="0" indent="0">
              <a:buNone/>
            </a:pPr>
            <a:r>
              <a:rPr lang="en-US" sz="1400" dirty="0">
                <a:solidFill>
                  <a:schemeClr val="tx1"/>
                </a:solidFill>
              </a:rPr>
              <a:t>Diagrammes UML : cas d'utilisation, séquence, activité, classes</a:t>
            </a:r>
            <a:endParaRPr lang="en-US" sz="1400" dirty="0"/>
          </a:p>
        </p:txBody>
      </p:sp>
      <p:sp>
        <p:nvSpPr>
          <p:cNvPr id="16" name="Card Réalisation">
            <a:extLst>
              <a:ext uri="{FF2B5EF4-FFF2-40B4-BE49-F238E27FC236}">
                <a16:creationId xmlns:a16="http://schemas.microsoft.com/office/drawing/2014/main" id="{C8FC13BB-2357-AC27-628C-E9F3F8EC383F}"/>
              </a:ext>
            </a:extLst>
          </p:cNvPr>
          <p:cNvSpPr/>
          <p:nvPr/>
        </p:nvSpPr>
        <p:spPr>
          <a:xfrm>
            <a:off x="8397805" y="1671438"/>
            <a:ext cx="2606040" cy="4206240"/>
          </a:xfrm>
          <a:prstGeom prst="roundRect">
            <a:avLst>
              <a:gd name="adj" fmla="val 4211"/>
            </a:avLst>
          </a:prstGeom>
          <a:solidFill>
            <a:schemeClr val="tx2"/>
          </a:solidFill>
          <a:ln w="12700">
            <a:solidFill>
              <a:schemeClr val="tx2"/>
            </a:solidFill>
            <a:prstDash val="solid"/>
          </a:ln>
        </p:spPr>
      </p:sp>
      <p:sp>
        <p:nvSpPr>
          <p:cNvPr id="17" name="Text 14">
            <a:extLst>
              <a:ext uri="{FF2B5EF4-FFF2-40B4-BE49-F238E27FC236}">
                <a16:creationId xmlns:a16="http://schemas.microsoft.com/office/drawing/2014/main" id="{26639AE5-FD76-B3D9-4D4A-0401B0448A97}"/>
              </a:ext>
            </a:extLst>
          </p:cNvPr>
          <p:cNvSpPr txBox="1"/>
          <p:nvPr/>
        </p:nvSpPr>
        <p:spPr>
          <a:xfrm>
            <a:off x="8672125" y="1854318"/>
            <a:ext cx="2057400" cy="1280160"/>
          </a:xfrm>
          <a:prstGeom prst="rect">
            <a:avLst/>
          </a:prstGeom>
          <a:noFill/>
          <a:ln/>
        </p:spPr>
        <p:txBody>
          <a:bodyPr wrap="square" lIns="0" tIns="0" rIns="0" bIns="0" rtlCol="0" anchor="ctr"/>
          <a:lstStyle/>
          <a:p>
            <a:pPr marL="0" indent="0">
              <a:buNone/>
            </a:pPr>
            <a:r>
              <a:rPr lang="en-US" sz="6600" b="1" dirty="0">
                <a:solidFill>
                  <a:schemeClr val="accent1"/>
                </a:solidFill>
                <a:latin typeface="Cambria" pitchFamily="34" charset="0"/>
                <a:ea typeface="Cambria" pitchFamily="34" charset="-122"/>
                <a:cs typeface="Cambria" pitchFamily="34" charset="-120"/>
              </a:rPr>
              <a:t>3</a:t>
            </a:r>
            <a:endParaRPr lang="en-US" sz="6600" dirty="0"/>
          </a:p>
        </p:txBody>
      </p:sp>
      <p:sp>
        <p:nvSpPr>
          <p:cNvPr id="18" name="Text 15">
            <a:extLst>
              <a:ext uri="{FF2B5EF4-FFF2-40B4-BE49-F238E27FC236}">
                <a16:creationId xmlns:a16="http://schemas.microsoft.com/office/drawing/2014/main" id="{82607A12-3B12-4372-D43B-B5A06B86CB42}"/>
              </a:ext>
            </a:extLst>
          </p:cNvPr>
          <p:cNvSpPr txBox="1"/>
          <p:nvPr/>
        </p:nvSpPr>
        <p:spPr>
          <a:xfrm>
            <a:off x="8672125" y="3317358"/>
            <a:ext cx="2057400" cy="731520"/>
          </a:xfrm>
          <a:prstGeom prst="rect">
            <a:avLst/>
          </a:prstGeom>
          <a:noFill/>
          <a:ln/>
        </p:spPr>
        <p:txBody>
          <a:bodyPr wrap="square" lIns="0" tIns="0" rIns="0" bIns="0" rtlCol="0" anchor="t"/>
          <a:lstStyle/>
          <a:p>
            <a:pPr marL="0" indent="0">
              <a:buNone/>
            </a:pPr>
            <a:r>
              <a:rPr lang="en-US" sz="2000" b="1" dirty="0">
                <a:solidFill>
                  <a:schemeClr val="bg1"/>
                </a:solidFill>
              </a:rPr>
              <a:t>Réalisation</a:t>
            </a:r>
            <a:endParaRPr lang="en-US" sz="2000" dirty="0"/>
          </a:p>
        </p:txBody>
      </p:sp>
      <p:sp>
        <p:nvSpPr>
          <p:cNvPr id="19" name="Text 16">
            <a:extLst>
              <a:ext uri="{FF2B5EF4-FFF2-40B4-BE49-F238E27FC236}">
                <a16:creationId xmlns:a16="http://schemas.microsoft.com/office/drawing/2014/main" id="{D16250C6-A678-661C-FD91-9BDDB360E2C3}"/>
              </a:ext>
            </a:extLst>
          </p:cNvPr>
          <p:cNvSpPr txBox="1"/>
          <p:nvPr/>
        </p:nvSpPr>
        <p:spPr>
          <a:xfrm>
            <a:off x="8672125" y="4094598"/>
            <a:ext cx="2057400" cy="1554480"/>
          </a:xfrm>
          <a:prstGeom prst="rect">
            <a:avLst/>
          </a:prstGeom>
          <a:noFill/>
          <a:ln/>
        </p:spPr>
        <p:txBody>
          <a:bodyPr wrap="square" lIns="0" tIns="0" rIns="0" bIns="0" rtlCol="0" anchor="t"/>
          <a:lstStyle/>
          <a:p>
            <a:pPr marL="0" indent="0">
              <a:buNone/>
            </a:pPr>
            <a:r>
              <a:rPr lang="en-US" sz="1400" dirty="0">
                <a:solidFill>
                  <a:schemeClr val="bg1"/>
                </a:solidFill>
              </a:rPr>
              <a:t>Démonstration de l'application</a:t>
            </a:r>
            <a:endParaRPr lang="en-US" sz="1400" dirty="0"/>
          </a:p>
        </p:txBody>
      </p:sp>
      <p:sp>
        <p:nvSpPr>
          <p:cNvPr id="25" name="Slide Number Placeholder 0">
            <a:extLst>
              <a:ext uri="{FF2B5EF4-FFF2-40B4-BE49-F238E27FC236}">
                <a16:creationId xmlns:a16="http://schemas.microsoft.com/office/drawing/2014/main" id="{BE64E834-A032-3FD9-7968-EDD737226509}"/>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dirty="0"/>
              <a:t>3</a:t>
            </a:r>
          </a:p>
        </p:txBody>
      </p:sp>
    </p:spTree>
    <p:extLst>
      <p:ext uri="{BB962C8B-B14F-4D97-AF65-F5344CB8AC3E}">
        <p14:creationId xmlns:p14="http://schemas.microsoft.com/office/powerpoint/2010/main" val="17330506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l">
              <a:buNone/>
            </a:pPr>
            <a:r>
              <a:rPr lang="en-US" sz="4400" b="1" dirty="0">
                <a:solidFill>
                  <a:schemeClr val="bg1"/>
                </a:solidFill>
              </a:rPr>
              <a:t>Partie 1 : Étude préalable</a:t>
            </a:r>
            <a:endParaRPr lang="en-US" sz="4400" dirty="0"/>
          </a:p>
        </p:txBody>
      </p:sp>
      <p:sp>
        <p:nvSpPr>
          <p:cNvPr id="3" name="Text 0"/>
          <p:cNvSpPr>
            <a:spLocks noGrp="1"/>
          </p:cNvSpPr>
          <p:nvPr>
            <p:ph type="body" idx="101" hasCustomPrompt="1"/>
          </p:nvPr>
        </p:nvSpPr>
        <p:spPr>
          <a:xfrm>
            <a:off x="731520" y="3657600"/>
            <a:ext cx="10515600" cy="914400"/>
          </a:xfrm>
          <a:prstGeom prst="rect">
            <a:avLst/>
          </a:prstGeom>
          <a:noFill/>
          <a:ln/>
        </p:spPr>
        <p:txBody>
          <a:bodyPr wrap="square" lIns="0" tIns="0" rIns="0" bIns="0" rtlCol="0" anchor="t"/>
          <a:lstStyle/>
          <a:p>
            <a:pPr marL="0" indent="0" algn="l">
              <a:buNone/>
            </a:pPr>
            <a:r>
              <a:rPr lang="en-US" sz="2200" dirty="0">
                <a:solidFill>
                  <a:schemeClr val="accent1"/>
                </a:solidFill>
              </a:rPr>
              <a:t>Société, existant, proposition de solution, solution retenue</a:t>
            </a:r>
            <a:endParaRPr lang="en-US" sz="2200" dirty="0"/>
          </a:p>
        </p:txBody>
      </p:sp>
      <p:sp>
        <p:nvSpPr>
          <p:cNvPr id="4" name="Slide Number Placeholder 0">
            <a:extLst>
              <a:ext uri="{FF2B5EF4-FFF2-40B4-BE49-F238E27FC236}">
                <a16:creationId xmlns:a16="http://schemas.microsoft.com/office/drawing/2014/main" id="{C47BBEF3-CA19-0E87-62ED-108B7FC34EC1}"/>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4</a:t>
            </a:r>
          </a:p>
        </p:txBody>
      </p:sp>
    </p:spTree>
  </p:cSld>
  <p:clrMapOvr>
    <a:masterClrMapping/>
  </p:clrMapOvr>
  <p:transition spd="slow">
    <p:push/>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AUXIMAD et son service AUXIASSUR</a:t>
            </a:r>
            <a:endParaRPr lang="en-US" sz="3400" dirty="0"/>
          </a:p>
        </p:txBody>
      </p:sp>
      <p:sp>
        <p:nvSpPr>
          <p:cNvPr id="4" name="Card 1902"/>
          <p:cNvSpPr/>
          <p:nvPr/>
        </p:nvSpPr>
        <p:spPr>
          <a:xfrm>
            <a:off x="548640" y="1645920"/>
            <a:ext cx="448056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777240" y="164592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1902</a:t>
            </a:r>
            <a:endParaRPr lang="en-US" sz="3600" dirty="0"/>
          </a:p>
        </p:txBody>
      </p:sp>
      <p:sp>
        <p:nvSpPr>
          <p:cNvPr id="6" name="Text 3"/>
          <p:cNvSpPr txBox="1"/>
          <p:nvPr/>
        </p:nvSpPr>
        <p:spPr>
          <a:xfrm>
            <a:off x="2560320" y="1737360"/>
            <a:ext cx="2286000" cy="1097280"/>
          </a:xfrm>
          <a:prstGeom prst="rect">
            <a:avLst/>
          </a:prstGeom>
          <a:noFill/>
          <a:ln/>
        </p:spPr>
        <p:txBody>
          <a:bodyPr wrap="square" lIns="0" tIns="0" rIns="0" bIns="0" rtlCol="0" anchor="ctr"/>
          <a:lstStyle/>
          <a:p>
            <a:pPr marL="0" indent="0">
              <a:buNone/>
            </a:pPr>
            <a:r>
              <a:rPr lang="en-US" sz="1400" dirty="0">
                <a:solidFill>
                  <a:schemeClr val="tx1"/>
                </a:solidFill>
              </a:rPr>
              <a:t>Fondation du Wharf de Tamatave, à l'origine d'AUXIMAD</a:t>
            </a:r>
            <a:endParaRPr lang="en-US" sz="1400" dirty="0"/>
          </a:p>
        </p:txBody>
      </p:sp>
      <p:sp>
        <p:nvSpPr>
          <p:cNvPr id="7" name="Card 1952"/>
          <p:cNvSpPr/>
          <p:nvPr/>
        </p:nvSpPr>
        <p:spPr>
          <a:xfrm>
            <a:off x="548640" y="3108960"/>
            <a:ext cx="448056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777240" y="310896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1952</a:t>
            </a:r>
            <a:endParaRPr lang="en-US" sz="3600" dirty="0"/>
          </a:p>
        </p:txBody>
      </p:sp>
      <p:sp>
        <p:nvSpPr>
          <p:cNvPr id="9" name="Text 6"/>
          <p:cNvSpPr txBox="1"/>
          <p:nvPr/>
        </p:nvSpPr>
        <p:spPr>
          <a:xfrm>
            <a:off x="2560320" y="3200400"/>
            <a:ext cx="2286000" cy="1097280"/>
          </a:xfrm>
          <a:prstGeom prst="rect">
            <a:avLst/>
          </a:prstGeom>
          <a:noFill/>
          <a:ln/>
        </p:spPr>
        <p:txBody>
          <a:bodyPr wrap="square" lIns="0" tIns="0" rIns="0" bIns="0" rtlCol="0" anchor="ctr"/>
          <a:lstStyle/>
          <a:p>
            <a:pPr marL="0" indent="0">
              <a:buNone/>
            </a:pPr>
            <a:r>
              <a:rPr lang="en-US" sz="1400" dirty="0">
                <a:solidFill>
                  <a:schemeClr val="tx1"/>
                </a:solidFill>
              </a:rPr>
              <a:t>Naissance de la Société Auxiliaire Maritime de Madagascar</a:t>
            </a:r>
            <a:endParaRPr lang="en-US" sz="1400" dirty="0"/>
          </a:p>
        </p:txBody>
      </p:sp>
      <p:sp>
        <p:nvSpPr>
          <p:cNvPr id="10" name="Card 61,2 %"/>
          <p:cNvSpPr/>
          <p:nvPr/>
        </p:nvSpPr>
        <p:spPr>
          <a:xfrm>
            <a:off x="548640" y="4572000"/>
            <a:ext cx="448056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777240" y="457200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61,2 %</a:t>
            </a:r>
            <a:endParaRPr lang="en-US" sz="3600" dirty="0"/>
          </a:p>
        </p:txBody>
      </p:sp>
      <p:sp>
        <p:nvSpPr>
          <p:cNvPr id="12" name="Text 9"/>
          <p:cNvSpPr txBox="1"/>
          <p:nvPr/>
        </p:nvSpPr>
        <p:spPr>
          <a:xfrm>
            <a:off x="2560320" y="4663440"/>
            <a:ext cx="2286000" cy="1097280"/>
          </a:xfrm>
          <a:prstGeom prst="rect">
            <a:avLst/>
          </a:prstGeom>
          <a:noFill/>
          <a:ln/>
        </p:spPr>
        <p:txBody>
          <a:bodyPr wrap="square" lIns="0" tIns="0" rIns="0" bIns="0" rtlCol="0" anchor="ctr"/>
          <a:lstStyle/>
          <a:p>
            <a:pPr marL="0" indent="0">
              <a:buNone/>
            </a:pPr>
            <a:r>
              <a:rPr lang="en-US" sz="1400" dirty="0">
                <a:solidFill>
                  <a:schemeClr val="tx1"/>
                </a:solidFill>
              </a:rPr>
              <a:t>Part de marché d'ARO, compagnie dont AUXIASSUR est Agent Général</a:t>
            </a:r>
            <a:endParaRPr lang="en-US" sz="1400" dirty="0"/>
          </a:p>
        </p:txBody>
      </p:sp>
      <p:sp>
        <p:nvSpPr>
          <p:cNvPr id="13" name="Card AUXIMAD"/>
          <p:cNvSpPr/>
          <p:nvPr/>
        </p:nvSpPr>
        <p:spPr>
          <a:xfrm>
            <a:off x="5303520" y="1645920"/>
            <a:ext cx="3108960" cy="4206240"/>
          </a:xfrm>
          <a:prstGeom prst="roundRect">
            <a:avLst>
              <a:gd name="adj" fmla="val 3529"/>
            </a:avLst>
          </a:prstGeom>
          <a:solidFill>
            <a:schemeClr val="bg2"/>
          </a:solidFill>
          <a:ln w="12700">
            <a:solidFill>
              <a:schemeClr val="bg2"/>
            </a:solidFill>
            <a:prstDash val="solid"/>
          </a:ln>
        </p:spPr>
      </p:sp>
      <p:sp>
        <p:nvSpPr>
          <p:cNvPr id="14" name="Pastille FaBuilding"/>
          <p:cNvSpPr/>
          <p:nvPr/>
        </p:nvSpPr>
        <p:spPr>
          <a:xfrm>
            <a:off x="5577840" y="1920240"/>
            <a:ext cx="594360" cy="594360"/>
          </a:xfrm>
          <a:prstGeom prst="ellipse">
            <a:avLst/>
          </a:prstGeom>
          <a:solidFill>
            <a:schemeClr val="accent2"/>
          </a:solidFill>
          <a:ln w="12700">
            <a:solidFill>
              <a:schemeClr val="accent2"/>
            </a:solidFill>
            <a:prstDash val="solid"/>
          </a:ln>
        </p:spPr>
      </p:sp>
      <p:pic>
        <p:nvPicPr>
          <p:cNvPr id="15" name="Image 0" descr="FaBuilding"/>
          <p:cNvPicPr>
            <a:picLocks noChangeAspect="1"/>
          </p:cNvPicPr>
          <p:nvPr/>
        </p:nvPicPr>
        <p:blipFill>
          <a:blip r:embed="rId3"/>
          <a:stretch>
            <a:fillRect/>
          </a:stretch>
        </p:blipFill>
        <p:spPr>
          <a:xfrm>
            <a:off x="5744261" y="2086661"/>
            <a:ext cx="261518" cy="261518"/>
          </a:xfrm>
          <a:prstGeom prst="rect">
            <a:avLst/>
          </a:prstGeom>
        </p:spPr>
      </p:pic>
      <p:sp>
        <p:nvSpPr>
          <p:cNvPr id="16" name="Text 12"/>
          <p:cNvSpPr txBox="1"/>
          <p:nvPr/>
        </p:nvSpPr>
        <p:spPr>
          <a:xfrm>
            <a:off x="5577840" y="2651760"/>
            <a:ext cx="2560320" cy="457200"/>
          </a:xfrm>
          <a:prstGeom prst="rect">
            <a:avLst/>
          </a:prstGeom>
          <a:noFill/>
          <a:ln/>
        </p:spPr>
        <p:txBody>
          <a:bodyPr wrap="square" lIns="0" tIns="0" rIns="0" bIns="0" rtlCol="0" anchor="t"/>
          <a:lstStyle/>
          <a:p>
            <a:pPr marL="0" indent="0">
              <a:buNone/>
            </a:pPr>
            <a:r>
              <a:rPr lang="en-US" sz="1800" b="1" dirty="0">
                <a:solidFill>
                  <a:schemeClr val="tx2"/>
                </a:solidFill>
              </a:rPr>
              <a:t>AUXIMAD</a:t>
            </a:r>
            <a:endParaRPr lang="en-US" sz="1800" dirty="0"/>
          </a:p>
        </p:txBody>
      </p:sp>
      <p:sp>
        <p:nvSpPr>
          <p:cNvPr id="17" name="Text 13"/>
          <p:cNvSpPr txBox="1"/>
          <p:nvPr/>
        </p:nvSpPr>
        <p:spPr>
          <a:xfrm>
            <a:off x="5577840" y="3154680"/>
            <a:ext cx="2560320" cy="2514600"/>
          </a:xfrm>
          <a:prstGeom prst="rect">
            <a:avLst/>
          </a:prstGeom>
          <a:noFill/>
          <a:ln/>
        </p:spPr>
        <p:txBody>
          <a:bodyPr wrap="square" lIns="0" tIns="0" rIns="0" bIns="0" rtlCol="0" anchor="t"/>
          <a:lstStyle/>
          <a:p>
            <a:pPr marL="0" indent="0">
              <a:buNone/>
            </a:pPr>
            <a:r>
              <a:rPr lang="en-US" sz="1400" dirty="0">
                <a:solidFill>
                  <a:schemeClr val="tx1"/>
                </a:solidFill>
              </a:rPr>
              <a:t>Prestataire de Services Logistiques : consignation de navires, transit et dédouanement, manutention et transport, entreposage, groupage.</a:t>
            </a:r>
            <a:endParaRPr lang="en-US" sz="1400" dirty="0"/>
          </a:p>
        </p:txBody>
      </p:sp>
      <p:sp>
        <p:nvSpPr>
          <p:cNvPr id="18" name="Card AUXIASSUR"/>
          <p:cNvSpPr/>
          <p:nvPr/>
        </p:nvSpPr>
        <p:spPr>
          <a:xfrm>
            <a:off x="8595360" y="1645920"/>
            <a:ext cx="3044952" cy="4206240"/>
          </a:xfrm>
          <a:prstGeom prst="roundRect">
            <a:avLst>
              <a:gd name="adj" fmla="val 3604"/>
            </a:avLst>
          </a:prstGeom>
          <a:solidFill>
            <a:schemeClr val="tx2"/>
          </a:solidFill>
          <a:ln w="12700">
            <a:solidFill>
              <a:schemeClr val="tx2"/>
            </a:solidFill>
            <a:prstDash val="solid"/>
          </a:ln>
        </p:spPr>
      </p:sp>
      <p:sp>
        <p:nvSpPr>
          <p:cNvPr id="19" name="Pastille FaShieldAlt"/>
          <p:cNvSpPr/>
          <p:nvPr/>
        </p:nvSpPr>
        <p:spPr>
          <a:xfrm>
            <a:off x="8869680" y="1920240"/>
            <a:ext cx="594360" cy="594360"/>
          </a:xfrm>
          <a:prstGeom prst="ellipse">
            <a:avLst/>
          </a:prstGeom>
          <a:solidFill>
            <a:schemeClr val="accent1"/>
          </a:solidFill>
          <a:ln w="12700">
            <a:solidFill>
              <a:schemeClr val="accent1"/>
            </a:solidFill>
            <a:prstDash val="solid"/>
          </a:ln>
        </p:spPr>
      </p:sp>
      <p:pic>
        <p:nvPicPr>
          <p:cNvPr id="20" name="Image 1" descr="FaShieldAlt"/>
          <p:cNvPicPr>
            <a:picLocks noChangeAspect="1"/>
          </p:cNvPicPr>
          <p:nvPr/>
        </p:nvPicPr>
        <p:blipFill>
          <a:blip r:embed="rId4"/>
          <a:stretch>
            <a:fillRect/>
          </a:stretch>
        </p:blipFill>
        <p:spPr>
          <a:xfrm>
            <a:off x="9036101" y="2086661"/>
            <a:ext cx="261518" cy="261518"/>
          </a:xfrm>
          <a:prstGeom prst="rect">
            <a:avLst/>
          </a:prstGeom>
        </p:spPr>
      </p:pic>
      <p:sp>
        <p:nvSpPr>
          <p:cNvPr id="21" name="Text 16"/>
          <p:cNvSpPr txBox="1"/>
          <p:nvPr/>
        </p:nvSpPr>
        <p:spPr>
          <a:xfrm>
            <a:off x="8869680" y="2651760"/>
            <a:ext cx="2496312" cy="457200"/>
          </a:xfrm>
          <a:prstGeom prst="rect">
            <a:avLst/>
          </a:prstGeom>
          <a:noFill/>
          <a:ln/>
        </p:spPr>
        <p:txBody>
          <a:bodyPr wrap="square" lIns="0" tIns="0" rIns="0" bIns="0" rtlCol="0" anchor="t"/>
          <a:lstStyle/>
          <a:p>
            <a:pPr marL="0" indent="0">
              <a:buNone/>
            </a:pPr>
            <a:r>
              <a:rPr lang="en-US" sz="1800" b="1" dirty="0">
                <a:solidFill>
                  <a:schemeClr val="bg1"/>
                </a:solidFill>
              </a:rPr>
              <a:t>AUXIASSUR</a:t>
            </a:r>
            <a:endParaRPr lang="en-US" sz="1800" dirty="0"/>
          </a:p>
        </p:txBody>
      </p:sp>
      <p:sp>
        <p:nvSpPr>
          <p:cNvPr id="22" name="Text 17"/>
          <p:cNvSpPr txBox="1"/>
          <p:nvPr/>
        </p:nvSpPr>
        <p:spPr>
          <a:xfrm>
            <a:off x="8869680" y="3154680"/>
            <a:ext cx="2496312" cy="2514600"/>
          </a:xfrm>
          <a:prstGeom prst="rect">
            <a:avLst/>
          </a:prstGeom>
          <a:noFill/>
          <a:ln/>
        </p:spPr>
        <p:txBody>
          <a:bodyPr wrap="square" lIns="0" tIns="0" rIns="0" bIns="0" rtlCol="0" anchor="t"/>
          <a:lstStyle/>
          <a:p>
            <a:pPr marL="0" indent="0">
              <a:buNone/>
            </a:pPr>
            <a:r>
              <a:rPr lang="en-US" sz="1400" dirty="0">
                <a:solidFill>
                  <a:schemeClr val="bg1"/>
                </a:solidFill>
              </a:rPr>
              <a:t>Service assurance d'AUXIMAD, Agent Général d'ARO. Périmètre du projet : la branche automobile.</a:t>
            </a:r>
            <a:endParaRPr lang="en-US" sz="1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5</a:t>
            </a:r>
            <a:endParaRPr lang="en-US" dirty="0"/>
          </a:p>
        </p:txBody>
      </p:sp>
    </p:spTree>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46B43C2-AD1B-409D-6DB4-01F5A78B0AA5}"/>
              </a:ext>
            </a:extLst>
          </p:cNvPr>
          <p:cNvSpPr>
            <a:spLocks noGrp="1"/>
          </p:cNvSpPr>
          <p:nvPr>
            <p:ph type="title" idx="100"/>
          </p:nvPr>
        </p:nvSpPr>
        <p:spPr>
          <a:xfrm>
            <a:off x="563880" y="452388"/>
            <a:ext cx="11064240" cy="914400"/>
          </a:xfrm>
        </p:spPr>
        <p:txBody>
          <a:bodyPr/>
          <a:lstStyle/>
          <a:p>
            <a:pPr algn="ctr"/>
            <a:r>
              <a:rPr lang="fr-FR" dirty="0"/>
              <a:t>Organigramme générale</a:t>
            </a:r>
            <a:endParaRPr lang="LID4096" dirty="0"/>
          </a:p>
        </p:txBody>
      </p:sp>
      <p:graphicFrame>
        <p:nvGraphicFramePr>
          <p:cNvPr id="3" name="Diagramme 2">
            <a:extLst>
              <a:ext uri="{FF2B5EF4-FFF2-40B4-BE49-F238E27FC236}">
                <a16:creationId xmlns:a16="http://schemas.microsoft.com/office/drawing/2014/main" id="{E75F2BA9-0713-87F3-AC6F-FD7B952A8A4F}"/>
              </a:ext>
            </a:extLst>
          </p:cNvPr>
          <p:cNvGraphicFramePr/>
          <p:nvPr>
            <p:extLst>
              <p:ext uri="{D42A27DB-BD31-4B8C-83A1-F6EECF244321}">
                <p14:modId xmlns:p14="http://schemas.microsoft.com/office/powerpoint/2010/main" val="2257013000"/>
              </p:ext>
            </p:extLst>
          </p:nvPr>
        </p:nvGraphicFramePr>
        <p:xfrm>
          <a:off x="579120" y="1280160"/>
          <a:ext cx="11033760" cy="48581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Slide Number Placeholder 0">
            <a:extLst>
              <a:ext uri="{FF2B5EF4-FFF2-40B4-BE49-F238E27FC236}">
                <a16:creationId xmlns:a16="http://schemas.microsoft.com/office/drawing/2014/main" id="{A67FEFD2-A788-64BF-FB78-53AFBA1F1027}"/>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6</a:t>
            </a:r>
          </a:p>
        </p:txBody>
      </p:sp>
    </p:spTree>
    <p:extLst>
      <p:ext uri="{BB962C8B-B14F-4D97-AF65-F5344CB8AC3E}">
        <p14:creationId xmlns:p14="http://schemas.microsoft.com/office/powerpoint/2010/main" val="2707525566"/>
      </p:ext>
    </p:extLst>
  </p:cSld>
  <p:clrMapOvr>
    <a:masterClrMapping/>
  </p:clrMapOvr>
  <p:transition spd="slow">
    <p:push/>
  </p:transition>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dirty="0" err="1"/>
              <a:t>Présentation</a:t>
            </a:r>
            <a:r>
              <a:rPr lang="en-US" sz="3400" dirty="0"/>
              <a:t> du </a:t>
            </a:r>
            <a:r>
              <a:rPr lang="en-US" sz="3400" dirty="0" err="1"/>
              <a:t>Projet</a:t>
            </a:r>
            <a:r>
              <a:rPr lang="en-US" sz="3400" dirty="0"/>
              <a:t> : AUXIDRIVE</a:t>
            </a:r>
          </a:p>
        </p:txBody>
      </p:sp>
      <p:pic>
        <p:nvPicPr>
          <p:cNvPr id="36" name="Image 0" descr="FaUsers"/>
          <p:cNvPicPr>
            <a:picLocks noChangeAspect="1"/>
          </p:cNvPicPr>
          <p:nvPr/>
        </p:nvPicPr>
        <p:blipFill>
          <a:blip r:embed="rId3"/>
          <a:stretch>
            <a:fillRect/>
          </a:stretch>
        </p:blipFill>
        <p:spPr>
          <a:xfrm>
            <a:off x="989381" y="5081321"/>
            <a:ext cx="261518" cy="261518"/>
          </a:xfrm>
          <a:prstGeom prst="rect">
            <a:avLst/>
          </a:prstGeom>
        </p:spPr>
      </p:pic>
      <p:pic>
        <p:nvPicPr>
          <p:cNvPr id="40" name="Image 1" descr="FaDatabase"/>
          <p:cNvPicPr>
            <a:picLocks noChangeAspect="1"/>
          </p:cNvPicPr>
          <p:nvPr/>
        </p:nvPicPr>
        <p:blipFill>
          <a:blip r:embed="rId4"/>
          <a:stretch>
            <a:fillRect/>
          </a:stretch>
        </p:blipFill>
        <p:spPr>
          <a:xfrm>
            <a:off x="6640373" y="5081321"/>
            <a:ext cx="261518" cy="261518"/>
          </a:xfrm>
          <a:prstGeom prst="rect">
            <a:avLst/>
          </a:prstGeom>
        </p:spPr>
      </p:pic>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dirty="0"/>
              <a:t>7</a:t>
            </a:r>
          </a:p>
        </p:txBody>
      </p:sp>
      <p:sp>
        <p:nvSpPr>
          <p:cNvPr id="42" name="ZoneTexte 41">
            <a:extLst>
              <a:ext uri="{FF2B5EF4-FFF2-40B4-BE49-F238E27FC236}">
                <a16:creationId xmlns:a16="http://schemas.microsoft.com/office/drawing/2014/main" id="{9E1AA129-50DC-EE1F-9C35-44762FF75A0C}"/>
              </a:ext>
            </a:extLst>
          </p:cNvPr>
          <p:cNvSpPr txBox="1"/>
          <p:nvPr/>
        </p:nvSpPr>
        <p:spPr>
          <a:xfrm>
            <a:off x="548640" y="1852731"/>
            <a:ext cx="11582530" cy="1323439"/>
          </a:xfrm>
          <a:prstGeom prst="rect">
            <a:avLst/>
          </a:prstGeom>
          <a:noFill/>
        </p:spPr>
        <p:txBody>
          <a:bodyPr wrap="none" rtlCol="0">
            <a:spAutoFit/>
          </a:bodyPr>
          <a:lstStyle/>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Unifier l'écosystème logiciel au sein d'une seule application web sur-mesure.</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Automatiser la tarification des primes (Monovéhicule et Flotte) et l'application des règles de bonus-malus.</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Dématérialiser le suivi documentaire, les alertes d'échéance et la déclaration en ligne des sinistres.</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Offrir un outil de pilotage statistique consolidé pour les agents et l'administration.</a:t>
            </a:r>
            <a:endParaRPr lang="LID4096" sz="2000" dirty="0">
              <a:latin typeface="Times New Roman" panose="02020603050405020304" pitchFamily="18" charset="0"/>
              <a:cs typeface="Times New Roman" panose="02020603050405020304" pitchFamily="18" charset="0"/>
            </a:endParaRPr>
          </a:p>
        </p:txBody>
      </p:sp>
      <p:sp>
        <p:nvSpPr>
          <p:cNvPr id="43" name="ZoneTexte 42">
            <a:extLst>
              <a:ext uri="{FF2B5EF4-FFF2-40B4-BE49-F238E27FC236}">
                <a16:creationId xmlns:a16="http://schemas.microsoft.com/office/drawing/2014/main" id="{716C1F3B-E532-E06D-B64D-2EFF85E223C1}"/>
              </a:ext>
            </a:extLst>
          </p:cNvPr>
          <p:cNvSpPr txBox="1"/>
          <p:nvPr/>
        </p:nvSpPr>
        <p:spPr>
          <a:xfrm>
            <a:off x="548640" y="1387944"/>
            <a:ext cx="2170979" cy="400110"/>
          </a:xfrm>
          <a:prstGeom prst="rect">
            <a:avLst/>
          </a:prstGeom>
          <a:noFill/>
        </p:spPr>
        <p:txBody>
          <a:bodyPr wrap="none" rtlCol="0">
            <a:spAutoFit/>
          </a:bodyPr>
          <a:lstStyle/>
          <a:p>
            <a:r>
              <a:rPr lang="fr-FR" sz="2000" b="1" dirty="0">
                <a:latin typeface="Times New Roman" panose="02020603050405020304" pitchFamily="18" charset="0"/>
                <a:cs typeface="Times New Roman" panose="02020603050405020304" pitchFamily="18" charset="0"/>
              </a:rPr>
              <a:t>Objectif du Projet</a:t>
            </a:r>
          </a:p>
        </p:txBody>
      </p:sp>
      <p:sp>
        <p:nvSpPr>
          <p:cNvPr id="44" name="ZoneTexte 43">
            <a:extLst>
              <a:ext uri="{FF2B5EF4-FFF2-40B4-BE49-F238E27FC236}">
                <a16:creationId xmlns:a16="http://schemas.microsoft.com/office/drawing/2014/main" id="{F9F4A545-2804-D042-C92D-50DC86F064D2}"/>
              </a:ext>
            </a:extLst>
          </p:cNvPr>
          <p:cNvSpPr txBox="1"/>
          <p:nvPr/>
        </p:nvSpPr>
        <p:spPr>
          <a:xfrm>
            <a:off x="513341" y="3345172"/>
            <a:ext cx="2241576" cy="400110"/>
          </a:xfrm>
          <a:prstGeom prst="rect">
            <a:avLst/>
          </a:prstGeom>
          <a:noFill/>
        </p:spPr>
        <p:txBody>
          <a:bodyPr wrap="none" rtlCol="0">
            <a:spAutoFit/>
          </a:bodyPr>
          <a:lstStyle/>
          <a:p>
            <a:r>
              <a:rPr lang="" sz="2000" b="1" dirty="0">
                <a:latin typeface="Times New Roman" panose="02020603050405020304" pitchFamily="18" charset="0"/>
                <a:cs typeface="Times New Roman" panose="02020603050405020304" pitchFamily="18" charset="0"/>
              </a:rPr>
              <a:t>Résultats Attendus</a:t>
            </a:r>
            <a:endParaRPr lang="LID4096" sz="2000" b="1" dirty="0">
              <a:latin typeface="Times New Roman" panose="02020603050405020304" pitchFamily="18" charset="0"/>
              <a:cs typeface="Times New Roman" panose="02020603050405020304" pitchFamily="18" charset="0"/>
            </a:endParaRPr>
          </a:p>
        </p:txBody>
      </p:sp>
      <p:sp>
        <p:nvSpPr>
          <p:cNvPr id="45" name="ZoneTexte 44">
            <a:extLst>
              <a:ext uri="{FF2B5EF4-FFF2-40B4-BE49-F238E27FC236}">
                <a16:creationId xmlns:a16="http://schemas.microsoft.com/office/drawing/2014/main" id="{73E11375-0CBE-228C-0BF0-BFA9533EBD17}"/>
              </a:ext>
            </a:extLst>
          </p:cNvPr>
          <p:cNvSpPr txBox="1"/>
          <p:nvPr/>
        </p:nvSpPr>
        <p:spPr>
          <a:xfrm>
            <a:off x="548640" y="3969130"/>
            <a:ext cx="10784910" cy="1631216"/>
          </a:xfrm>
          <a:prstGeom prst="rect">
            <a:avLst/>
          </a:prstGeom>
          <a:noFill/>
        </p:spPr>
        <p:txBody>
          <a:bodyPr wrap="square" rtlCol="0">
            <a:spAutoFit/>
          </a:bodyPr>
          <a:lstStyle/>
          <a:p>
            <a:pPr marL="285750" indent="-28575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Remplacement définitif de la combinaison Odoo/Excel et suppression des ressaisies manuelles</a:t>
            </a:r>
          </a:p>
          <a:p>
            <a:pPr marL="285750" indent="-285750">
              <a:buFont typeface="Arial" panose="020B0604020202020204" pitchFamily="34" charset="0"/>
              <a:buChar char="•"/>
            </a:pPr>
            <a:r>
              <a:rPr lang="" sz="2000" dirty="0"/>
              <a:t>Un espace client ergonomique pour le téléversement des pièces justificatives et le suivi autonome.</a:t>
            </a:r>
          </a:p>
          <a:p>
            <a:pPr marL="285750" indent="-285750">
              <a:buFont typeface="Arial" panose="020B0604020202020204" pitchFamily="34" charset="0"/>
              <a:buChar char="•"/>
            </a:pPr>
            <a:r>
              <a:rPr lang="" sz="2000" dirty="0"/>
              <a:t>Génération automatique de factures conformes au format PDF côté serveur.</a:t>
            </a:r>
          </a:p>
          <a:p>
            <a:pPr marL="285750" indent="-285750">
              <a:buFont typeface="Arial" panose="020B0604020202020204" pitchFamily="34" charset="0"/>
              <a:buChar char="•"/>
            </a:pPr>
            <a:r>
              <a:rPr lang="" sz="2000" dirty="0"/>
              <a:t>Réduction du temps de traitement des dossiers grâce à la traçabilité numérique des états des sinistres.</a:t>
            </a:r>
            <a:endParaRPr lang="LID4096" sz="2000" dirty="0">
              <a:latin typeface="Times New Roman" panose="02020603050405020304" pitchFamily="18" charset="0"/>
              <a:cs typeface="Times New Roman" panose="02020603050405020304" pitchFamily="18" charset="0"/>
            </a:endParaRPr>
          </a:p>
        </p:txBody>
      </p:sp>
    </p:spTree>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33FAD-240B-9227-029C-E81B48A69C26}"/>
            </a:ext>
          </a:extLst>
        </p:cNvPr>
        <p:cNvGrpSpPr/>
        <p:nvPr/>
      </p:nvGrpSpPr>
      <p:grpSpPr>
        <a:xfrm>
          <a:off x="0" y="0"/>
          <a:ext cx="0" cy="0"/>
          <a:chOff x="0" y="0"/>
          <a:chExt cx="0" cy="0"/>
        </a:xfrm>
      </p:grpSpPr>
      <p:sp>
        <p:nvSpPr>
          <p:cNvPr id="8" name="Card Affaires nouvelles lourdes">
            <a:extLst>
              <a:ext uri="{FF2B5EF4-FFF2-40B4-BE49-F238E27FC236}">
                <a16:creationId xmlns:a16="http://schemas.microsoft.com/office/drawing/2014/main" id="{DA61ED52-4E3B-1545-A505-CC5F35980BA1}"/>
              </a:ext>
            </a:extLst>
          </p:cNvPr>
          <p:cNvSpPr/>
          <p:nvPr/>
        </p:nvSpPr>
        <p:spPr>
          <a:xfrm>
            <a:off x="548638" y="1484486"/>
            <a:ext cx="3822945" cy="4202331"/>
          </a:xfrm>
          <a:prstGeom prst="roundRect">
            <a:avLst>
              <a:gd name="adj" fmla="val 5455"/>
            </a:avLst>
          </a:prstGeom>
          <a:solidFill>
            <a:schemeClr val="bg2"/>
          </a:solidFill>
          <a:ln w="12700">
            <a:solidFill>
              <a:schemeClr val="bg2"/>
            </a:solidFill>
            <a:prstDash val="solid"/>
          </a:ln>
        </p:spPr>
      </p:sp>
      <p:sp>
        <p:nvSpPr>
          <p:cNvPr id="2" name="Text 0">
            <a:extLst>
              <a:ext uri="{FF2B5EF4-FFF2-40B4-BE49-F238E27FC236}">
                <a16:creationId xmlns:a16="http://schemas.microsoft.com/office/drawing/2014/main" id="{33BCABAD-14EA-538E-D78A-855886A47853}"/>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dirty="0"/>
              <a:t>Etude de </a:t>
            </a:r>
            <a:r>
              <a:rPr lang="en-US" dirty="0" err="1"/>
              <a:t>l’éxistant</a:t>
            </a:r>
            <a:endParaRPr lang="en-US" sz="3400" dirty="0"/>
          </a:p>
        </p:txBody>
      </p:sp>
      <p:pic>
        <p:nvPicPr>
          <p:cNvPr id="36" name="Image 0" descr="FaUsers">
            <a:extLst>
              <a:ext uri="{FF2B5EF4-FFF2-40B4-BE49-F238E27FC236}">
                <a16:creationId xmlns:a16="http://schemas.microsoft.com/office/drawing/2014/main" id="{D6C7DEDB-2209-DE22-7624-25ECA0D8F4F3}"/>
              </a:ext>
            </a:extLst>
          </p:cNvPr>
          <p:cNvPicPr>
            <a:picLocks noChangeAspect="1"/>
          </p:cNvPicPr>
          <p:nvPr/>
        </p:nvPicPr>
        <p:blipFill>
          <a:blip r:embed="rId3"/>
          <a:stretch>
            <a:fillRect/>
          </a:stretch>
        </p:blipFill>
        <p:spPr>
          <a:xfrm>
            <a:off x="989381" y="5081321"/>
            <a:ext cx="261518" cy="261518"/>
          </a:xfrm>
          <a:prstGeom prst="rect">
            <a:avLst/>
          </a:prstGeom>
        </p:spPr>
      </p:pic>
      <p:pic>
        <p:nvPicPr>
          <p:cNvPr id="40" name="Image 1" descr="FaDatabase">
            <a:extLst>
              <a:ext uri="{FF2B5EF4-FFF2-40B4-BE49-F238E27FC236}">
                <a16:creationId xmlns:a16="http://schemas.microsoft.com/office/drawing/2014/main" id="{9AD84503-835D-BAE6-4AA9-56837F468BDC}"/>
              </a:ext>
            </a:extLst>
          </p:cNvPr>
          <p:cNvPicPr>
            <a:picLocks noChangeAspect="1"/>
          </p:cNvPicPr>
          <p:nvPr/>
        </p:nvPicPr>
        <p:blipFill>
          <a:blip r:embed="rId4"/>
          <a:stretch>
            <a:fillRect/>
          </a:stretch>
        </p:blipFill>
        <p:spPr>
          <a:xfrm>
            <a:off x="6640373" y="5081321"/>
            <a:ext cx="261518" cy="261518"/>
          </a:xfrm>
          <a:prstGeom prst="rect">
            <a:avLst/>
          </a:prstGeom>
        </p:spPr>
      </p:pic>
      <p:sp>
        <p:nvSpPr>
          <p:cNvPr id="3" name="Slide Number Placeholder 0">
            <a:extLst>
              <a:ext uri="{FF2B5EF4-FFF2-40B4-BE49-F238E27FC236}">
                <a16:creationId xmlns:a16="http://schemas.microsoft.com/office/drawing/2014/main" id="{8020CA93-D3DA-5EC0-759C-5285A4B5088F}"/>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dirty="0"/>
              <a:t>8</a:t>
            </a:r>
          </a:p>
        </p:txBody>
      </p:sp>
      <p:sp>
        <p:nvSpPr>
          <p:cNvPr id="4" name="ZoneTexte 3">
            <a:extLst>
              <a:ext uri="{FF2B5EF4-FFF2-40B4-BE49-F238E27FC236}">
                <a16:creationId xmlns:a16="http://schemas.microsoft.com/office/drawing/2014/main" id="{2821108E-740A-4AF7-4F8B-571A7ABD79D1}"/>
              </a:ext>
            </a:extLst>
          </p:cNvPr>
          <p:cNvSpPr txBox="1"/>
          <p:nvPr/>
        </p:nvSpPr>
        <p:spPr>
          <a:xfrm>
            <a:off x="1691014" y="6413326"/>
            <a:ext cx="184731" cy="369332"/>
          </a:xfrm>
          <a:prstGeom prst="rect">
            <a:avLst/>
          </a:prstGeom>
          <a:noFill/>
        </p:spPr>
        <p:txBody>
          <a:bodyPr wrap="none" rtlCol="0">
            <a:spAutoFit/>
          </a:bodyPr>
          <a:lstStyle/>
          <a:p>
            <a:endParaRPr lang="LID4096" dirty="0"/>
          </a:p>
        </p:txBody>
      </p:sp>
      <p:sp>
        <p:nvSpPr>
          <p:cNvPr id="5" name="ZoneTexte 4">
            <a:extLst>
              <a:ext uri="{FF2B5EF4-FFF2-40B4-BE49-F238E27FC236}">
                <a16:creationId xmlns:a16="http://schemas.microsoft.com/office/drawing/2014/main" id="{F1DD2306-0319-7BC3-F3AD-9506985CE243}"/>
              </a:ext>
            </a:extLst>
          </p:cNvPr>
          <p:cNvSpPr txBox="1"/>
          <p:nvPr/>
        </p:nvSpPr>
        <p:spPr>
          <a:xfrm>
            <a:off x="824443" y="1980871"/>
            <a:ext cx="3359125" cy="400110"/>
          </a:xfrm>
          <a:prstGeom prst="rect">
            <a:avLst/>
          </a:prstGeom>
          <a:noFill/>
        </p:spPr>
        <p:txBody>
          <a:bodyPr wrap="none" rtlCol="0">
            <a:spAutoFit/>
          </a:bodyPr>
          <a:lstStyle/>
          <a:p>
            <a:r>
              <a:rPr lang="" sz="2000" dirty="0">
                <a:latin typeface="Times New Roman" panose="02020603050405020304" pitchFamily="18" charset="0"/>
                <a:cs typeface="Times New Roman" panose="02020603050405020304" pitchFamily="18" charset="0"/>
              </a:rPr>
              <a:t>Description du Système Actuel</a:t>
            </a:r>
            <a:endParaRPr lang="LID4096" sz="2000" dirty="0">
              <a:latin typeface="Times New Roman" panose="02020603050405020304" pitchFamily="18" charset="0"/>
              <a:cs typeface="Times New Roman" panose="02020603050405020304" pitchFamily="18" charset="0"/>
            </a:endParaRPr>
          </a:p>
        </p:txBody>
      </p:sp>
      <p:sp>
        <p:nvSpPr>
          <p:cNvPr id="6" name="ZoneTexte 5">
            <a:extLst>
              <a:ext uri="{FF2B5EF4-FFF2-40B4-BE49-F238E27FC236}">
                <a16:creationId xmlns:a16="http://schemas.microsoft.com/office/drawing/2014/main" id="{040C059D-7DDF-5860-51BE-1BCB09E47327}"/>
              </a:ext>
            </a:extLst>
          </p:cNvPr>
          <p:cNvSpPr txBox="1"/>
          <p:nvPr/>
        </p:nvSpPr>
        <p:spPr>
          <a:xfrm>
            <a:off x="824443" y="2515715"/>
            <a:ext cx="2699099" cy="2862322"/>
          </a:xfrm>
          <a:prstGeom prst="rect">
            <a:avLst/>
          </a:prstGeom>
          <a:noFill/>
        </p:spPr>
        <p:txBody>
          <a:bodyPr wrap="square" rtlCol="0">
            <a:spAutoFit/>
          </a:bodyPr>
          <a:lstStyle/>
          <a:p>
            <a:pPr marL="342900" indent="-342900">
              <a:buFont typeface="+mj-lt"/>
              <a:buAutoNum type="arabicPeriod"/>
            </a:pPr>
            <a:r>
              <a:rPr lang="" b="1" dirty="0"/>
              <a:t>Mission :</a:t>
            </a:r>
            <a:r>
              <a:rPr lang="" dirty="0"/>
              <a:t> Pilotage du cycle des contrats d'assurance automobile (Affaires nouvelles et Renouvellements).</a:t>
            </a:r>
          </a:p>
          <a:p>
            <a:pPr marL="342900" indent="-342900">
              <a:buFont typeface="+mj-lt"/>
              <a:buAutoNum type="arabicPeriod"/>
            </a:pPr>
            <a:r>
              <a:rPr lang="" b="1" dirty="0"/>
              <a:t>Acteurs clés en Agence :</a:t>
            </a:r>
            <a:r>
              <a:rPr lang="" dirty="0"/>
              <a:t> Chargé de Production Automobile, Directeur d'Agence et Caissier.</a:t>
            </a:r>
            <a:endParaRPr lang="LID4096" dirty="0"/>
          </a:p>
        </p:txBody>
      </p:sp>
      <p:sp>
        <p:nvSpPr>
          <p:cNvPr id="18" name="Card Affaires nouvelles lourdes">
            <a:extLst>
              <a:ext uri="{FF2B5EF4-FFF2-40B4-BE49-F238E27FC236}">
                <a16:creationId xmlns:a16="http://schemas.microsoft.com/office/drawing/2014/main" id="{7178C1C7-982A-BB94-ACBE-839CC9E02EE7}"/>
              </a:ext>
            </a:extLst>
          </p:cNvPr>
          <p:cNvSpPr/>
          <p:nvPr/>
        </p:nvSpPr>
        <p:spPr>
          <a:xfrm>
            <a:off x="5171340" y="3595009"/>
            <a:ext cx="6746340" cy="2742629"/>
          </a:xfrm>
          <a:prstGeom prst="roundRect">
            <a:avLst>
              <a:gd name="adj" fmla="val 5455"/>
            </a:avLst>
          </a:prstGeom>
          <a:solidFill>
            <a:schemeClr val="tx2"/>
          </a:solidFill>
          <a:ln w="12700">
            <a:solidFill>
              <a:schemeClr val="bg2"/>
            </a:solidFill>
            <a:prstDash val="solid"/>
          </a:ln>
        </p:spPr>
      </p:sp>
      <p:sp>
        <p:nvSpPr>
          <p:cNvPr id="20" name="ZoneTexte 19">
            <a:extLst>
              <a:ext uri="{FF2B5EF4-FFF2-40B4-BE49-F238E27FC236}">
                <a16:creationId xmlns:a16="http://schemas.microsoft.com/office/drawing/2014/main" id="{1F5C204A-83C2-088A-6D5A-4345743BAA46}"/>
              </a:ext>
            </a:extLst>
          </p:cNvPr>
          <p:cNvSpPr txBox="1"/>
          <p:nvPr/>
        </p:nvSpPr>
        <p:spPr>
          <a:xfrm>
            <a:off x="5458938" y="4590067"/>
            <a:ext cx="5990196" cy="1200329"/>
          </a:xfrm>
          <a:prstGeom prst="rect">
            <a:avLst/>
          </a:prstGeom>
          <a:noFill/>
        </p:spPr>
        <p:txBody>
          <a:bodyPr wrap="square" rtlCol="0">
            <a:spAutoFit/>
          </a:bodyPr>
          <a:lstStyle/>
          <a:p>
            <a:pPr marL="342900" indent="-342900">
              <a:buFont typeface="+mj-lt"/>
              <a:buAutoNum type="arabicPeriod"/>
            </a:pPr>
            <a:r>
              <a:rPr lang="" b="1" dirty="0">
                <a:solidFill>
                  <a:schemeClr val="bg1"/>
                </a:solidFill>
              </a:rPr>
              <a:t>Progiciel Odoo :</a:t>
            </a:r>
            <a:r>
              <a:rPr lang="" dirty="0">
                <a:solidFill>
                  <a:schemeClr val="bg1"/>
                </a:solidFill>
              </a:rPr>
              <a:t> Enregistrement des souscriptions et historisation de la base des assurés.</a:t>
            </a:r>
          </a:p>
          <a:p>
            <a:pPr marL="342900" indent="-342900">
              <a:buFont typeface="+mj-lt"/>
              <a:buAutoNum type="arabicPeriod"/>
            </a:pPr>
            <a:r>
              <a:rPr lang="" b="1" dirty="0">
                <a:solidFill>
                  <a:schemeClr val="bg1"/>
                </a:solidFill>
              </a:rPr>
              <a:t>Microsoft Excel :</a:t>
            </a:r>
            <a:r>
              <a:rPr lang="" dirty="0">
                <a:solidFill>
                  <a:schemeClr val="bg1"/>
                </a:solidFill>
              </a:rPr>
              <a:t> Utilisé en "mode dégradé" pour la saisie manuelle et les calculs en cas de panne réseau.</a:t>
            </a:r>
            <a:endParaRPr lang="LID4096" dirty="0">
              <a:solidFill>
                <a:schemeClr val="bg1"/>
              </a:solidFill>
            </a:endParaRPr>
          </a:p>
        </p:txBody>
      </p:sp>
      <p:sp>
        <p:nvSpPr>
          <p:cNvPr id="22" name="Card Affaires nouvelles lourdes">
            <a:extLst>
              <a:ext uri="{FF2B5EF4-FFF2-40B4-BE49-F238E27FC236}">
                <a16:creationId xmlns:a16="http://schemas.microsoft.com/office/drawing/2014/main" id="{E482DAE1-2C05-295D-6085-575A8E25D366}"/>
              </a:ext>
            </a:extLst>
          </p:cNvPr>
          <p:cNvSpPr/>
          <p:nvPr/>
        </p:nvSpPr>
        <p:spPr>
          <a:xfrm>
            <a:off x="5171340" y="501495"/>
            <a:ext cx="6746340" cy="2742629"/>
          </a:xfrm>
          <a:prstGeom prst="roundRect">
            <a:avLst>
              <a:gd name="adj" fmla="val 5455"/>
            </a:avLst>
          </a:prstGeom>
          <a:solidFill>
            <a:schemeClr val="accent2"/>
          </a:solidFill>
          <a:ln w="12700">
            <a:solidFill>
              <a:schemeClr val="bg2"/>
            </a:solidFill>
            <a:prstDash val="solid"/>
          </a:ln>
        </p:spPr>
      </p:sp>
      <p:sp>
        <p:nvSpPr>
          <p:cNvPr id="24" name="ZoneTexte 23">
            <a:extLst>
              <a:ext uri="{FF2B5EF4-FFF2-40B4-BE49-F238E27FC236}">
                <a16:creationId xmlns:a16="http://schemas.microsoft.com/office/drawing/2014/main" id="{68BCA3E2-E0FA-5614-A9F1-B5307D515B49}"/>
              </a:ext>
            </a:extLst>
          </p:cNvPr>
          <p:cNvSpPr txBox="1"/>
          <p:nvPr/>
        </p:nvSpPr>
        <p:spPr>
          <a:xfrm>
            <a:off x="5549412" y="1507814"/>
            <a:ext cx="5990196" cy="1200329"/>
          </a:xfrm>
          <a:prstGeom prst="rect">
            <a:avLst/>
          </a:prstGeom>
          <a:noFill/>
        </p:spPr>
        <p:txBody>
          <a:bodyPr wrap="square" rtlCol="0">
            <a:spAutoFit/>
          </a:bodyPr>
          <a:lstStyle/>
          <a:p>
            <a:pPr marL="342900" indent="-342900">
              <a:buFont typeface="+mj-lt"/>
              <a:buAutoNum type="arabicPeriod"/>
            </a:pPr>
            <a:r>
              <a:rPr lang="" b="1" dirty="0">
                <a:solidFill>
                  <a:schemeClr val="bg1"/>
                </a:solidFill>
              </a:rPr>
              <a:t>Pièces d'entrée obligatoires :</a:t>
            </a:r>
            <a:r>
              <a:rPr lang="" dirty="0">
                <a:solidFill>
                  <a:schemeClr val="bg1"/>
                </a:solidFill>
              </a:rPr>
              <a:t> Carte Grise (véhicule) et Carte d'Identité Nationale (souscripteur)</a:t>
            </a:r>
          </a:p>
          <a:p>
            <a:pPr marL="342900" indent="-342900">
              <a:buFont typeface="+mj-lt"/>
              <a:buAutoNum type="arabicPeriod"/>
            </a:pPr>
            <a:r>
              <a:rPr lang="" b="1" dirty="0">
                <a:solidFill>
                  <a:schemeClr val="bg1"/>
                </a:solidFill>
              </a:rPr>
              <a:t>Documents de sortie :</a:t>
            </a:r>
            <a:r>
              <a:rPr lang="" dirty="0">
                <a:solidFill>
                  <a:schemeClr val="bg1"/>
                </a:solidFill>
              </a:rPr>
              <a:t> Attestation officielle, Contrat d'assurance (en 3 exemplaires) et Dossier de Sinistre.</a:t>
            </a:r>
            <a:endParaRPr lang="LID4096" dirty="0">
              <a:solidFill>
                <a:schemeClr val="bg1"/>
              </a:solidFill>
            </a:endParaRPr>
          </a:p>
        </p:txBody>
      </p:sp>
      <p:sp>
        <p:nvSpPr>
          <p:cNvPr id="26" name="ZoneTexte 25">
            <a:extLst>
              <a:ext uri="{FF2B5EF4-FFF2-40B4-BE49-F238E27FC236}">
                <a16:creationId xmlns:a16="http://schemas.microsoft.com/office/drawing/2014/main" id="{6C08ECF5-3DC2-0033-A075-52FD6AF85388}"/>
              </a:ext>
            </a:extLst>
          </p:cNvPr>
          <p:cNvSpPr txBox="1"/>
          <p:nvPr/>
        </p:nvSpPr>
        <p:spPr>
          <a:xfrm>
            <a:off x="7024606" y="839985"/>
            <a:ext cx="2858860" cy="400110"/>
          </a:xfrm>
          <a:prstGeom prst="rect">
            <a:avLst/>
          </a:prstGeom>
          <a:noFill/>
        </p:spPr>
        <p:txBody>
          <a:bodyPr wrap="none" rtlCol="0">
            <a:spAutoFit/>
          </a:bodyPr>
          <a:lstStyle/>
          <a:p>
            <a:r>
              <a:rPr lang="" sz="2000" b="1" dirty="0">
                <a:solidFill>
                  <a:schemeClr val="bg1"/>
                </a:solidFill>
                <a:latin typeface="Times New Roman" panose="02020603050405020304" pitchFamily="18" charset="0"/>
                <a:cs typeface="Times New Roman" panose="02020603050405020304" pitchFamily="18" charset="0"/>
              </a:rPr>
              <a:t>Typologie Documentaire</a:t>
            </a:r>
            <a:endParaRPr lang="LID4096" sz="2000" b="1" dirty="0">
              <a:solidFill>
                <a:schemeClr val="bg1"/>
              </a:solidFill>
              <a:latin typeface="Times New Roman" panose="02020603050405020304" pitchFamily="18" charset="0"/>
              <a:cs typeface="Times New Roman" panose="02020603050405020304" pitchFamily="18" charset="0"/>
            </a:endParaRPr>
          </a:p>
        </p:txBody>
      </p:sp>
      <p:sp>
        <p:nvSpPr>
          <p:cNvPr id="30" name="ZoneTexte 29">
            <a:extLst>
              <a:ext uri="{FF2B5EF4-FFF2-40B4-BE49-F238E27FC236}">
                <a16:creationId xmlns:a16="http://schemas.microsoft.com/office/drawing/2014/main" id="{723405A6-AF2E-614B-775E-69965834510F}"/>
              </a:ext>
            </a:extLst>
          </p:cNvPr>
          <p:cNvSpPr txBox="1"/>
          <p:nvPr/>
        </p:nvSpPr>
        <p:spPr>
          <a:xfrm>
            <a:off x="6732860" y="3952010"/>
            <a:ext cx="3652154" cy="400110"/>
          </a:xfrm>
          <a:prstGeom prst="rect">
            <a:avLst/>
          </a:prstGeom>
          <a:noFill/>
        </p:spPr>
        <p:txBody>
          <a:bodyPr wrap="none" rtlCol="0">
            <a:spAutoFit/>
          </a:bodyPr>
          <a:lstStyle/>
          <a:p>
            <a:r>
              <a:rPr lang="" sz="2000" b="1" dirty="0">
                <a:solidFill>
                  <a:schemeClr val="bg1"/>
                </a:solidFill>
                <a:latin typeface="Times New Roman" panose="02020603050405020304" pitchFamily="18" charset="0"/>
                <a:cs typeface="Times New Roman" panose="02020603050405020304" pitchFamily="18" charset="0"/>
              </a:rPr>
              <a:t>Environnement Logiciel existan</a:t>
            </a:r>
            <a:endParaRPr lang="LID4096" sz="2000" b="1"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32425823"/>
      </p:ext>
    </p:extLst>
  </p:cSld>
  <p:clrMapOvr>
    <a:masterClrMapping/>
  </p:clrMapOvr>
  <mc:AlternateContent xmlns:mc="http://schemas.openxmlformats.org/markup-compatibility/2006" xmlns:p14="http://schemas.microsoft.com/office/powerpoint/2010/main">
    <mc:Choice Requires="p14">
      <p:transition spd="slow" p14:dur="1600">
        <p14:conveyor dir="l"/>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Limites du système actuel</a:t>
            </a:r>
            <a:endParaRPr lang="en-US" sz="3400" dirty="0"/>
          </a:p>
        </p:txBody>
      </p:sp>
      <p:sp>
        <p:nvSpPr>
          <p:cNvPr id="4" name="Card Affaires nouvelles lourdes"/>
          <p:cNvSpPr/>
          <p:nvPr/>
        </p:nvSpPr>
        <p:spPr>
          <a:xfrm>
            <a:off x="548640" y="1645920"/>
            <a:ext cx="3520440" cy="2011680"/>
          </a:xfrm>
          <a:prstGeom prst="roundRect">
            <a:avLst>
              <a:gd name="adj" fmla="val 5455"/>
            </a:avLst>
          </a:prstGeom>
          <a:solidFill>
            <a:schemeClr val="bg2"/>
          </a:solidFill>
          <a:ln w="12700">
            <a:solidFill>
              <a:schemeClr val="bg2"/>
            </a:solidFill>
            <a:prstDash val="solid"/>
          </a:ln>
        </p:spPr>
      </p:sp>
      <p:sp>
        <p:nvSpPr>
          <p:cNvPr id="5" name="Pastille FaPen"/>
          <p:cNvSpPr/>
          <p:nvPr/>
        </p:nvSpPr>
        <p:spPr>
          <a:xfrm>
            <a:off x="822960" y="2354580"/>
            <a:ext cx="594360" cy="594360"/>
          </a:xfrm>
          <a:prstGeom prst="ellipse">
            <a:avLst/>
          </a:prstGeom>
          <a:solidFill>
            <a:schemeClr val="accent2"/>
          </a:solidFill>
          <a:ln w="12700">
            <a:solidFill>
              <a:schemeClr val="accent2"/>
            </a:solidFill>
            <a:prstDash val="solid"/>
          </a:ln>
        </p:spPr>
      </p:sp>
      <p:pic>
        <p:nvPicPr>
          <p:cNvPr id="6" name="Image 0" descr="FaPen"/>
          <p:cNvPicPr>
            <a:picLocks noChangeAspect="1"/>
          </p:cNvPicPr>
          <p:nvPr/>
        </p:nvPicPr>
        <p:blipFill>
          <a:blip r:embed="rId3"/>
          <a:stretch>
            <a:fillRect/>
          </a:stretch>
        </p:blipFill>
        <p:spPr>
          <a:xfrm>
            <a:off x="989381" y="2521001"/>
            <a:ext cx="261518" cy="261518"/>
          </a:xfrm>
          <a:prstGeom prst="rect">
            <a:avLst/>
          </a:prstGeom>
        </p:spPr>
      </p:pic>
      <p:sp>
        <p:nvSpPr>
          <p:cNvPr id="7" name="Text 3"/>
          <p:cNvSpPr txBox="1"/>
          <p:nvPr/>
        </p:nvSpPr>
        <p:spPr>
          <a:xfrm>
            <a:off x="1645920"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Affaires nouvelles lourdes</a:t>
            </a:r>
            <a:endParaRPr lang="en-US" sz="1800" dirty="0"/>
          </a:p>
          <a:p>
            <a:pPr marL="0" indent="0">
              <a:buNone/>
            </a:pPr>
            <a:r>
              <a:rPr lang="en-US" sz="1400" dirty="0">
                <a:solidFill>
                  <a:schemeClr val="tx1"/>
                </a:solidFill>
              </a:rPr>
              <a:t>Ressaisie manuelle des justificatifs et déplacements du document entre bureaux.</a:t>
            </a:r>
            <a:endParaRPr lang="en-US" sz="1800" dirty="0"/>
          </a:p>
        </p:txBody>
      </p:sp>
      <p:sp>
        <p:nvSpPr>
          <p:cNvPr id="8" name="Card Goulot de validation"/>
          <p:cNvSpPr/>
          <p:nvPr/>
        </p:nvSpPr>
        <p:spPr>
          <a:xfrm>
            <a:off x="4334256" y="1645920"/>
            <a:ext cx="3520440" cy="2011680"/>
          </a:xfrm>
          <a:prstGeom prst="roundRect">
            <a:avLst>
              <a:gd name="adj" fmla="val 5455"/>
            </a:avLst>
          </a:prstGeom>
          <a:solidFill>
            <a:schemeClr val="bg2"/>
          </a:solidFill>
          <a:ln w="12700">
            <a:solidFill>
              <a:schemeClr val="bg2"/>
            </a:solidFill>
            <a:prstDash val="solid"/>
          </a:ln>
        </p:spPr>
      </p:sp>
      <p:sp>
        <p:nvSpPr>
          <p:cNvPr id="9" name="Pastille FaClock"/>
          <p:cNvSpPr/>
          <p:nvPr/>
        </p:nvSpPr>
        <p:spPr>
          <a:xfrm>
            <a:off x="4608576" y="2354580"/>
            <a:ext cx="594360" cy="594360"/>
          </a:xfrm>
          <a:prstGeom prst="ellipse">
            <a:avLst/>
          </a:prstGeom>
          <a:solidFill>
            <a:schemeClr val="accent2"/>
          </a:solidFill>
          <a:ln w="12700">
            <a:solidFill>
              <a:schemeClr val="accent2"/>
            </a:solidFill>
            <a:prstDash val="solid"/>
          </a:ln>
        </p:spPr>
      </p:sp>
      <p:pic>
        <p:nvPicPr>
          <p:cNvPr id="10" name="Image 1" descr="FaClock"/>
          <p:cNvPicPr>
            <a:picLocks noChangeAspect="1"/>
          </p:cNvPicPr>
          <p:nvPr/>
        </p:nvPicPr>
        <p:blipFill>
          <a:blip r:embed="rId4"/>
          <a:stretch>
            <a:fillRect/>
          </a:stretch>
        </p:blipFill>
        <p:spPr>
          <a:xfrm>
            <a:off x="4774997" y="2521001"/>
            <a:ext cx="261518" cy="261518"/>
          </a:xfrm>
          <a:prstGeom prst="rect">
            <a:avLst/>
          </a:prstGeom>
        </p:spPr>
      </p:pic>
      <p:sp>
        <p:nvSpPr>
          <p:cNvPr id="11" name="Text 6"/>
          <p:cNvSpPr txBox="1"/>
          <p:nvPr/>
        </p:nvSpPr>
        <p:spPr>
          <a:xfrm>
            <a:off x="5431536"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Goulot de validation</a:t>
            </a:r>
            <a:endParaRPr lang="en-US" sz="1800" dirty="0"/>
          </a:p>
          <a:p>
            <a:pPr marL="0" indent="0">
              <a:buNone/>
            </a:pPr>
            <a:r>
              <a:rPr lang="en-US" sz="1400" dirty="0">
                <a:solidFill>
                  <a:schemeClr val="tx1"/>
                </a:solidFill>
              </a:rPr>
              <a:t>La signature physique du Directeur précède la caisse : le client attend.</a:t>
            </a:r>
            <a:endParaRPr lang="en-US" sz="1800" dirty="0"/>
          </a:p>
        </p:txBody>
      </p:sp>
      <p:sp>
        <p:nvSpPr>
          <p:cNvPr id="12" name="Card Dépendance à Internet"/>
          <p:cNvSpPr/>
          <p:nvPr/>
        </p:nvSpPr>
        <p:spPr>
          <a:xfrm>
            <a:off x="8119872" y="1645920"/>
            <a:ext cx="3520440" cy="2011680"/>
          </a:xfrm>
          <a:prstGeom prst="roundRect">
            <a:avLst>
              <a:gd name="adj" fmla="val 5455"/>
            </a:avLst>
          </a:prstGeom>
          <a:solidFill>
            <a:schemeClr val="bg2"/>
          </a:solidFill>
          <a:ln w="12700">
            <a:solidFill>
              <a:schemeClr val="bg2"/>
            </a:solidFill>
            <a:prstDash val="solid"/>
          </a:ln>
        </p:spPr>
      </p:sp>
      <p:sp>
        <p:nvSpPr>
          <p:cNvPr id="13" name="Pastille FaWifi"/>
          <p:cNvSpPr/>
          <p:nvPr/>
        </p:nvSpPr>
        <p:spPr>
          <a:xfrm>
            <a:off x="8394192" y="2354580"/>
            <a:ext cx="594360" cy="594360"/>
          </a:xfrm>
          <a:prstGeom prst="ellipse">
            <a:avLst/>
          </a:prstGeom>
          <a:solidFill>
            <a:schemeClr val="accent2"/>
          </a:solidFill>
          <a:ln w="12700">
            <a:solidFill>
              <a:schemeClr val="accent2"/>
            </a:solidFill>
            <a:prstDash val="solid"/>
          </a:ln>
        </p:spPr>
      </p:sp>
      <p:pic>
        <p:nvPicPr>
          <p:cNvPr id="14" name="Image 2" descr="FaWifi"/>
          <p:cNvPicPr>
            <a:picLocks noChangeAspect="1"/>
          </p:cNvPicPr>
          <p:nvPr/>
        </p:nvPicPr>
        <p:blipFill>
          <a:blip r:embed="rId5"/>
          <a:stretch>
            <a:fillRect/>
          </a:stretch>
        </p:blipFill>
        <p:spPr>
          <a:xfrm>
            <a:off x="8560613" y="2521001"/>
            <a:ext cx="261518" cy="261518"/>
          </a:xfrm>
          <a:prstGeom prst="rect">
            <a:avLst/>
          </a:prstGeom>
        </p:spPr>
      </p:pic>
      <p:sp>
        <p:nvSpPr>
          <p:cNvPr id="15" name="Text 9"/>
          <p:cNvSpPr txBox="1"/>
          <p:nvPr/>
        </p:nvSpPr>
        <p:spPr>
          <a:xfrm>
            <a:off x="9217152"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Dépendance à Internet</a:t>
            </a:r>
            <a:endParaRPr lang="en-US" sz="1800" dirty="0"/>
          </a:p>
          <a:p>
            <a:pPr marL="0" indent="0">
              <a:buNone/>
            </a:pPr>
            <a:r>
              <a:rPr lang="en-US" sz="1400" dirty="0">
                <a:solidFill>
                  <a:schemeClr val="tx1"/>
                </a:solidFill>
              </a:rPr>
              <a:t>Sans réseau, Odoo est inaccessible : bascule sur Excel et double saisie.</a:t>
            </a:r>
            <a:endParaRPr lang="en-US" sz="1800" dirty="0"/>
          </a:p>
        </p:txBody>
      </p:sp>
      <p:sp>
        <p:nvSpPr>
          <p:cNvPr id="16" name="Card Corrections complexes"/>
          <p:cNvSpPr/>
          <p:nvPr/>
        </p:nvSpPr>
        <p:spPr>
          <a:xfrm>
            <a:off x="548640" y="3840480"/>
            <a:ext cx="3520440" cy="2011680"/>
          </a:xfrm>
          <a:prstGeom prst="roundRect">
            <a:avLst>
              <a:gd name="adj" fmla="val 5455"/>
            </a:avLst>
          </a:prstGeom>
          <a:solidFill>
            <a:schemeClr val="bg2"/>
          </a:solidFill>
          <a:ln w="12700">
            <a:solidFill>
              <a:schemeClr val="bg2"/>
            </a:solidFill>
            <a:prstDash val="solid"/>
          </a:ln>
        </p:spPr>
      </p:sp>
      <p:sp>
        <p:nvSpPr>
          <p:cNvPr id="17" name="Pastille FaExclamationTriangle"/>
          <p:cNvSpPr/>
          <p:nvPr/>
        </p:nvSpPr>
        <p:spPr>
          <a:xfrm>
            <a:off x="822960" y="4549140"/>
            <a:ext cx="594360" cy="594360"/>
          </a:xfrm>
          <a:prstGeom prst="ellipse">
            <a:avLst/>
          </a:prstGeom>
          <a:solidFill>
            <a:schemeClr val="accent2"/>
          </a:solidFill>
          <a:ln w="12700">
            <a:solidFill>
              <a:schemeClr val="accent2"/>
            </a:solidFill>
            <a:prstDash val="solid"/>
          </a:ln>
        </p:spPr>
      </p:sp>
      <p:pic>
        <p:nvPicPr>
          <p:cNvPr id="18" name="Image 3" descr="FaExclamationTriangle"/>
          <p:cNvPicPr>
            <a:picLocks noChangeAspect="1"/>
          </p:cNvPicPr>
          <p:nvPr/>
        </p:nvPicPr>
        <p:blipFill>
          <a:blip r:embed="rId6"/>
          <a:stretch>
            <a:fillRect/>
          </a:stretch>
        </p:blipFill>
        <p:spPr>
          <a:xfrm>
            <a:off x="989381" y="4715561"/>
            <a:ext cx="261518" cy="261518"/>
          </a:xfrm>
          <a:prstGeom prst="rect">
            <a:avLst/>
          </a:prstGeom>
        </p:spPr>
      </p:pic>
      <p:sp>
        <p:nvSpPr>
          <p:cNvPr id="19" name="Text 12"/>
          <p:cNvSpPr txBox="1"/>
          <p:nvPr/>
        </p:nvSpPr>
        <p:spPr>
          <a:xfrm>
            <a:off x="1645920" y="393192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Corrections complexes</a:t>
            </a:r>
            <a:endParaRPr lang="en-US" sz="1800" dirty="0"/>
          </a:p>
          <a:p>
            <a:pPr marL="0" indent="0">
              <a:buNone/>
            </a:pPr>
            <a:r>
              <a:rPr lang="en-US" sz="1400" dirty="0">
                <a:solidFill>
                  <a:schemeClr val="tx1"/>
                </a:solidFill>
              </a:rPr>
              <a:t>Une erreur détectée après l'envoi mensuel impose des régularisations avec le siège.</a:t>
            </a:r>
            <a:endParaRPr lang="en-US" sz="1800" dirty="0"/>
          </a:p>
        </p:txBody>
      </p:sp>
      <p:sp>
        <p:nvSpPr>
          <p:cNvPr id="20" name="Card Transmission tardive"/>
          <p:cNvSpPr/>
          <p:nvPr/>
        </p:nvSpPr>
        <p:spPr>
          <a:xfrm>
            <a:off x="4334256" y="3840480"/>
            <a:ext cx="3520440" cy="2011680"/>
          </a:xfrm>
          <a:prstGeom prst="roundRect">
            <a:avLst>
              <a:gd name="adj" fmla="val 5455"/>
            </a:avLst>
          </a:prstGeom>
          <a:solidFill>
            <a:schemeClr val="bg2"/>
          </a:solidFill>
          <a:ln w="12700">
            <a:solidFill>
              <a:schemeClr val="bg2"/>
            </a:solidFill>
            <a:prstDash val="solid"/>
          </a:ln>
        </p:spPr>
      </p:sp>
      <p:sp>
        <p:nvSpPr>
          <p:cNvPr id="21" name="Pastille FaFolderOpen"/>
          <p:cNvSpPr/>
          <p:nvPr/>
        </p:nvSpPr>
        <p:spPr>
          <a:xfrm>
            <a:off x="4608576" y="4549140"/>
            <a:ext cx="594360" cy="594360"/>
          </a:xfrm>
          <a:prstGeom prst="ellipse">
            <a:avLst/>
          </a:prstGeom>
          <a:solidFill>
            <a:schemeClr val="accent2"/>
          </a:solidFill>
          <a:ln w="12700">
            <a:solidFill>
              <a:schemeClr val="accent2"/>
            </a:solidFill>
            <a:prstDash val="solid"/>
          </a:ln>
        </p:spPr>
      </p:sp>
      <p:pic>
        <p:nvPicPr>
          <p:cNvPr id="22" name="Image 4" descr="FaFolderOpen"/>
          <p:cNvPicPr>
            <a:picLocks noChangeAspect="1"/>
          </p:cNvPicPr>
          <p:nvPr/>
        </p:nvPicPr>
        <p:blipFill>
          <a:blip r:embed="rId7"/>
          <a:stretch>
            <a:fillRect/>
          </a:stretch>
        </p:blipFill>
        <p:spPr>
          <a:xfrm>
            <a:off x="4774997" y="4715561"/>
            <a:ext cx="261518" cy="261518"/>
          </a:xfrm>
          <a:prstGeom prst="rect">
            <a:avLst/>
          </a:prstGeom>
        </p:spPr>
      </p:pic>
      <p:sp>
        <p:nvSpPr>
          <p:cNvPr id="23" name="Text 15"/>
          <p:cNvSpPr txBox="1"/>
          <p:nvPr/>
        </p:nvSpPr>
        <p:spPr>
          <a:xfrm>
            <a:off x="5431536" y="393192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Transmission tardive</a:t>
            </a:r>
            <a:endParaRPr lang="en-US" sz="1800" dirty="0"/>
          </a:p>
          <a:p>
            <a:pPr marL="0" indent="0">
              <a:buNone/>
            </a:pPr>
            <a:r>
              <a:rPr lang="en-US" sz="1400" dirty="0">
                <a:solidFill>
                  <a:schemeClr val="tx1"/>
                </a:solidFill>
              </a:rPr>
              <a:t>Dossiers envoyés au siège une fois par mois : consolidation différée.</a:t>
            </a:r>
            <a:endParaRPr lang="en-US" sz="1800" dirty="0"/>
          </a:p>
        </p:txBody>
      </p:sp>
      <p:sp>
        <p:nvSpPr>
          <p:cNvPr id="24" name="Card À conserver"/>
          <p:cNvSpPr/>
          <p:nvPr/>
        </p:nvSpPr>
        <p:spPr>
          <a:xfrm>
            <a:off x="8119872" y="3840480"/>
            <a:ext cx="3520440" cy="2011680"/>
          </a:xfrm>
          <a:prstGeom prst="roundRect">
            <a:avLst>
              <a:gd name="adj" fmla="val 5455"/>
            </a:avLst>
          </a:prstGeom>
          <a:solidFill>
            <a:schemeClr val="tx2"/>
          </a:solidFill>
          <a:ln w="12700">
            <a:solidFill>
              <a:schemeClr val="tx2"/>
            </a:solidFill>
            <a:prstDash val="solid"/>
          </a:ln>
        </p:spPr>
      </p:sp>
      <p:sp>
        <p:nvSpPr>
          <p:cNvPr id="25" name="Pastille FaCheckCircle"/>
          <p:cNvSpPr/>
          <p:nvPr/>
        </p:nvSpPr>
        <p:spPr>
          <a:xfrm>
            <a:off x="8394192" y="4549140"/>
            <a:ext cx="594360" cy="594360"/>
          </a:xfrm>
          <a:prstGeom prst="ellipse">
            <a:avLst/>
          </a:prstGeom>
          <a:solidFill>
            <a:schemeClr val="accent1"/>
          </a:solidFill>
          <a:ln w="12700">
            <a:solidFill>
              <a:schemeClr val="accent1"/>
            </a:solidFill>
            <a:prstDash val="solid"/>
          </a:ln>
        </p:spPr>
      </p:sp>
      <p:pic>
        <p:nvPicPr>
          <p:cNvPr id="26" name="Image 5" descr="FaCheckCircle"/>
          <p:cNvPicPr>
            <a:picLocks noChangeAspect="1"/>
          </p:cNvPicPr>
          <p:nvPr/>
        </p:nvPicPr>
        <p:blipFill>
          <a:blip r:embed="rId8"/>
          <a:stretch>
            <a:fillRect/>
          </a:stretch>
        </p:blipFill>
        <p:spPr>
          <a:xfrm>
            <a:off x="8560613" y="4715561"/>
            <a:ext cx="261518" cy="261518"/>
          </a:xfrm>
          <a:prstGeom prst="rect">
            <a:avLst/>
          </a:prstGeom>
        </p:spPr>
      </p:pic>
      <p:sp>
        <p:nvSpPr>
          <p:cNvPr id="27" name="Text 18"/>
          <p:cNvSpPr txBox="1"/>
          <p:nvPr/>
        </p:nvSpPr>
        <p:spPr>
          <a:xfrm>
            <a:off x="9217152" y="3931920"/>
            <a:ext cx="2148840" cy="1828800"/>
          </a:xfrm>
          <a:prstGeom prst="rect">
            <a:avLst/>
          </a:prstGeom>
          <a:noFill/>
          <a:ln/>
        </p:spPr>
        <p:txBody>
          <a:bodyPr wrap="square" lIns="0" tIns="0" rIns="0" bIns="0" rtlCol="0" anchor="ctr"/>
          <a:lstStyle/>
          <a:p>
            <a:pPr marL="0" indent="0">
              <a:buNone/>
            </a:pPr>
            <a:r>
              <a:rPr lang="en-US" sz="1800" b="1" dirty="0">
                <a:solidFill>
                  <a:schemeClr val="bg1"/>
                </a:solidFill>
              </a:rPr>
              <a:t>À conserver</a:t>
            </a:r>
            <a:endParaRPr lang="en-US" sz="1800" dirty="0"/>
          </a:p>
          <a:p>
            <a:pPr marL="0" indent="0">
              <a:buNone/>
            </a:pPr>
            <a:r>
              <a:rPr lang="en-US" sz="1400" dirty="0">
                <a:solidFill>
                  <a:schemeClr val="bg1"/>
                </a:solidFill>
              </a:rPr>
              <a:t>Double signature, contrôle de la caisse, trois exemplaires : sécurité et traçabilité.</a:t>
            </a:r>
            <a:endParaRPr lang="en-US" sz="1800" dirty="0"/>
          </a:p>
        </p:txBody>
      </p:sp>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9</a:t>
            </a:r>
            <a:endParaRPr lang="en-US" dirty="0"/>
          </a:p>
        </p:txBody>
      </p:sp>
    </p:spTree>
  </p:cSld>
  <p:clrMapOvr>
    <a:masterClrMapping/>
  </p:clrMapOvr>
  <mc:AlternateContent xmlns:mc="http://schemas.openxmlformats.org/markup-compatibility/2006" xmlns:p14="http://schemas.microsoft.com/office/powerpoint/2010/main">
    <mc:Choice Requires="p14">
      <p:transition spd="slow" p14:dur="2000">
        <p14:prism dir="u"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err="1">
                <a:solidFill>
                  <a:schemeClr val="tx2"/>
                </a:solidFill>
              </a:rPr>
              <a:t>Comparaisons</a:t>
            </a:r>
            <a:r>
              <a:rPr lang="en-US" sz="3400" b="1" dirty="0">
                <a:solidFill>
                  <a:schemeClr val="tx2"/>
                </a:solidFill>
              </a:rPr>
              <a:t> des solutions</a:t>
            </a:r>
            <a:endParaRPr lang="en-US" sz="3400" dirty="0"/>
          </a:p>
        </p:txBody>
      </p:sp>
      <p:pic>
        <p:nvPicPr>
          <p:cNvPr id="6" name="Image 0" descr="FaUsers"/>
          <p:cNvPicPr>
            <a:picLocks noChangeAspect="1"/>
          </p:cNvPicPr>
          <p:nvPr/>
        </p:nvPicPr>
        <p:blipFill>
          <a:blip r:embed="rId3"/>
          <a:stretch>
            <a:fillRect/>
          </a:stretch>
        </p:blipFill>
        <p:spPr>
          <a:xfrm>
            <a:off x="989381" y="2086661"/>
            <a:ext cx="261518" cy="261518"/>
          </a:xfrm>
          <a:prstGeom prst="rect">
            <a:avLst/>
          </a:prstGeom>
        </p:spPr>
      </p:pic>
      <p:pic>
        <p:nvPicPr>
          <p:cNvPr id="16" name="Image 2" descr="FaCalculator"/>
          <p:cNvPicPr>
            <a:picLocks noChangeAspect="1"/>
          </p:cNvPicPr>
          <p:nvPr/>
        </p:nvPicPr>
        <p:blipFill>
          <a:blip r:embed="rId4"/>
          <a:stretch>
            <a:fillRect/>
          </a:stretch>
        </p:blipFill>
        <p:spPr>
          <a:xfrm>
            <a:off x="989381" y="4898441"/>
            <a:ext cx="261518" cy="261518"/>
          </a:xfrm>
          <a:prstGeom prst="rect">
            <a:avLst/>
          </a:prstGeom>
        </p:spPr>
      </p:pic>
      <p:pic>
        <p:nvPicPr>
          <p:cNvPr id="24" name="Image 4" descr="FaClipboardList"/>
          <p:cNvPicPr>
            <a:picLocks noChangeAspect="1"/>
          </p:cNvPicPr>
          <p:nvPr/>
        </p:nvPicPr>
        <p:blipFill>
          <a:blip r:embed="rId5"/>
          <a:stretch>
            <a:fillRect/>
          </a:stretch>
        </p:blipFill>
        <p:spPr>
          <a:xfrm>
            <a:off x="6658661" y="4898441"/>
            <a:ext cx="261518" cy="261518"/>
          </a:xfrm>
          <a:prstGeom prst="rect">
            <a:avLst/>
          </a:prstGeom>
        </p:spPr>
      </p:pic>
      <p:pic>
        <p:nvPicPr>
          <p:cNvPr id="28" name="Image 5" descr="FaChartLine"/>
          <p:cNvPicPr>
            <a:picLocks noChangeAspect="1"/>
          </p:cNvPicPr>
          <p:nvPr/>
        </p:nvPicPr>
        <p:blipFill>
          <a:blip r:embed="rId6"/>
          <a:stretch>
            <a:fillRect/>
          </a:stretch>
        </p:blipFill>
        <p:spPr>
          <a:xfrm>
            <a:off x="9493301" y="4898441"/>
            <a:ext cx="261518" cy="261518"/>
          </a:xfrm>
          <a:prstGeom prst="rect">
            <a:avLst/>
          </a:prstGeom>
        </p:spPr>
      </p:pic>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10</a:t>
            </a:r>
            <a:endParaRPr lang="en-US" dirty="0"/>
          </a:p>
        </p:txBody>
      </p:sp>
      <p:graphicFrame>
        <p:nvGraphicFramePr>
          <p:cNvPr id="31" name="Tableau 30">
            <a:extLst>
              <a:ext uri="{FF2B5EF4-FFF2-40B4-BE49-F238E27FC236}">
                <a16:creationId xmlns:a16="http://schemas.microsoft.com/office/drawing/2014/main" id="{DA7A1D67-8996-7EC6-02BB-A95F7F5E7647}"/>
              </a:ext>
            </a:extLst>
          </p:cNvPr>
          <p:cNvGraphicFramePr>
            <a:graphicFrameLocks noGrp="1"/>
          </p:cNvGraphicFramePr>
          <p:nvPr>
            <p:extLst>
              <p:ext uri="{D42A27DB-BD31-4B8C-83A1-F6EECF244321}">
                <p14:modId xmlns:p14="http://schemas.microsoft.com/office/powerpoint/2010/main" val="760860312"/>
              </p:ext>
            </p:extLst>
          </p:nvPr>
        </p:nvGraphicFramePr>
        <p:xfrm>
          <a:off x="548639" y="1280159"/>
          <a:ext cx="11064240" cy="4835508"/>
        </p:xfrm>
        <a:graphic>
          <a:graphicData uri="http://schemas.openxmlformats.org/drawingml/2006/table">
            <a:tbl>
              <a:tblPr firstRow="1" bandRow="1">
                <a:tableStyleId>{72833802-FEF1-4C79-8D5D-14CF1EAF98D9}</a:tableStyleId>
              </a:tblPr>
              <a:tblGrid>
                <a:gridCol w="3688080">
                  <a:extLst>
                    <a:ext uri="{9D8B030D-6E8A-4147-A177-3AD203B41FA5}">
                      <a16:colId xmlns:a16="http://schemas.microsoft.com/office/drawing/2014/main" val="2064375527"/>
                    </a:ext>
                  </a:extLst>
                </a:gridCol>
                <a:gridCol w="3688080">
                  <a:extLst>
                    <a:ext uri="{9D8B030D-6E8A-4147-A177-3AD203B41FA5}">
                      <a16:colId xmlns:a16="http://schemas.microsoft.com/office/drawing/2014/main" val="334862137"/>
                    </a:ext>
                  </a:extLst>
                </a:gridCol>
                <a:gridCol w="3688080">
                  <a:extLst>
                    <a:ext uri="{9D8B030D-6E8A-4147-A177-3AD203B41FA5}">
                      <a16:colId xmlns:a16="http://schemas.microsoft.com/office/drawing/2014/main" val="2492204388"/>
                    </a:ext>
                  </a:extLst>
                </a:gridCol>
              </a:tblGrid>
              <a:tr h="805918">
                <a:tc>
                  <a:txBody>
                    <a:bodyPr/>
                    <a:lstStyle/>
                    <a:p>
                      <a:pPr algn="ctr"/>
                      <a:r>
                        <a:rPr lang="" sz="2000" dirty="0">
                          <a:latin typeface="Times New Roman" panose="02020603050405020304" pitchFamily="18" charset="0"/>
                          <a:cs typeface="Times New Roman" panose="02020603050405020304" pitchFamily="18" charset="0"/>
                        </a:rPr>
                        <a:t>Critères d'évaluation</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dirty="0">
                          <a:latin typeface="Times New Roman" panose="02020603050405020304" pitchFamily="18" charset="0"/>
                          <a:cs typeface="Times New Roman" panose="02020603050405020304" pitchFamily="18" charset="0"/>
                        </a:rPr>
                        <a:t>🌐 Solution 1 : Application Web</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dirty="0">
                          <a:latin typeface="Times New Roman" panose="02020603050405020304" pitchFamily="18" charset="0"/>
                          <a:cs typeface="Times New Roman" panose="02020603050405020304" pitchFamily="18" charset="0"/>
                        </a:rPr>
                        <a:t>💻 Solution 2 : Logiciel Desktop</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3891811488"/>
                  </a:ext>
                </a:extLst>
              </a:tr>
              <a:tr h="805918">
                <a:tc>
                  <a:txBody>
                    <a:bodyPr/>
                    <a:lstStyle/>
                    <a:p>
                      <a:pPr algn="ctr"/>
                      <a:r>
                        <a:rPr lang="" sz="2000" dirty="0">
                          <a:latin typeface="Times New Roman" panose="02020603050405020304" pitchFamily="18" charset="0"/>
                          <a:cs typeface="Times New Roman" panose="02020603050405020304" pitchFamily="18" charset="0"/>
                        </a:rPr>
                        <a:t>Coût initial</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i="0" dirty="0">
                          <a:latin typeface="Times New Roman" panose="02020603050405020304" pitchFamily="18" charset="0"/>
                          <a:cs typeface="Times New Roman" panose="02020603050405020304" pitchFamily="18" charset="0"/>
                        </a:rPr>
                        <a:t>Modéré à réduit</a:t>
                      </a:r>
                      <a:endParaRPr lang="LID4096" sz="2000" b="1" i="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dirty="0">
                          <a:latin typeface="Times New Roman" panose="02020603050405020304" pitchFamily="18" charset="0"/>
                          <a:cs typeface="Times New Roman" panose="02020603050405020304" pitchFamily="18" charset="0"/>
                        </a:rPr>
                        <a:t>Élevé</a:t>
                      </a:r>
                      <a:endParaRPr lang="LID4096" sz="2000" b="1"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230453901"/>
                  </a:ext>
                </a:extLst>
              </a:tr>
              <a:tr h="805918">
                <a:tc>
                  <a:txBody>
                    <a:bodyPr/>
                    <a:lstStyle/>
                    <a:p>
                      <a:pPr algn="ctr"/>
                      <a:r>
                        <a:rPr lang="" sz="2000" dirty="0">
                          <a:latin typeface="Times New Roman" panose="02020603050405020304" pitchFamily="18" charset="0"/>
                          <a:cs typeface="Times New Roman" panose="02020603050405020304" pitchFamily="18" charset="0"/>
                        </a:rPr>
                        <a:t>Matériel nécessaire</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Minimal</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Variable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754175374"/>
                  </a:ext>
                </a:extLst>
              </a:tr>
              <a:tr h="805918">
                <a:tc>
                  <a:txBody>
                    <a:bodyPr/>
                    <a:lstStyle/>
                    <a:p>
                      <a:pPr algn="ctr"/>
                      <a:r>
                        <a:rPr lang="" sz="2000" dirty="0">
                          <a:latin typeface="Times New Roman" panose="02020603050405020304" pitchFamily="18" charset="0"/>
                          <a:cs typeface="Times New Roman" panose="02020603050405020304" pitchFamily="18" charset="0"/>
                        </a:rPr>
                        <a:t>Déploiement</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Centralisé</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Lourd</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517259082"/>
                  </a:ext>
                </a:extLst>
              </a:tr>
              <a:tr h="805918">
                <a:tc>
                  <a:txBody>
                    <a:bodyPr/>
                    <a:lstStyle/>
                    <a:p>
                      <a:pPr algn="ctr"/>
                      <a:r>
                        <a:rPr lang="" sz="2000" dirty="0">
                          <a:latin typeface="Times New Roman" panose="02020603050405020304" pitchFamily="18" charset="0"/>
                          <a:cs typeface="Times New Roman" panose="02020603050405020304" pitchFamily="18" charset="0"/>
                        </a:rPr>
                        <a:t>Gestion des alertes</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Dynamique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Limitée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954926928"/>
                  </a:ext>
                </a:extLst>
              </a:tr>
              <a:tr h="805918">
                <a:tc>
                  <a:txBody>
                    <a:bodyPr/>
                    <a:lstStyle/>
                    <a:p>
                      <a:pPr algn="ctr"/>
                      <a:r>
                        <a:rPr lang="" sz="2000" dirty="0">
                          <a:latin typeface="Times New Roman" panose="02020603050405020304" pitchFamily="18" charset="0"/>
                          <a:cs typeface="Times New Roman" panose="02020603050405020304" pitchFamily="18" charset="0"/>
                        </a:rPr>
                        <a:t>Charges humaines (Maintenance)</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Optimisée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Lourde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180338887"/>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Solution retenue : une application web</a:t>
            </a:r>
            <a:endParaRPr lang="en-US" sz="3400" dirty="0"/>
          </a:p>
        </p:txBody>
      </p:sp>
      <p:sp>
        <p:nvSpPr>
          <p:cNvPr id="4" name="Text 1"/>
          <p:cNvSpPr txBox="1"/>
          <p:nvPr/>
        </p:nvSpPr>
        <p:spPr>
          <a:xfrm>
            <a:off x="548640" y="1600200"/>
            <a:ext cx="5486400" cy="365760"/>
          </a:xfrm>
          <a:prstGeom prst="rect">
            <a:avLst/>
          </a:prstGeom>
          <a:noFill/>
          <a:ln/>
        </p:spPr>
        <p:txBody>
          <a:bodyPr wrap="square" lIns="0" tIns="0" rIns="0" bIns="0" rtlCol="0" anchor="ctr"/>
          <a:lstStyle/>
          <a:p>
            <a:pPr marL="0" indent="0">
              <a:buNone/>
            </a:pPr>
            <a:r>
              <a:rPr lang="en-US" sz="2000" b="1" dirty="0">
                <a:solidFill>
                  <a:schemeClr val="tx2"/>
                </a:solidFill>
              </a:rPr>
              <a:t>Pourquoi le web ?</a:t>
            </a:r>
            <a:endParaRPr lang="en-US" sz="2000" dirty="0"/>
          </a:p>
        </p:txBody>
      </p:sp>
      <p:sp>
        <p:nvSpPr>
          <p:cNvPr id="5" name="Card Accès immédiat"/>
          <p:cNvSpPr/>
          <p:nvPr/>
        </p:nvSpPr>
        <p:spPr>
          <a:xfrm>
            <a:off x="548640" y="2103120"/>
            <a:ext cx="5486400" cy="1188720"/>
          </a:xfrm>
          <a:prstGeom prst="roundRect">
            <a:avLst>
              <a:gd name="adj" fmla="val 9231"/>
            </a:avLst>
          </a:prstGeom>
          <a:solidFill>
            <a:schemeClr val="bg2"/>
          </a:solidFill>
          <a:ln w="12700">
            <a:solidFill>
              <a:schemeClr val="bg2"/>
            </a:solidFill>
            <a:prstDash val="solid"/>
          </a:ln>
        </p:spPr>
      </p:sp>
      <p:sp>
        <p:nvSpPr>
          <p:cNvPr id="6" name="Pastille FaGlobe"/>
          <p:cNvSpPr/>
          <p:nvPr/>
        </p:nvSpPr>
        <p:spPr>
          <a:xfrm>
            <a:off x="822960" y="2400300"/>
            <a:ext cx="594360" cy="594360"/>
          </a:xfrm>
          <a:prstGeom prst="ellipse">
            <a:avLst/>
          </a:prstGeom>
          <a:solidFill>
            <a:schemeClr val="accent2"/>
          </a:solidFill>
          <a:ln w="12700">
            <a:solidFill>
              <a:schemeClr val="accent2"/>
            </a:solidFill>
            <a:prstDash val="solid"/>
          </a:ln>
        </p:spPr>
      </p:sp>
      <p:pic>
        <p:nvPicPr>
          <p:cNvPr id="7" name="Image 0" descr="FaGlobe"/>
          <p:cNvPicPr>
            <a:picLocks noChangeAspect="1"/>
          </p:cNvPicPr>
          <p:nvPr/>
        </p:nvPicPr>
        <p:blipFill>
          <a:blip r:embed="rId3"/>
          <a:stretch>
            <a:fillRect/>
          </a:stretch>
        </p:blipFill>
        <p:spPr>
          <a:xfrm>
            <a:off x="989381" y="2566721"/>
            <a:ext cx="261518" cy="261518"/>
          </a:xfrm>
          <a:prstGeom prst="rect">
            <a:avLst/>
          </a:prstGeom>
        </p:spPr>
      </p:pic>
      <p:sp>
        <p:nvSpPr>
          <p:cNvPr id="8" name="Text 4"/>
          <p:cNvSpPr txBox="1"/>
          <p:nvPr/>
        </p:nvSpPr>
        <p:spPr>
          <a:xfrm>
            <a:off x="1645920" y="21945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Accès immédiat</a:t>
            </a:r>
            <a:endParaRPr lang="en-US" sz="1800" dirty="0"/>
          </a:p>
          <a:p>
            <a:pPr marL="0" indent="0">
              <a:buNone/>
            </a:pPr>
            <a:r>
              <a:rPr lang="en-US" sz="1400" dirty="0">
                <a:solidFill>
                  <a:schemeClr val="tx1"/>
                </a:solidFill>
              </a:rPr>
              <a:t>Navigateur seul, aucune installation pour l'assuré</a:t>
            </a:r>
            <a:endParaRPr lang="en-US" sz="1800" dirty="0"/>
          </a:p>
        </p:txBody>
      </p:sp>
      <p:sp>
        <p:nvSpPr>
          <p:cNvPr id="9" name="Card Maintenance centralisée"/>
          <p:cNvSpPr/>
          <p:nvPr/>
        </p:nvSpPr>
        <p:spPr>
          <a:xfrm>
            <a:off x="548640" y="3474720"/>
            <a:ext cx="5486400" cy="1188720"/>
          </a:xfrm>
          <a:prstGeom prst="roundRect">
            <a:avLst>
              <a:gd name="adj" fmla="val 9231"/>
            </a:avLst>
          </a:prstGeom>
          <a:solidFill>
            <a:schemeClr val="bg2"/>
          </a:solidFill>
          <a:ln w="12700">
            <a:solidFill>
              <a:schemeClr val="bg2"/>
            </a:solidFill>
            <a:prstDash val="solid"/>
          </a:ln>
        </p:spPr>
      </p:sp>
      <p:sp>
        <p:nvSpPr>
          <p:cNvPr id="10" name="Pastille FaSync"/>
          <p:cNvSpPr/>
          <p:nvPr/>
        </p:nvSpPr>
        <p:spPr>
          <a:xfrm>
            <a:off x="822960" y="3771900"/>
            <a:ext cx="594360" cy="594360"/>
          </a:xfrm>
          <a:prstGeom prst="ellipse">
            <a:avLst/>
          </a:prstGeom>
          <a:solidFill>
            <a:schemeClr val="accent2"/>
          </a:solidFill>
          <a:ln w="12700">
            <a:solidFill>
              <a:schemeClr val="accent2"/>
            </a:solidFill>
            <a:prstDash val="solid"/>
          </a:ln>
        </p:spPr>
      </p:sp>
      <p:pic>
        <p:nvPicPr>
          <p:cNvPr id="11" name="Image 1" descr="FaSync"/>
          <p:cNvPicPr>
            <a:picLocks noChangeAspect="1"/>
          </p:cNvPicPr>
          <p:nvPr/>
        </p:nvPicPr>
        <p:blipFill>
          <a:blip r:embed="rId4"/>
          <a:stretch>
            <a:fillRect/>
          </a:stretch>
        </p:blipFill>
        <p:spPr>
          <a:xfrm>
            <a:off x="989381" y="3938321"/>
            <a:ext cx="261518" cy="261518"/>
          </a:xfrm>
          <a:prstGeom prst="rect">
            <a:avLst/>
          </a:prstGeom>
        </p:spPr>
      </p:pic>
      <p:sp>
        <p:nvSpPr>
          <p:cNvPr id="12" name="Text 7"/>
          <p:cNvSpPr txBox="1"/>
          <p:nvPr/>
        </p:nvSpPr>
        <p:spPr>
          <a:xfrm>
            <a:off x="1645920" y="35661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Maintenance centralisée</a:t>
            </a:r>
            <a:endParaRPr lang="en-US" sz="1800" dirty="0"/>
          </a:p>
          <a:p>
            <a:pPr marL="0" indent="0">
              <a:buNone/>
            </a:pPr>
            <a:r>
              <a:rPr lang="en-US" sz="1400" dirty="0">
                <a:solidFill>
                  <a:schemeClr val="tx1"/>
                </a:solidFill>
              </a:rPr>
              <a:t>Mise à jour sur le serveur, au service informatique</a:t>
            </a:r>
            <a:endParaRPr lang="en-US" sz="1800" dirty="0"/>
          </a:p>
        </p:txBody>
      </p:sp>
      <p:sp>
        <p:nvSpPr>
          <p:cNvPr id="13" name="Card Adapté au backoffice"/>
          <p:cNvSpPr/>
          <p:nvPr/>
        </p:nvSpPr>
        <p:spPr>
          <a:xfrm>
            <a:off x="548640" y="4846320"/>
            <a:ext cx="5486400" cy="1188720"/>
          </a:xfrm>
          <a:prstGeom prst="roundRect">
            <a:avLst>
              <a:gd name="adj" fmla="val 9231"/>
            </a:avLst>
          </a:prstGeom>
          <a:solidFill>
            <a:schemeClr val="bg2"/>
          </a:solidFill>
          <a:ln w="12700">
            <a:solidFill>
              <a:schemeClr val="bg2"/>
            </a:solidFill>
            <a:prstDash val="solid"/>
          </a:ln>
        </p:spPr>
      </p:sp>
      <p:sp>
        <p:nvSpPr>
          <p:cNvPr id="14" name="Pastille FaDatabase"/>
          <p:cNvSpPr/>
          <p:nvPr/>
        </p:nvSpPr>
        <p:spPr>
          <a:xfrm>
            <a:off x="822960" y="5143500"/>
            <a:ext cx="594360" cy="594360"/>
          </a:xfrm>
          <a:prstGeom prst="ellipse">
            <a:avLst/>
          </a:prstGeom>
          <a:solidFill>
            <a:schemeClr val="accent2"/>
          </a:solidFill>
          <a:ln w="12700">
            <a:solidFill>
              <a:schemeClr val="accent2"/>
            </a:solidFill>
            <a:prstDash val="solid"/>
          </a:ln>
        </p:spPr>
      </p:sp>
      <p:pic>
        <p:nvPicPr>
          <p:cNvPr id="15" name="Image 2" descr="FaDatabase"/>
          <p:cNvPicPr>
            <a:picLocks noChangeAspect="1"/>
          </p:cNvPicPr>
          <p:nvPr/>
        </p:nvPicPr>
        <p:blipFill>
          <a:blip r:embed="rId5"/>
          <a:stretch>
            <a:fillRect/>
          </a:stretch>
        </p:blipFill>
        <p:spPr>
          <a:xfrm>
            <a:off x="989381" y="5309921"/>
            <a:ext cx="261518" cy="261518"/>
          </a:xfrm>
          <a:prstGeom prst="rect">
            <a:avLst/>
          </a:prstGeom>
        </p:spPr>
      </p:pic>
      <p:sp>
        <p:nvSpPr>
          <p:cNvPr id="16" name="Text 10"/>
          <p:cNvSpPr txBox="1"/>
          <p:nvPr/>
        </p:nvSpPr>
        <p:spPr>
          <a:xfrm>
            <a:off x="1645920" y="49377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Adapté au backoffice</a:t>
            </a:r>
            <a:endParaRPr lang="en-US" sz="1800" dirty="0"/>
          </a:p>
          <a:p>
            <a:pPr marL="0" indent="0">
              <a:buNone/>
            </a:pPr>
            <a:r>
              <a:rPr lang="en-US" sz="1400" dirty="0">
                <a:solidFill>
                  <a:schemeClr val="tx1"/>
                </a:solidFill>
              </a:rPr>
              <a:t>Grands tableaux de données, saisie lourde</a:t>
            </a:r>
            <a:endParaRPr lang="en-US" sz="1800" dirty="0"/>
          </a:p>
        </p:txBody>
      </p:sp>
      <p:sp>
        <p:nvSpPr>
          <p:cNvPr id="17" name="Card Angular + Bootstrap"/>
          <p:cNvSpPr/>
          <p:nvPr/>
        </p:nvSpPr>
        <p:spPr>
          <a:xfrm>
            <a:off x="6309360" y="1645920"/>
            <a:ext cx="2560320" cy="2011680"/>
          </a:xfrm>
          <a:prstGeom prst="roundRect">
            <a:avLst>
              <a:gd name="adj" fmla="val 5455"/>
            </a:avLst>
          </a:prstGeom>
          <a:solidFill>
            <a:schemeClr val="tx2"/>
          </a:solidFill>
          <a:ln w="12700">
            <a:solidFill>
              <a:schemeClr val="tx2"/>
            </a:solidFill>
            <a:prstDash val="solid"/>
          </a:ln>
        </p:spPr>
      </p:sp>
      <p:sp>
        <p:nvSpPr>
          <p:cNvPr id="18" name="Pastille FaCode"/>
          <p:cNvSpPr/>
          <p:nvPr/>
        </p:nvSpPr>
        <p:spPr>
          <a:xfrm>
            <a:off x="6583680" y="1920240"/>
            <a:ext cx="594360" cy="594360"/>
          </a:xfrm>
          <a:prstGeom prst="ellipse">
            <a:avLst/>
          </a:prstGeom>
          <a:solidFill>
            <a:schemeClr val="accent1"/>
          </a:solidFill>
          <a:ln w="12700">
            <a:solidFill>
              <a:schemeClr val="accent1"/>
            </a:solidFill>
            <a:prstDash val="solid"/>
          </a:ln>
        </p:spPr>
      </p:sp>
      <p:pic>
        <p:nvPicPr>
          <p:cNvPr id="19" name="Image 3" descr="FaCode"/>
          <p:cNvPicPr>
            <a:picLocks noChangeAspect="1"/>
          </p:cNvPicPr>
          <p:nvPr/>
        </p:nvPicPr>
        <p:blipFill>
          <a:blip r:embed="rId6"/>
          <a:stretch>
            <a:fillRect/>
          </a:stretch>
        </p:blipFill>
        <p:spPr>
          <a:xfrm>
            <a:off x="6750101" y="2086661"/>
            <a:ext cx="261518" cy="261518"/>
          </a:xfrm>
          <a:prstGeom prst="rect">
            <a:avLst/>
          </a:prstGeom>
        </p:spPr>
      </p:pic>
      <p:sp>
        <p:nvSpPr>
          <p:cNvPr id="20" name="Text 13"/>
          <p:cNvSpPr txBox="1"/>
          <p:nvPr/>
        </p:nvSpPr>
        <p:spPr>
          <a:xfrm>
            <a:off x="6583680" y="2651760"/>
            <a:ext cx="2011680" cy="457200"/>
          </a:xfrm>
          <a:prstGeom prst="rect">
            <a:avLst/>
          </a:prstGeom>
          <a:noFill/>
          <a:ln/>
        </p:spPr>
        <p:txBody>
          <a:bodyPr wrap="square" lIns="0" tIns="0" rIns="0" bIns="0" rtlCol="0" anchor="t"/>
          <a:lstStyle/>
          <a:p>
            <a:pPr marL="0" indent="0">
              <a:buNone/>
            </a:pPr>
            <a:r>
              <a:rPr lang="en-US" sz="1800" b="1" dirty="0">
                <a:solidFill>
                  <a:schemeClr val="bg1"/>
                </a:solidFill>
              </a:rPr>
              <a:t>Angular + Bootstrap</a:t>
            </a:r>
            <a:endParaRPr lang="en-US" sz="1800" dirty="0"/>
          </a:p>
        </p:txBody>
      </p:sp>
      <p:sp>
        <p:nvSpPr>
          <p:cNvPr id="21" name="Text 14"/>
          <p:cNvSpPr txBox="1"/>
          <p:nvPr/>
        </p:nvSpPr>
        <p:spPr>
          <a:xfrm>
            <a:off x="6583680" y="3154680"/>
            <a:ext cx="2011680" cy="320040"/>
          </a:xfrm>
          <a:prstGeom prst="rect">
            <a:avLst/>
          </a:prstGeom>
          <a:noFill/>
          <a:ln/>
        </p:spPr>
        <p:txBody>
          <a:bodyPr wrap="square" lIns="0" tIns="0" rIns="0" bIns="0" rtlCol="0" anchor="t"/>
          <a:lstStyle/>
          <a:p>
            <a:pPr marL="0" indent="0">
              <a:buNone/>
            </a:pPr>
            <a:r>
              <a:rPr lang="en-US" sz="1400" dirty="0">
                <a:solidFill>
                  <a:schemeClr val="bg1"/>
                </a:solidFill>
              </a:rPr>
              <a:t>Frontend responsive</a:t>
            </a:r>
            <a:endParaRPr lang="en-US" sz="1400" dirty="0"/>
          </a:p>
        </p:txBody>
      </p:sp>
      <p:sp>
        <p:nvSpPr>
          <p:cNvPr id="22" name="Card Spring Boot"/>
          <p:cNvSpPr/>
          <p:nvPr/>
        </p:nvSpPr>
        <p:spPr>
          <a:xfrm>
            <a:off x="9052560" y="1645920"/>
            <a:ext cx="2560320" cy="2011680"/>
          </a:xfrm>
          <a:prstGeom prst="roundRect">
            <a:avLst>
              <a:gd name="adj" fmla="val 5455"/>
            </a:avLst>
          </a:prstGeom>
          <a:solidFill>
            <a:schemeClr val="bg2"/>
          </a:solidFill>
          <a:ln w="12700">
            <a:solidFill>
              <a:schemeClr val="bg2"/>
            </a:solidFill>
            <a:prstDash val="solid"/>
          </a:ln>
        </p:spPr>
      </p:sp>
      <p:sp>
        <p:nvSpPr>
          <p:cNvPr id="23" name="Pastille FaServer"/>
          <p:cNvSpPr/>
          <p:nvPr/>
        </p:nvSpPr>
        <p:spPr>
          <a:xfrm>
            <a:off x="9326880" y="1920240"/>
            <a:ext cx="594360" cy="594360"/>
          </a:xfrm>
          <a:prstGeom prst="ellipse">
            <a:avLst/>
          </a:prstGeom>
          <a:solidFill>
            <a:schemeClr val="accent2"/>
          </a:solidFill>
          <a:ln w="12700">
            <a:solidFill>
              <a:schemeClr val="accent2"/>
            </a:solidFill>
            <a:prstDash val="solid"/>
          </a:ln>
        </p:spPr>
      </p:sp>
      <p:pic>
        <p:nvPicPr>
          <p:cNvPr id="24" name="Image 4" descr="FaServer"/>
          <p:cNvPicPr>
            <a:picLocks noChangeAspect="1"/>
          </p:cNvPicPr>
          <p:nvPr/>
        </p:nvPicPr>
        <p:blipFill>
          <a:blip r:embed="rId7"/>
          <a:stretch>
            <a:fillRect/>
          </a:stretch>
        </p:blipFill>
        <p:spPr>
          <a:xfrm>
            <a:off x="9493301" y="2086661"/>
            <a:ext cx="261518" cy="261518"/>
          </a:xfrm>
          <a:prstGeom prst="rect">
            <a:avLst/>
          </a:prstGeom>
        </p:spPr>
      </p:pic>
      <p:sp>
        <p:nvSpPr>
          <p:cNvPr id="25" name="Text 17"/>
          <p:cNvSpPr txBox="1"/>
          <p:nvPr/>
        </p:nvSpPr>
        <p:spPr>
          <a:xfrm>
            <a:off x="9326880" y="2651760"/>
            <a:ext cx="2011680" cy="457200"/>
          </a:xfrm>
          <a:prstGeom prst="rect">
            <a:avLst/>
          </a:prstGeom>
          <a:noFill/>
          <a:ln/>
        </p:spPr>
        <p:txBody>
          <a:bodyPr wrap="square" lIns="0" tIns="0" rIns="0" bIns="0" rtlCol="0" anchor="t"/>
          <a:lstStyle/>
          <a:p>
            <a:pPr marL="0" indent="0">
              <a:buNone/>
            </a:pPr>
            <a:r>
              <a:rPr lang="en-US" sz="1800" b="1" dirty="0">
                <a:solidFill>
                  <a:schemeClr val="tx2"/>
                </a:solidFill>
              </a:rPr>
              <a:t>Spring Boot</a:t>
            </a:r>
            <a:endParaRPr lang="en-US" sz="1800" dirty="0"/>
          </a:p>
        </p:txBody>
      </p:sp>
      <p:sp>
        <p:nvSpPr>
          <p:cNvPr id="26" name="Text 18"/>
          <p:cNvSpPr txBox="1"/>
          <p:nvPr/>
        </p:nvSpPr>
        <p:spPr>
          <a:xfrm>
            <a:off x="9326880" y="3154680"/>
            <a:ext cx="2011680" cy="320040"/>
          </a:xfrm>
          <a:prstGeom prst="rect">
            <a:avLst/>
          </a:prstGeom>
          <a:noFill/>
          <a:ln/>
        </p:spPr>
        <p:txBody>
          <a:bodyPr wrap="square" lIns="0" tIns="0" rIns="0" bIns="0" rtlCol="0" anchor="t"/>
          <a:lstStyle/>
          <a:p>
            <a:pPr marL="0" indent="0">
              <a:buNone/>
            </a:pPr>
            <a:r>
              <a:rPr lang="en-US" sz="1400" dirty="0">
                <a:solidFill>
                  <a:schemeClr val="tx1"/>
                </a:solidFill>
              </a:rPr>
              <a:t>Backend, API REST</a:t>
            </a:r>
            <a:endParaRPr lang="en-US" sz="1400" dirty="0"/>
          </a:p>
        </p:txBody>
      </p:sp>
      <p:sp>
        <p:nvSpPr>
          <p:cNvPr id="27" name="Card MySQL"/>
          <p:cNvSpPr/>
          <p:nvPr/>
        </p:nvSpPr>
        <p:spPr>
          <a:xfrm>
            <a:off x="6309360" y="3840480"/>
            <a:ext cx="2560320" cy="2011680"/>
          </a:xfrm>
          <a:prstGeom prst="roundRect">
            <a:avLst>
              <a:gd name="adj" fmla="val 5455"/>
            </a:avLst>
          </a:prstGeom>
          <a:solidFill>
            <a:schemeClr val="bg2"/>
          </a:solidFill>
          <a:ln w="12700">
            <a:solidFill>
              <a:schemeClr val="bg2"/>
            </a:solidFill>
            <a:prstDash val="solid"/>
          </a:ln>
        </p:spPr>
      </p:sp>
      <p:sp>
        <p:nvSpPr>
          <p:cNvPr id="28" name="Pastille FaDatabase"/>
          <p:cNvSpPr/>
          <p:nvPr/>
        </p:nvSpPr>
        <p:spPr>
          <a:xfrm>
            <a:off x="6583680" y="4114800"/>
            <a:ext cx="594360" cy="594360"/>
          </a:xfrm>
          <a:prstGeom prst="ellipse">
            <a:avLst/>
          </a:prstGeom>
          <a:solidFill>
            <a:schemeClr val="accent2"/>
          </a:solidFill>
          <a:ln w="12700">
            <a:solidFill>
              <a:schemeClr val="accent2"/>
            </a:solidFill>
            <a:prstDash val="solid"/>
          </a:ln>
        </p:spPr>
      </p:sp>
      <p:pic>
        <p:nvPicPr>
          <p:cNvPr id="29" name="Image 5" descr="FaDatabase"/>
          <p:cNvPicPr>
            <a:picLocks noChangeAspect="1"/>
          </p:cNvPicPr>
          <p:nvPr/>
        </p:nvPicPr>
        <p:blipFill>
          <a:blip r:embed="rId5"/>
          <a:stretch>
            <a:fillRect/>
          </a:stretch>
        </p:blipFill>
        <p:spPr>
          <a:xfrm>
            <a:off x="6750101" y="4281221"/>
            <a:ext cx="261518" cy="261518"/>
          </a:xfrm>
          <a:prstGeom prst="rect">
            <a:avLst/>
          </a:prstGeom>
        </p:spPr>
      </p:pic>
      <p:sp>
        <p:nvSpPr>
          <p:cNvPr id="30" name="Text 21"/>
          <p:cNvSpPr txBox="1"/>
          <p:nvPr/>
        </p:nvSpPr>
        <p:spPr>
          <a:xfrm>
            <a:off x="6583680" y="4846320"/>
            <a:ext cx="2011680" cy="457200"/>
          </a:xfrm>
          <a:prstGeom prst="rect">
            <a:avLst/>
          </a:prstGeom>
          <a:noFill/>
          <a:ln/>
        </p:spPr>
        <p:txBody>
          <a:bodyPr wrap="square" lIns="0" tIns="0" rIns="0" bIns="0" rtlCol="0" anchor="t"/>
          <a:lstStyle/>
          <a:p>
            <a:pPr marL="0" indent="0">
              <a:buNone/>
            </a:pPr>
            <a:r>
              <a:rPr lang="en-US" sz="1800" b="1" dirty="0">
                <a:solidFill>
                  <a:schemeClr val="tx2"/>
                </a:solidFill>
              </a:rPr>
              <a:t>MySQL</a:t>
            </a:r>
            <a:endParaRPr lang="en-US" sz="1800" dirty="0"/>
          </a:p>
        </p:txBody>
      </p:sp>
      <p:sp>
        <p:nvSpPr>
          <p:cNvPr id="31" name="Text 22"/>
          <p:cNvSpPr txBox="1"/>
          <p:nvPr/>
        </p:nvSpPr>
        <p:spPr>
          <a:xfrm>
            <a:off x="6583680" y="5349240"/>
            <a:ext cx="2011680" cy="320040"/>
          </a:xfrm>
          <a:prstGeom prst="rect">
            <a:avLst/>
          </a:prstGeom>
          <a:noFill/>
          <a:ln/>
        </p:spPr>
        <p:txBody>
          <a:bodyPr wrap="square" lIns="0" tIns="0" rIns="0" bIns="0" rtlCol="0" anchor="t"/>
          <a:lstStyle/>
          <a:p>
            <a:pPr marL="0" indent="0">
              <a:buNone/>
            </a:pPr>
            <a:r>
              <a:rPr lang="en-US" sz="1400" dirty="0">
                <a:solidFill>
                  <a:schemeClr val="tx1"/>
                </a:solidFill>
              </a:rPr>
              <a:t>Base de données</a:t>
            </a:r>
            <a:endParaRPr lang="en-US" sz="1400" dirty="0"/>
          </a:p>
        </p:txBody>
      </p:sp>
      <p:sp>
        <p:nvSpPr>
          <p:cNvPr id="32" name="Card UML"/>
          <p:cNvSpPr/>
          <p:nvPr/>
        </p:nvSpPr>
        <p:spPr>
          <a:xfrm>
            <a:off x="9052560" y="3840480"/>
            <a:ext cx="2560320" cy="2011680"/>
          </a:xfrm>
          <a:prstGeom prst="roundRect">
            <a:avLst>
              <a:gd name="adj" fmla="val 5455"/>
            </a:avLst>
          </a:prstGeom>
          <a:solidFill>
            <a:schemeClr val="tx2"/>
          </a:solidFill>
          <a:ln w="12700">
            <a:solidFill>
              <a:schemeClr val="tx2"/>
            </a:solidFill>
            <a:prstDash val="solid"/>
          </a:ln>
        </p:spPr>
      </p:sp>
      <p:sp>
        <p:nvSpPr>
          <p:cNvPr id="33" name="Pastille FaProjectDiagram"/>
          <p:cNvSpPr/>
          <p:nvPr/>
        </p:nvSpPr>
        <p:spPr>
          <a:xfrm>
            <a:off x="9326880" y="4114800"/>
            <a:ext cx="594360" cy="594360"/>
          </a:xfrm>
          <a:prstGeom prst="ellipse">
            <a:avLst/>
          </a:prstGeom>
          <a:solidFill>
            <a:schemeClr val="accent1"/>
          </a:solidFill>
          <a:ln w="12700">
            <a:solidFill>
              <a:schemeClr val="accent1"/>
            </a:solidFill>
            <a:prstDash val="solid"/>
          </a:ln>
        </p:spPr>
      </p:sp>
      <p:pic>
        <p:nvPicPr>
          <p:cNvPr id="34" name="Image 6" descr="FaProjectDiagram"/>
          <p:cNvPicPr>
            <a:picLocks noChangeAspect="1"/>
          </p:cNvPicPr>
          <p:nvPr/>
        </p:nvPicPr>
        <p:blipFill>
          <a:blip r:embed="rId8"/>
          <a:stretch>
            <a:fillRect/>
          </a:stretch>
        </p:blipFill>
        <p:spPr>
          <a:xfrm>
            <a:off x="9493301" y="4281221"/>
            <a:ext cx="261518" cy="261518"/>
          </a:xfrm>
          <a:prstGeom prst="rect">
            <a:avLst/>
          </a:prstGeom>
        </p:spPr>
      </p:pic>
      <p:sp>
        <p:nvSpPr>
          <p:cNvPr id="35" name="Text 25"/>
          <p:cNvSpPr txBox="1"/>
          <p:nvPr/>
        </p:nvSpPr>
        <p:spPr>
          <a:xfrm>
            <a:off x="9326880" y="4846320"/>
            <a:ext cx="2011680" cy="457200"/>
          </a:xfrm>
          <a:prstGeom prst="rect">
            <a:avLst/>
          </a:prstGeom>
          <a:noFill/>
          <a:ln/>
        </p:spPr>
        <p:txBody>
          <a:bodyPr wrap="square" lIns="0" tIns="0" rIns="0" bIns="0" rtlCol="0" anchor="t"/>
          <a:lstStyle/>
          <a:p>
            <a:pPr marL="0" indent="0">
              <a:buNone/>
            </a:pPr>
            <a:r>
              <a:rPr lang="en-US" sz="1800" b="1" dirty="0">
                <a:solidFill>
                  <a:schemeClr val="bg1"/>
                </a:solidFill>
              </a:rPr>
              <a:t>UML</a:t>
            </a:r>
            <a:endParaRPr lang="en-US" sz="1800" dirty="0"/>
          </a:p>
        </p:txBody>
      </p:sp>
      <p:sp>
        <p:nvSpPr>
          <p:cNvPr id="36" name="Text 26"/>
          <p:cNvSpPr txBox="1"/>
          <p:nvPr/>
        </p:nvSpPr>
        <p:spPr>
          <a:xfrm>
            <a:off x="9326880" y="5349240"/>
            <a:ext cx="2011680" cy="320040"/>
          </a:xfrm>
          <a:prstGeom prst="rect">
            <a:avLst/>
          </a:prstGeom>
          <a:noFill/>
          <a:ln/>
        </p:spPr>
        <p:txBody>
          <a:bodyPr wrap="square" lIns="0" tIns="0" rIns="0" bIns="0" rtlCol="0" anchor="t"/>
          <a:lstStyle/>
          <a:p>
            <a:pPr marL="0" indent="0">
              <a:buNone/>
            </a:pPr>
            <a:r>
              <a:rPr lang="en-US" sz="1400" dirty="0">
                <a:solidFill>
                  <a:schemeClr val="bg1"/>
                </a:solidFill>
              </a:rPr>
              <a:t>Conception</a:t>
            </a:r>
            <a:endParaRPr lang="en-US" sz="1400" dirty="0"/>
          </a:p>
        </p:txBody>
      </p:sp>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11</a:t>
            </a:r>
            <a:endParaRPr lang="en-US"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wind"/>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0">
            <a:extLst>
              <a:ext uri="{FF2B5EF4-FFF2-40B4-BE49-F238E27FC236}">
                <a16:creationId xmlns:a16="http://schemas.microsoft.com/office/drawing/2014/main" id="{FBC07502-C194-51ED-FAF6-D9925C60A060}"/>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Planning du </a:t>
            </a:r>
            <a:r>
              <a:rPr lang="en-US" sz="3400" b="1" dirty="0" err="1">
                <a:solidFill>
                  <a:schemeClr val="tx2"/>
                </a:solidFill>
              </a:rPr>
              <a:t>projet</a:t>
            </a:r>
            <a:endParaRPr lang="en-US" sz="3400" dirty="0"/>
          </a:p>
        </p:txBody>
      </p:sp>
      <p:pic>
        <p:nvPicPr>
          <p:cNvPr id="7" name="Image 6">
            <a:extLst>
              <a:ext uri="{FF2B5EF4-FFF2-40B4-BE49-F238E27FC236}">
                <a16:creationId xmlns:a16="http://schemas.microsoft.com/office/drawing/2014/main" id="{4CB2F6BE-A3DE-AB6F-1ACF-4AB2FB045022}"/>
              </a:ext>
            </a:extLst>
          </p:cNvPr>
          <p:cNvPicPr>
            <a:picLocks noChangeAspect="1"/>
          </p:cNvPicPr>
          <p:nvPr/>
        </p:nvPicPr>
        <p:blipFill>
          <a:blip r:embed="rId3"/>
          <a:stretch>
            <a:fillRect/>
          </a:stretch>
        </p:blipFill>
        <p:spPr>
          <a:xfrm>
            <a:off x="0" y="1554480"/>
            <a:ext cx="12192000" cy="4572000"/>
          </a:xfrm>
          <a:prstGeom prst="rect">
            <a:avLst/>
          </a:prstGeom>
        </p:spPr>
      </p:pic>
      <p:sp>
        <p:nvSpPr>
          <p:cNvPr id="6" name="Slide Number Placeholder 0">
            <a:extLst>
              <a:ext uri="{FF2B5EF4-FFF2-40B4-BE49-F238E27FC236}">
                <a16:creationId xmlns:a16="http://schemas.microsoft.com/office/drawing/2014/main" id="{FFE593C0-2571-2206-5EDD-8169B0A16BEC}"/>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2">
                    <a:lumMod val="10000"/>
                  </a:schemeClr>
                </a:solidFill>
              </a:rPr>
              <a:t>12</a:t>
            </a:r>
          </a:p>
        </p:txBody>
      </p:sp>
    </p:spTree>
    <p:extLst>
      <p:ext uri="{BB962C8B-B14F-4D97-AF65-F5344CB8AC3E}">
        <p14:creationId xmlns:p14="http://schemas.microsoft.com/office/powerpoint/2010/main" val="28843167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l">
              <a:buNone/>
            </a:pPr>
            <a:r>
              <a:rPr lang="en-US" sz="4400" b="1" dirty="0">
                <a:solidFill>
                  <a:schemeClr val="bg1"/>
                </a:solidFill>
              </a:rPr>
              <a:t>Partie 2 : Étude détaillée</a:t>
            </a:r>
            <a:endParaRPr lang="en-US" sz="4400" dirty="0"/>
          </a:p>
        </p:txBody>
      </p:sp>
      <p:sp>
        <p:nvSpPr>
          <p:cNvPr id="3" name="Text 0"/>
          <p:cNvSpPr>
            <a:spLocks noGrp="1"/>
          </p:cNvSpPr>
          <p:nvPr>
            <p:ph type="body" idx="101" hasCustomPrompt="1"/>
          </p:nvPr>
        </p:nvSpPr>
        <p:spPr>
          <a:xfrm>
            <a:off x="731520" y="3657600"/>
            <a:ext cx="10515600" cy="914400"/>
          </a:xfrm>
          <a:prstGeom prst="rect">
            <a:avLst/>
          </a:prstGeom>
          <a:noFill/>
          <a:ln/>
        </p:spPr>
        <p:txBody>
          <a:bodyPr wrap="square" lIns="0" tIns="0" rIns="0" bIns="0" rtlCol="0" anchor="t"/>
          <a:lstStyle/>
          <a:p>
            <a:pPr marL="0" indent="0" algn="l">
              <a:buNone/>
            </a:pPr>
            <a:r>
              <a:rPr lang="en-US" sz="2200" dirty="0">
                <a:solidFill>
                  <a:schemeClr val="accent1"/>
                </a:solidFill>
              </a:rPr>
              <a:t>Diagrammes UML : cas d'utilisation, séquence, activité, classes</a:t>
            </a:r>
            <a:endParaRPr lang="en-US" sz="2200" dirty="0"/>
          </a:p>
        </p:txBody>
      </p:sp>
      <p:sp>
        <p:nvSpPr>
          <p:cNvPr id="4" name="Slide Number Placeholder 0">
            <a:extLst>
              <a:ext uri="{FF2B5EF4-FFF2-40B4-BE49-F238E27FC236}">
                <a16:creationId xmlns:a16="http://schemas.microsoft.com/office/drawing/2014/main" id="{C3BE6626-22D8-B001-A921-205BC2F61A36}"/>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13</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 de cas d'utilisation</a:t>
            </a:r>
            <a:endParaRPr lang="en-US" sz="3400" dirty="0"/>
          </a:p>
        </p:txBody>
      </p:sp>
      <p:sp>
        <p:nvSpPr>
          <p:cNvPr id="4" name="Card Acteurs"/>
          <p:cNvSpPr/>
          <p:nvPr/>
        </p:nvSpPr>
        <p:spPr>
          <a:xfrm>
            <a:off x="548640" y="8874509"/>
            <a:ext cx="4206240" cy="2011680"/>
          </a:xfrm>
          <a:prstGeom prst="roundRect">
            <a:avLst>
              <a:gd name="adj" fmla="val 5455"/>
            </a:avLst>
          </a:prstGeom>
          <a:solidFill>
            <a:schemeClr val="bg2"/>
          </a:solidFill>
          <a:ln w="12700">
            <a:solidFill>
              <a:schemeClr val="bg2"/>
            </a:solidFill>
            <a:prstDash val="solid"/>
          </a:ln>
        </p:spPr>
      </p:sp>
      <p:sp>
        <p:nvSpPr>
          <p:cNvPr id="5" name="Text 2"/>
          <p:cNvSpPr txBox="1"/>
          <p:nvPr/>
        </p:nvSpPr>
        <p:spPr>
          <a:xfrm>
            <a:off x="822960" y="9011669"/>
            <a:ext cx="3657600" cy="1737360"/>
          </a:xfrm>
          <a:prstGeom prst="rect">
            <a:avLst/>
          </a:prstGeom>
          <a:noFill/>
          <a:ln/>
        </p:spPr>
        <p:txBody>
          <a:bodyPr wrap="square" lIns="0" tIns="0" rIns="0" bIns="0" rtlCol="0" anchor="t"/>
          <a:lstStyle/>
          <a:p>
            <a:pPr marL="0" indent="0">
              <a:buNone/>
            </a:pPr>
            <a:r>
              <a:rPr lang="en-US" sz="1800" b="1" dirty="0">
                <a:solidFill>
                  <a:schemeClr val="tx2"/>
                </a:solidFill>
              </a:rPr>
              <a:t>Acteurs</a:t>
            </a:r>
            <a:endParaRPr lang="en-US" sz="1800" dirty="0"/>
          </a:p>
          <a:p>
            <a:pPr marL="285750" indent="-285750">
              <a:buFont typeface="Arial" panose="020B0604020202020204" pitchFamily="34" charset="0"/>
              <a:buChar char="•"/>
            </a:pPr>
            <a:r>
              <a:rPr lang="en-US" sz="1400" dirty="0" err="1">
                <a:solidFill>
                  <a:schemeClr val="tx1"/>
                </a:solidFill>
              </a:rPr>
              <a:t>Visiteur</a:t>
            </a:r>
            <a:endParaRPr lang="en-US" sz="1400" dirty="0">
              <a:solidFill>
                <a:schemeClr val="tx1"/>
              </a:solidFill>
            </a:endParaRPr>
          </a:p>
          <a:p>
            <a:pPr marL="285750" indent="-285750">
              <a:buFont typeface="Arial" panose="020B0604020202020204" pitchFamily="34" charset="0"/>
              <a:buChar char="•"/>
            </a:pPr>
            <a:r>
              <a:rPr lang="en-US" sz="1400" dirty="0"/>
              <a:t>Compte Client (</a:t>
            </a:r>
            <a:r>
              <a:rPr lang="en-US" sz="1400" dirty="0" err="1"/>
              <a:t>Assuré</a:t>
            </a:r>
            <a:r>
              <a:rPr lang="en-US" sz="1400" dirty="0"/>
              <a:t>)</a:t>
            </a:r>
          </a:p>
          <a:p>
            <a:pPr marL="285750" indent="-285750">
              <a:buFont typeface="Arial" panose="020B0604020202020204" pitchFamily="34" charset="0"/>
              <a:buChar char="•"/>
            </a:pPr>
            <a:r>
              <a:rPr lang="en-US" sz="1400" dirty="0" err="1"/>
              <a:t>Utilisateur</a:t>
            </a:r>
            <a:r>
              <a:rPr lang="en-US" sz="1400" dirty="0"/>
              <a:t> (Agent </a:t>
            </a:r>
            <a:r>
              <a:rPr lang="en-US" sz="1400" dirty="0" err="1"/>
              <a:t>ou</a:t>
            </a:r>
            <a:r>
              <a:rPr lang="en-US" sz="1400" dirty="0"/>
              <a:t> </a:t>
            </a:r>
            <a:r>
              <a:rPr lang="en-US" sz="1400" dirty="0" err="1"/>
              <a:t>Administrateur</a:t>
            </a:r>
            <a:r>
              <a:rPr lang="en-US" sz="1400" dirty="0"/>
              <a:t>)</a:t>
            </a:r>
            <a:endParaRPr lang="en-US" sz="1800" dirty="0"/>
          </a:p>
        </p:txBody>
      </p:sp>
      <p:sp>
        <p:nvSpPr>
          <p:cNvPr id="6" name="Card Modules"/>
          <p:cNvSpPr/>
          <p:nvPr/>
        </p:nvSpPr>
        <p:spPr>
          <a:xfrm>
            <a:off x="548640" y="11309704"/>
            <a:ext cx="4206240" cy="2011680"/>
          </a:xfrm>
          <a:prstGeom prst="roundRect">
            <a:avLst>
              <a:gd name="adj" fmla="val 5455"/>
            </a:avLst>
          </a:prstGeom>
          <a:solidFill>
            <a:schemeClr val="tx2"/>
          </a:solidFill>
          <a:ln w="12700">
            <a:solidFill>
              <a:schemeClr val="tx2"/>
            </a:solidFill>
            <a:prstDash val="solid"/>
          </a:ln>
        </p:spPr>
      </p:sp>
      <p:sp>
        <p:nvSpPr>
          <p:cNvPr id="7" name="Text 4"/>
          <p:cNvSpPr txBox="1"/>
          <p:nvPr/>
        </p:nvSpPr>
        <p:spPr>
          <a:xfrm>
            <a:off x="822960" y="11446864"/>
            <a:ext cx="3657600" cy="1737360"/>
          </a:xfrm>
          <a:prstGeom prst="rect">
            <a:avLst/>
          </a:prstGeom>
          <a:noFill/>
          <a:ln/>
        </p:spPr>
        <p:txBody>
          <a:bodyPr wrap="square" lIns="0" tIns="0" rIns="0" bIns="0" rtlCol="0" anchor="t"/>
          <a:lstStyle/>
          <a:p>
            <a:pPr marL="0" indent="0">
              <a:buNone/>
            </a:pPr>
            <a:r>
              <a:rPr lang="en-US" sz="1800" b="1" dirty="0">
                <a:solidFill>
                  <a:schemeClr val="bg1"/>
                </a:solidFill>
              </a:rPr>
              <a:t>Cinq modules</a:t>
            </a:r>
            <a:endParaRPr lang="en-US" sz="1800" dirty="0"/>
          </a:p>
          <a:p>
            <a:pPr marL="285750" indent="-285750">
              <a:buFont typeface="Arial" panose="020B0604020202020204" pitchFamily="34" charset="0"/>
              <a:buChar char="•"/>
            </a:pPr>
            <a:r>
              <a:rPr lang="en-US" sz="1400" dirty="0">
                <a:solidFill>
                  <a:schemeClr val="bg1"/>
                </a:solidFill>
              </a:rPr>
              <a:t>Comptes et </a:t>
            </a:r>
            <a:r>
              <a:rPr lang="en-US" sz="1400" dirty="0" err="1">
                <a:solidFill>
                  <a:schemeClr val="bg1"/>
                </a:solidFill>
              </a:rPr>
              <a:t>authentification</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Contrats</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Facturation</a:t>
            </a:r>
            <a:r>
              <a:rPr lang="en-US" sz="1400" dirty="0">
                <a:solidFill>
                  <a:schemeClr val="bg1"/>
                </a:solidFill>
              </a:rPr>
              <a:t>, </a:t>
            </a:r>
          </a:p>
          <a:p>
            <a:pPr marL="285750" indent="-285750">
              <a:buFont typeface="Arial" panose="020B0604020202020204" pitchFamily="34" charset="0"/>
              <a:buChar char="•"/>
            </a:pPr>
            <a:r>
              <a:rPr lang="en-US" sz="1400" dirty="0" err="1">
                <a:solidFill>
                  <a:schemeClr val="bg1"/>
                </a:solidFill>
              </a:rPr>
              <a:t>Sinistres</a:t>
            </a:r>
            <a:r>
              <a:rPr lang="en-US" sz="1400" dirty="0">
                <a:solidFill>
                  <a:schemeClr val="bg1"/>
                </a:solidFill>
              </a:rPr>
              <a:t>,</a:t>
            </a:r>
          </a:p>
          <a:p>
            <a:pPr marL="285750" indent="-285750">
              <a:buFont typeface="Arial" panose="020B0604020202020204" pitchFamily="34" charset="0"/>
              <a:buChar char="•"/>
            </a:pPr>
            <a:r>
              <a:rPr lang="en-US" sz="1400" dirty="0">
                <a:solidFill>
                  <a:schemeClr val="bg1"/>
                </a:solidFill>
              </a:rPr>
              <a:t>Backoffice</a:t>
            </a:r>
            <a:endParaRPr lang="en-US" sz="18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14</a:t>
            </a:r>
            <a:endParaRPr lang="en-US" dirty="0"/>
          </a:p>
        </p:txBody>
      </p:sp>
      <p:pic>
        <p:nvPicPr>
          <p:cNvPr id="10" name="Image 9">
            <a:extLst>
              <a:ext uri="{FF2B5EF4-FFF2-40B4-BE49-F238E27FC236}">
                <a16:creationId xmlns:a16="http://schemas.microsoft.com/office/drawing/2014/main" id="{9C73FC6B-6E07-7EE4-7E8F-AD086A959F3D}"/>
              </a:ext>
            </a:extLst>
          </p:cNvPr>
          <p:cNvPicPr>
            <a:picLocks noChangeAspect="1"/>
          </p:cNvPicPr>
          <p:nvPr/>
        </p:nvPicPr>
        <p:blipFill>
          <a:blip r:embed="rId3"/>
          <a:stretch>
            <a:fillRect/>
          </a:stretch>
        </p:blipFill>
        <p:spPr>
          <a:xfrm>
            <a:off x="5029200" y="7871078"/>
            <a:ext cx="6817016" cy="535886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A1695-00A3-6F5A-A265-70167C1FE14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DD78F79-61AB-9996-4D87-28E729C97705}"/>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 de cas d'utilisation</a:t>
            </a:r>
            <a:endParaRPr lang="en-US" sz="3400" dirty="0"/>
          </a:p>
        </p:txBody>
      </p:sp>
      <p:sp>
        <p:nvSpPr>
          <p:cNvPr id="4" name="Card Acteurs">
            <a:extLst>
              <a:ext uri="{FF2B5EF4-FFF2-40B4-BE49-F238E27FC236}">
                <a16:creationId xmlns:a16="http://schemas.microsoft.com/office/drawing/2014/main" id="{C2809D4A-0B74-9E8B-04C7-7BBC67585FFA}"/>
              </a:ext>
            </a:extLst>
          </p:cNvPr>
          <p:cNvSpPr/>
          <p:nvPr/>
        </p:nvSpPr>
        <p:spPr>
          <a:xfrm>
            <a:off x="548640" y="1645920"/>
            <a:ext cx="4206240" cy="2011680"/>
          </a:xfrm>
          <a:prstGeom prst="roundRect">
            <a:avLst>
              <a:gd name="adj" fmla="val 5455"/>
            </a:avLst>
          </a:prstGeom>
          <a:solidFill>
            <a:schemeClr val="bg2"/>
          </a:solidFill>
          <a:ln w="12700">
            <a:solidFill>
              <a:schemeClr val="bg2"/>
            </a:solidFill>
            <a:prstDash val="solid"/>
          </a:ln>
        </p:spPr>
      </p:sp>
      <p:sp>
        <p:nvSpPr>
          <p:cNvPr id="5" name="Text 2">
            <a:extLst>
              <a:ext uri="{FF2B5EF4-FFF2-40B4-BE49-F238E27FC236}">
                <a16:creationId xmlns:a16="http://schemas.microsoft.com/office/drawing/2014/main" id="{E8B7F572-D96B-9C8B-6E1D-03553F5281BE}"/>
              </a:ext>
            </a:extLst>
          </p:cNvPr>
          <p:cNvSpPr txBox="1"/>
          <p:nvPr/>
        </p:nvSpPr>
        <p:spPr>
          <a:xfrm>
            <a:off x="822960" y="1783080"/>
            <a:ext cx="3657600" cy="1737360"/>
          </a:xfrm>
          <a:prstGeom prst="rect">
            <a:avLst/>
          </a:prstGeom>
          <a:noFill/>
          <a:ln/>
        </p:spPr>
        <p:txBody>
          <a:bodyPr wrap="square" lIns="0" tIns="0" rIns="0" bIns="0" rtlCol="0" anchor="t"/>
          <a:lstStyle/>
          <a:p>
            <a:pPr marL="0" indent="0">
              <a:buNone/>
            </a:pPr>
            <a:r>
              <a:rPr lang="en-US" sz="1800" b="1" dirty="0">
                <a:solidFill>
                  <a:schemeClr val="tx2"/>
                </a:solidFill>
              </a:rPr>
              <a:t>Acteurs</a:t>
            </a:r>
            <a:endParaRPr lang="en-US" sz="1800" dirty="0"/>
          </a:p>
          <a:p>
            <a:pPr marL="285750" indent="-285750">
              <a:buFont typeface="Arial" panose="020B0604020202020204" pitchFamily="34" charset="0"/>
              <a:buChar char="•"/>
            </a:pPr>
            <a:r>
              <a:rPr lang="en-US" sz="1400" dirty="0" err="1">
                <a:solidFill>
                  <a:schemeClr val="tx1"/>
                </a:solidFill>
              </a:rPr>
              <a:t>Visiteur</a:t>
            </a:r>
            <a:endParaRPr lang="en-US" sz="1400" dirty="0">
              <a:solidFill>
                <a:schemeClr val="tx1"/>
              </a:solidFill>
            </a:endParaRPr>
          </a:p>
          <a:p>
            <a:pPr marL="285750" indent="-285750">
              <a:buFont typeface="Arial" panose="020B0604020202020204" pitchFamily="34" charset="0"/>
              <a:buChar char="•"/>
            </a:pPr>
            <a:r>
              <a:rPr lang="en-US" sz="1400" dirty="0"/>
              <a:t>Compte Client (</a:t>
            </a:r>
            <a:r>
              <a:rPr lang="en-US" sz="1400" dirty="0" err="1"/>
              <a:t>Assuré</a:t>
            </a:r>
            <a:r>
              <a:rPr lang="en-US" sz="1400" dirty="0"/>
              <a:t>)</a:t>
            </a:r>
          </a:p>
          <a:p>
            <a:pPr marL="285750" indent="-285750">
              <a:buFont typeface="Arial" panose="020B0604020202020204" pitchFamily="34" charset="0"/>
              <a:buChar char="•"/>
            </a:pPr>
            <a:r>
              <a:rPr lang="en-US" sz="1400" dirty="0" err="1"/>
              <a:t>Utilisateur</a:t>
            </a:r>
            <a:r>
              <a:rPr lang="en-US" sz="1400" dirty="0"/>
              <a:t> (Agent </a:t>
            </a:r>
            <a:r>
              <a:rPr lang="en-US" sz="1400" dirty="0" err="1"/>
              <a:t>ou</a:t>
            </a:r>
            <a:r>
              <a:rPr lang="en-US" sz="1400" dirty="0"/>
              <a:t> </a:t>
            </a:r>
            <a:r>
              <a:rPr lang="en-US" sz="1400" dirty="0" err="1"/>
              <a:t>Administrateur</a:t>
            </a:r>
            <a:r>
              <a:rPr lang="en-US" sz="1400" dirty="0"/>
              <a:t>)</a:t>
            </a:r>
            <a:endParaRPr lang="en-US" sz="1800" dirty="0"/>
          </a:p>
        </p:txBody>
      </p:sp>
      <p:sp>
        <p:nvSpPr>
          <p:cNvPr id="6" name="Card Modules">
            <a:extLst>
              <a:ext uri="{FF2B5EF4-FFF2-40B4-BE49-F238E27FC236}">
                <a16:creationId xmlns:a16="http://schemas.microsoft.com/office/drawing/2014/main" id="{364CE1A9-D68C-60A8-3576-D09A21A08C29}"/>
              </a:ext>
            </a:extLst>
          </p:cNvPr>
          <p:cNvSpPr/>
          <p:nvPr/>
        </p:nvSpPr>
        <p:spPr>
          <a:xfrm>
            <a:off x="548640" y="3840480"/>
            <a:ext cx="4206240" cy="2011680"/>
          </a:xfrm>
          <a:prstGeom prst="roundRect">
            <a:avLst>
              <a:gd name="adj" fmla="val 5455"/>
            </a:avLst>
          </a:prstGeom>
          <a:solidFill>
            <a:schemeClr val="tx2"/>
          </a:solidFill>
          <a:ln w="12700">
            <a:solidFill>
              <a:schemeClr val="tx2"/>
            </a:solidFill>
            <a:prstDash val="solid"/>
          </a:ln>
        </p:spPr>
      </p:sp>
      <p:sp>
        <p:nvSpPr>
          <p:cNvPr id="7" name="Text 4">
            <a:extLst>
              <a:ext uri="{FF2B5EF4-FFF2-40B4-BE49-F238E27FC236}">
                <a16:creationId xmlns:a16="http://schemas.microsoft.com/office/drawing/2014/main" id="{44830EF8-7CA4-09BB-9252-D5B70FD0DEF8}"/>
              </a:ext>
            </a:extLst>
          </p:cNvPr>
          <p:cNvSpPr txBox="1"/>
          <p:nvPr/>
        </p:nvSpPr>
        <p:spPr>
          <a:xfrm>
            <a:off x="822960" y="3977640"/>
            <a:ext cx="3657600" cy="1737360"/>
          </a:xfrm>
          <a:prstGeom prst="rect">
            <a:avLst/>
          </a:prstGeom>
          <a:noFill/>
          <a:ln/>
        </p:spPr>
        <p:txBody>
          <a:bodyPr wrap="square" lIns="0" tIns="0" rIns="0" bIns="0" rtlCol="0" anchor="t"/>
          <a:lstStyle/>
          <a:p>
            <a:pPr marL="0" indent="0">
              <a:buNone/>
            </a:pPr>
            <a:r>
              <a:rPr lang="en-US" sz="1800" b="1" dirty="0">
                <a:solidFill>
                  <a:schemeClr val="bg1"/>
                </a:solidFill>
              </a:rPr>
              <a:t>Cinq modules</a:t>
            </a:r>
            <a:endParaRPr lang="en-US" sz="1800" dirty="0"/>
          </a:p>
          <a:p>
            <a:pPr marL="285750" indent="-285750">
              <a:buFont typeface="Arial" panose="020B0604020202020204" pitchFamily="34" charset="0"/>
              <a:buChar char="•"/>
            </a:pPr>
            <a:r>
              <a:rPr lang="en-US" sz="1400" dirty="0">
                <a:solidFill>
                  <a:schemeClr val="bg1"/>
                </a:solidFill>
              </a:rPr>
              <a:t>Comptes et </a:t>
            </a:r>
            <a:r>
              <a:rPr lang="en-US" sz="1400" dirty="0" err="1">
                <a:solidFill>
                  <a:schemeClr val="bg1"/>
                </a:solidFill>
              </a:rPr>
              <a:t>authentification</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Contrats</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Facturation</a:t>
            </a:r>
            <a:r>
              <a:rPr lang="en-US" sz="1400" dirty="0">
                <a:solidFill>
                  <a:schemeClr val="bg1"/>
                </a:solidFill>
              </a:rPr>
              <a:t>, </a:t>
            </a:r>
          </a:p>
          <a:p>
            <a:pPr marL="285750" indent="-285750">
              <a:buFont typeface="Arial" panose="020B0604020202020204" pitchFamily="34" charset="0"/>
              <a:buChar char="•"/>
            </a:pPr>
            <a:r>
              <a:rPr lang="en-US" sz="1400" dirty="0" err="1">
                <a:solidFill>
                  <a:schemeClr val="bg1"/>
                </a:solidFill>
              </a:rPr>
              <a:t>Sinistres</a:t>
            </a:r>
            <a:r>
              <a:rPr lang="en-US" sz="1400" dirty="0">
                <a:solidFill>
                  <a:schemeClr val="bg1"/>
                </a:solidFill>
              </a:rPr>
              <a:t>,</a:t>
            </a:r>
          </a:p>
          <a:p>
            <a:pPr marL="285750" indent="-285750">
              <a:buFont typeface="Arial" panose="020B0604020202020204" pitchFamily="34" charset="0"/>
              <a:buChar char="•"/>
            </a:pPr>
            <a:r>
              <a:rPr lang="en-US" sz="1400" dirty="0">
                <a:solidFill>
                  <a:schemeClr val="bg1"/>
                </a:solidFill>
              </a:rPr>
              <a:t>Backoffice</a:t>
            </a:r>
            <a:endParaRPr lang="en-US" sz="1800" dirty="0"/>
          </a:p>
        </p:txBody>
      </p:sp>
      <p:sp>
        <p:nvSpPr>
          <p:cNvPr id="25" name="Slide Number Placeholder 0">
            <a:extLst>
              <a:ext uri="{FF2B5EF4-FFF2-40B4-BE49-F238E27FC236}">
                <a16:creationId xmlns:a16="http://schemas.microsoft.com/office/drawing/2014/main" id="{E40C5B03-B34D-74E5-5800-2DFB85317E97}"/>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dirty="0"/>
              <a:t>14</a:t>
            </a:r>
          </a:p>
        </p:txBody>
      </p:sp>
      <p:pic>
        <p:nvPicPr>
          <p:cNvPr id="10" name="Image 9">
            <a:extLst>
              <a:ext uri="{FF2B5EF4-FFF2-40B4-BE49-F238E27FC236}">
                <a16:creationId xmlns:a16="http://schemas.microsoft.com/office/drawing/2014/main" id="{2AF8C041-9D47-856E-2331-1AA6D3151AA1}"/>
              </a:ext>
            </a:extLst>
          </p:cNvPr>
          <p:cNvPicPr>
            <a:picLocks noChangeAspect="1"/>
          </p:cNvPicPr>
          <p:nvPr/>
        </p:nvPicPr>
        <p:blipFill>
          <a:blip r:embed="rId3"/>
          <a:stretch>
            <a:fillRect/>
          </a:stretch>
        </p:blipFill>
        <p:spPr>
          <a:xfrm>
            <a:off x="5029200" y="1133374"/>
            <a:ext cx="6817016" cy="5358866"/>
          </a:xfrm>
          <a:prstGeom prst="rect">
            <a:avLst/>
          </a:prstGeom>
        </p:spPr>
      </p:pic>
    </p:spTree>
    <p:extLst>
      <p:ext uri="{BB962C8B-B14F-4D97-AF65-F5344CB8AC3E}">
        <p14:creationId xmlns:p14="http://schemas.microsoft.com/office/powerpoint/2010/main" val="14220051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de sequence – </a:t>
            </a:r>
            <a:r>
              <a:rPr lang="en-US" sz="3400" b="1" dirty="0" err="1">
                <a:solidFill>
                  <a:schemeClr val="tx2"/>
                </a:solidFill>
              </a:rPr>
              <a:t>Sinistre</a:t>
            </a:r>
            <a:r>
              <a:rPr lang="en-US" sz="3400" b="1" dirty="0">
                <a:solidFill>
                  <a:schemeClr val="tx2"/>
                </a:solidFill>
              </a:rPr>
              <a:t> Phase 1</a:t>
            </a:r>
            <a:endParaRPr lang="en-US" sz="3400" dirty="0"/>
          </a:p>
        </p:txBody>
      </p:sp>
      <p:sp>
        <p:nvSpPr>
          <p:cNvPr id="6" name="Text 3"/>
          <p:cNvSpPr txBox="1"/>
          <p:nvPr/>
        </p:nvSpPr>
        <p:spPr>
          <a:xfrm>
            <a:off x="9124748" y="1645920"/>
            <a:ext cx="2488132" cy="731520"/>
          </a:xfrm>
          <a:prstGeom prst="rect">
            <a:avLst/>
          </a:prstGeom>
          <a:noFill/>
          <a:ln/>
        </p:spPr>
        <p:txBody>
          <a:bodyPr wrap="square" lIns="0" tIns="0" rIns="0" bIns="0" rtlCol="0" anchor="t"/>
          <a:lstStyle/>
          <a:p>
            <a:pPr marL="0" indent="0">
              <a:buNone/>
            </a:pPr>
            <a:r>
              <a:rPr lang="en-US" sz="2000" b="1" dirty="0">
                <a:solidFill>
                  <a:schemeClr val="tx2"/>
                </a:solidFill>
              </a:rPr>
              <a:t>Trois processus, chacun en deux phases</a:t>
            </a:r>
            <a:endParaRPr lang="en-US" sz="2000" dirty="0"/>
          </a:p>
        </p:txBody>
      </p:sp>
      <p:sp>
        <p:nvSpPr>
          <p:cNvPr id="7" name="Card Inscription"/>
          <p:cNvSpPr/>
          <p:nvPr/>
        </p:nvSpPr>
        <p:spPr>
          <a:xfrm>
            <a:off x="9124748" y="2468880"/>
            <a:ext cx="2515563" cy="914400"/>
          </a:xfrm>
          <a:prstGeom prst="roundRect">
            <a:avLst>
              <a:gd name="adj" fmla="val 12000"/>
            </a:avLst>
          </a:prstGeom>
          <a:solidFill>
            <a:schemeClr val="bg2"/>
          </a:solidFill>
          <a:ln w="12700">
            <a:solidFill>
              <a:schemeClr val="bg2"/>
            </a:solidFill>
            <a:prstDash val="solid"/>
          </a:ln>
        </p:spPr>
      </p:sp>
      <p:sp>
        <p:nvSpPr>
          <p:cNvPr id="8" name="Pastille FaPen"/>
          <p:cNvSpPr/>
          <p:nvPr/>
        </p:nvSpPr>
        <p:spPr>
          <a:xfrm>
            <a:off x="9365383" y="2628900"/>
            <a:ext cx="594360" cy="594360"/>
          </a:xfrm>
          <a:prstGeom prst="ellipse">
            <a:avLst/>
          </a:prstGeom>
          <a:solidFill>
            <a:schemeClr val="accent2"/>
          </a:solidFill>
          <a:ln w="12700">
            <a:solidFill>
              <a:schemeClr val="accent2"/>
            </a:solidFill>
            <a:prstDash val="solid"/>
          </a:ln>
        </p:spPr>
      </p:sp>
      <p:pic>
        <p:nvPicPr>
          <p:cNvPr id="9" name="Image 0" descr="FaPen"/>
          <p:cNvPicPr>
            <a:picLocks noChangeAspect="1"/>
          </p:cNvPicPr>
          <p:nvPr/>
        </p:nvPicPr>
        <p:blipFill>
          <a:blip r:embed="rId3"/>
          <a:stretch>
            <a:fillRect/>
          </a:stretch>
        </p:blipFill>
        <p:spPr>
          <a:xfrm>
            <a:off x="9531801" y="2795321"/>
            <a:ext cx="261518" cy="261518"/>
          </a:xfrm>
          <a:prstGeom prst="rect">
            <a:avLst/>
          </a:prstGeom>
        </p:spPr>
      </p:pic>
      <p:sp>
        <p:nvSpPr>
          <p:cNvPr id="10" name="Text 6"/>
          <p:cNvSpPr txBox="1"/>
          <p:nvPr/>
        </p:nvSpPr>
        <p:spPr>
          <a:xfrm>
            <a:off x="10188343" y="256032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Inscription</a:t>
            </a:r>
            <a:endParaRPr lang="en-US" sz="1800" dirty="0"/>
          </a:p>
          <a:p>
            <a:pPr marL="0" indent="0">
              <a:buNone/>
            </a:pPr>
            <a:endParaRPr lang="en-US" sz="1800" dirty="0"/>
          </a:p>
        </p:txBody>
      </p:sp>
      <p:sp>
        <p:nvSpPr>
          <p:cNvPr id="11" name="Card Souscription"/>
          <p:cNvSpPr/>
          <p:nvPr/>
        </p:nvSpPr>
        <p:spPr>
          <a:xfrm>
            <a:off x="9124748" y="3520440"/>
            <a:ext cx="2515563" cy="914400"/>
          </a:xfrm>
          <a:prstGeom prst="roundRect">
            <a:avLst>
              <a:gd name="adj" fmla="val 12000"/>
            </a:avLst>
          </a:prstGeom>
          <a:solidFill>
            <a:schemeClr val="bg2"/>
          </a:solidFill>
          <a:ln w="12700">
            <a:solidFill>
              <a:schemeClr val="bg2"/>
            </a:solidFill>
            <a:prstDash val="solid"/>
          </a:ln>
        </p:spPr>
      </p:sp>
      <p:sp>
        <p:nvSpPr>
          <p:cNvPr id="12" name="Pastille FaFileSignature"/>
          <p:cNvSpPr/>
          <p:nvPr/>
        </p:nvSpPr>
        <p:spPr>
          <a:xfrm>
            <a:off x="9365383" y="3680460"/>
            <a:ext cx="594360" cy="594360"/>
          </a:xfrm>
          <a:prstGeom prst="ellipse">
            <a:avLst/>
          </a:prstGeom>
          <a:solidFill>
            <a:schemeClr val="accent2"/>
          </a:solidFill>
          <a:ln w="12700">
            <a:solidFill>
              <a:schemeClr val="accent2"/>
            </a:solidFill>
            <a:prstDash val="solid"/>
          </a:ln>
        </p:spPr>
      </p:sp>
      <p:pic>
        <p:nvPicPr>
          <p:cNvPr id="13" name="Image 1" descr="FaFileSignature"/>
          <p:cNvPicPr>
            <a:picLocks noChangeAspect="1"/>
          </p:cNvPicPr>
          <p:nvPr/>
        </p:nvPicPr>
        <p:blipFill>
          <a:blip r:embed="rId4"/>
          <a:stretch>
            <a:fillRect/>
          </a:stretch>
        </p:blipFill>
        <p:spPr>
          <a:xfrm>
            <a:off x="9531801" y="3846881"/>
            <a:ext cx="261518" cy="261518"/>
          </a:xfrm>
          <a:prstGeom prst="rect">
            <a:avLst/>
          </a:prstGeom>
        </p:spPr>
      </p:pic>
      <p:sp>
        <p:nvSpPr>
          <p:cNvPr id="14" name="Text 9"/>
          <p:cNvSpPr txBox="1"/>
          <p:nvPr/>
        </p:nvSpPr>
        <p:spPr>
          <a:xfrm>
            <a:off x="10188343" y="361188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Souscription</a:t>
            </a:r>
            <a:endParaRPr lang="en-US" sz="1800" dirty="0"/>
          </a:p>
          <a:p>
            <a:pPr marL="0" indent="0">
              <a:buNone/>
            </a:pPr>
            <a:endParaRPr lang="en-US" sz="1800" dirty="0"/>
          </a:p>
        </p:txBody>
      </p:sp>
      <p:sp>
        <p:nvSpPr>
          <p:cNvPr id="15" name="Card Sinistre"/>
          <p:cNvSpPr/>
          <p:nvPr/>
        </p:nvSpPr>
        <p:spPr>
          <a:xfrm>
            <a:off x="9124748" y="4572000"/>
            <a:ext cx="2515563" cy="914400"/>
          </a:xfrm>
          <a:prstGeom prst="roundRect">
            <a:avLst>
              <a:gd name="adj" fmla="val 12000"/>
            </a:avLst>
          </a:prstGeom>
          <a:solidFill>
            <a:schemeClr val="bg2"/>
          </a:solidFill>
          <a:ln w="12700">
            <a:solidFill>
              <a:schemeClr val="bg2"/>
            </a:solidFill>
            <a:prstDash val="solid"/>
          </a:ln>
        </p:spPr>
      </p:sp>
      <p:sp>
        <p:nvSpPr>
          <p:cNvPr id="16" name="Pastille FaExclamationTriangle"/>
          <p:cNvSpPr/>
          <p:nvPr/>
        </p:nvSpPr>
        <p:spPr>
          <a:xfrm>
            <a:off x="9346130" y="4732020"/>
            <a:ext cx="594360" cy="594360"/>
          </a:xfrm>
          <a:prstGeom prst="ellipse">
            <a:avLst/>
          </a:prstGeom>
          <a:solidFill>
            <a:schemeClr val="accent2"/>
          </a:solidFill>
          <a:ln w="12700">
            <a:solidFill>
              <a:schemeClr val="accent2"/>
            </a:solidFill>
            <a:prstDash val="solid"/>
          </a:ln>
        </p:spPr>
      </p:sp>
      <p:pic>
        <p:nvPicPr>
          <p:cNvPr id="17" name="Image 2" descr="FaExclamationTriangle"/>
          <p:cNvPicPr>
            <a:picLocks noChangeAspect="1"/>
          </p:cNvPicPr>
          <p:nvPr/>
        </p:nvPicPr>
        <p:blipFill>
          <a:blip r:embed="rId5"/>
          <a:stretch>
            <a:fillRect/>
          </a:stretch>
        </p:blipFill>
        <p:spPr>
          <a:xfrm>
            <a:off x="9531804" y="4898441"/>
            <a:ext cx="261518" cy="261518"/>
          </a:xfrm>
          <a:prstGeom prst="rect">
            <a:avLst/>
          </a:prstGeom>
        </p:spPr>
      </p:pic>
      <p:sp>
        <p:nvSpPr>
          <p:cNvPr id="18" name="Text 12"/>
          <p:cNvSpPr txBox="1"/>
          <p:nvPr/>
        </p:nvSpPr>
        <p:spPr>
          <a:xfrm>
            <a:off x="10188343" y="466344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Sinistre</a:t>
            </a:r>
            <a:endParaRPr lang="en-US" sz="1800" dirty="0"/>
          </a:p>
          <a:p>
            <a:pPr marL="0" indent="0">
              <a:buNone/>
            </a:pPr>
            <a:endParaRPr lang="en-US" sz="1800" dirty="0"/>
          </a:p>
        </p:txBody>
      </p:sp>
      <p:sp>
        <p:nvSpPr>
          <p:cNvPr id="19" name="Text 13"/>
          <p:cNvSpPr txBox="1"/>
          <p:nvPr/>
        </p:nvSpPr>
        <p:spPr>
          <a:xfrm>
            <a:off x="8992209" y="5829300"/>
            <a:ext cx="2753209" cy="411480"/>
          </a:xfrm>
          <a:prstGeom prst="rect">
            <a:avLst/>
          </a:prstGeom>
          <a:noFill/>
          <a:ln/>
        </p:spPr>
        <p:txBody>
          <a:bodyPr wrap="square" lIns="0" tIns="0" rIns="0" bIns="0" rtlCol="0" anchor="ctr"/>
          <a:lstStyle/>
          <a:p>
            <a:pPr marL="0" indent="0">
              <a:buNone/>
            </a:pPr>
            <a:r>
              <a:rPr lang="en-US" sz="1400" i="1" dirty="0">
                <a:solidFill>
                  <a:schemeClr val="tx1"/>
                </a:solidFill>
              </a:rPr>
              <a:t>Le client initie, l'agent valide ou traite.</a:t>
            </a:r>
            <a:endParaRPr lang="en-US" sz="1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15</a:t>
            </a:r>
            <a:endParaRPr lang="en-US" dirty="0"/>
          </a:p>
        </p:txBody>
      </p:sp>
      <p:pic>
        <p:nvPicPr>
          <p:cNvPr id="22" name="Image 21">
            <a:extLst>
              <a:ext uri="{FF2B5EF4-FFF2-40B4-BE49-F238E27FC236}">
                <a16:creationId xmlns:a16="http://schemas.microsoft.com/office/drawing/2014/main" id="{78BCA699-9638-C2A9-7708-3203C7AB3602}"/>
              </a:ext>
            </a:extLst>
          </p:cNvPr>
          <p:cNvPicPr>
            <a:picLocks noChangeAspect="1"/>
          </p:cNvPicPr>
          <p:nvPr/>
        </p:nvPicPr>
        <p:blipFill>
          <a:blip r:embed="rId6"/>
          <a:stretch>
            <a:fillRect/>
          </a:stretch>
        </p:blipFill>
        <p:spPr>
          <a:xfrm>
            <a:off x="0" y="1280160"/>
            <a:ext cx="8958324" cy="496062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0F4DD-7E23-38B8-3466-BF1DBBEC41C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7E927E9-5A82-C90D-8DBD-86753B0062C7}"/>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de sequence – </a:t>
            </a:r>
            <a:r>
              <a:rPr lang="en-US" sz="3400" b="1" dirty="0" err="1">
                <a:solidFill>
                  <a:schemeClr val="tx2"/>
                </a:solidFill>
              </a:rPr>
              <a:t>Sinistre</a:t>
            </a:r>
            <a:r>
              <a:rPr lang="en-US" sz="3400" b="1" dirty="0">
                <a:solidFill>
                  <a:schemeClr val="tx2"/>
                </a:solidFill>
              </a:rPr>
              <a:t> Phase 2</a:t>
            </a:r>
            <a:endParaRPr lang="en-US" sz="3400" dirty="0"/>
          </a:p>
        </p:txBody>
      </p:sp>
      <p:sp>
        <p:nvSpPr>
          <p:cNvPr id="6" name="Text 3">
            <a:extLst>
              <a:ext uri="{FF2B5EF4-FFF2-40B4-BE49-F238E27FC236}">
                <a16:creationId xmlns:a16="http://schemas.microsoft.com/office/drawing/2014/main" id="{BE44588D-192B-5D69-CE71-8BBC60988EC0}"/>
              </a:ext>
            </a:extLst>
          </p:cNvPr>
          <p:cNvSpPr txBox="1"/>
          <p:nvPr/>
        </p:nvSpPr>
        <p:spPr>
          <a:xfrm>
            <a:off x="9124748" y="1645920"/>
            <a:ext cx="2488132" cy="731520"/>
          </a:xfrm>
          <a:prstGeom prst="rect">
            <a:avLst/>
          </a:prstGeom>
          <a:noFill/>
          <a:ln/>
        </p:spPr>
        <p:txBody>
          <a:bodyPr wrap="square" lIns="0" tIns="0" rIns="0" bIns="0" rtlCol="0" anchor="t"/>
          <a:lstStyle/>
          <a:p>
            <a:pPr marL="0" indent="0">
              <a:buNone/>
            </a:pPr>
            <a:r>
              <a:rPr lang="en-US" sz="2000" b="1" dirty="0">
                <a:solidFill>
                  <a:schemeClr val="tx2"/>
                </a:solidFill>
              </a:rPr>
              <a:t>Trois processus, chacun en deux phases</a:t>
            </a:r>
            <a:endParaRPr lang="en-US" sz="2000" dirty="0"/>
          </a:p>
        </p:txBody>
      </p:sp>
      <p:sp>
        <p:nvSpPr>
          <p:cNvPr id="7" name="Card Inscription">
            <a:extLst>
              <a:ext uri="{FF2B5EF4-FFF2-40B4-BE49-F238E27FC236}">
                <a16:creationId xmlns:a16="http://schemas.microsoft.com/office/drawing/2014/main" id="{A3622F8D-D002-F455-11F2-52ED4D78B6D1}"/>
              </a:ext>
            </a:extLst>
          </p:cNvPr>
          <p:cNvSpPr/>
          <p:nvPr/>
        </p:nvSpPr>
        <p:spPr>
          <a:xfrm>
            <a:off x="9124748" y="2468880"/>
            <a:ext cx="2515563" cy="914400"/>
          </a:xfrm>
          <a:prstGeom prst="roundRect">
            <a:avLst>
              <a:gd name="adj" fmla="val 12000"/>
            </a:avLst>
          </a:prstGeom>
          <a:solidFill>
            <a:schemeClr val="bg2"/>
          </a:solidFill>
          <a:ln w="12700">
            <a:solidFill>
              <a:schemeClr val="bg2"/>
            </a:solidFill>
            <a:prstDash val="solid"/>
          </a:ln>
        </p:spPr>
      </p:sp>
      <p:sp>
        <p:nvSpPr>
          <p:cNvPr id="8" name="Pastille FaPen">
            <a:extLst>
              <a:ext uri="{FF2B5EF4-FFF2-40B4-BE49-F238E27FC236}">
                <a16:creationId xmlns:a16="http://schemas.microsoft.com/office/drawing/2014/main" id="{166DDA14-5381-DBD7-C0F9-C74EAD7992D0}"/>
              </a:ext>
            </a:extLst>
          </p:cNvPr>
          <p:cNvSpPr/>
          <p:nvPr/>
        </p:nvSpPr>
        <p:spPr>
          <a:xfrm>
            <a:off x="9365383" y="2628900"/>
            <a:ext cx="594360" cy="594360"/>
          </a:xfrm>
          <a:prstGeom prst="ellipse">
            <a:avLst/>
          </a:prstGeom>
          <a:solidFill>
            <a:schemeClr val="accent2"/>
          </a:solidFill>
          <a:ln w="12700">
            <a:solidFill>
              <a:schemeClr val="accent2"/>
            </a:solidFill>
            <a:prstDash val="solid"/>
          </a:ln>
        </p:spPr>
      </p:sp>
      <p:pic>
        <p:nvPicPr>
          <p:cNvPr id="9" name="Image 0" descr="FaPen">
            <a:extLst>
              <a:ext uri="{FF2B5EF4-FFF2-40B4-BE49-F238E27FC236}">
                <a16:creationId xmlns:a16="http://schemas.microsoft.com/office/drawing/2014/main" id="{213C11AE-8012-6606-AD35-56E7AA0B7F31}"/>
              </a:ext>
            </a:extLst>
          </p:cNvPr>
          <p:cNvPicPr>
            <a:picLocks noChangeAspect="1"/>
          </p:cNvPicPr>
          <p:nvPr/>
        </p:nvPicPr>
        <p:blipFill>
          <a:blip r:embed="rId3"/>
          <a:stretch>
            <a:fillRect/>
          </a:stretch>
        </p:blipFill>
        <p:spPr>
          <a:xfrm>
            <a:off x="9531801" y="2795321"/>
            <a:ext cx="261518" cy="261518"/>
          </a:xfrm>
          <a:prstGeom prst="rect">
            <a:avLst/>
          </a:prstGeom>
        </p:spPr>
      </p:pic>
      <p:sp>
        <p:nvSpPr>
          <p:cNvPr id="10" name="Text 6">
            <a:extLst>
              <a:ext uri="{FF2B5EF4-FFF2-40B4-BE49-F238E27FC236}">
                <a16:creationId xmlns:a16="http://schemas.microsoft.com/office/drawing/2014/main" id="{BC3ACDC4-DDD6-61D4-85DC-E773406BB56B}"/>
              </a:ext>
            </a:extLst>
          </p:cNvPr>
          <p:cNvSpPr txBox="1"/>
          <p:nvPr/>
        </p:nvSpPr>
        <p:spPr>
          <a:xfrm>
            <a:off x="10188343" y="256032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Inscription</a:t>
            </a:r>
            <a:endParaRPr lang="en-US" sz="1800" dirty="0"/>
          </a:p>
          <a:p>
            <a:pPr marL="0" indent="0">
              <a:buNone/>
            </a:pPr>
            <a:endParaRPr lang="en-US" sz="1800" dirty="0"/>
          </a:p>
        </p:txBody>
      </p:sp>
      <p:sp>
        <p:nvSpPr>
          <p:cNvPr id="11" name="Card Souscription">
            <a:extLst>
              <a:ext uri="{FF2B5EF4-FFF2-40B4-BE49-F238E27FC236}">
                <a16:creationId xmlns:a16="http://schemas.microsoft.com/office/drawing/2014/main" id="{FAD28582-4FF0-F2FB-8B70-22181BD1AC60}"/>
              </a:ext>
            </a:extLst>
          </p:cNvPr>
          <p:cNvSpPr/>
          <p:nvPr/>
        </p:nvSpPr>
        <p:spPr>
          <a:xfrm>
            <a:off x="9124748" y="3520440"/>
            <a:ext cx="2515563" cy="914400"/>
          </a:xfrm>
          <a:prstGeom prst="roundRect">
            <a:avLst>
              <a:gd name="adj" fmla="val 12000"/>
            </a:avLst>
          </a:prstGeom>
          <a:solidFill>
            <a:schemeClr val="bg2"/>
          </a:solidFill>
          <a:ln w="12700">
            <a:solidFill>
              <a:schemeClr val="bg2"/>
            </a:solidFill>
            <a:prstDash val="solid"/>
          </a:ln>
        </p:spPr>
      </p:sp>
      <p:sp>
        <p:nvSpPr>
          <p:cNvPr id="12" name="Pastille FaFileSignature">
            <a:extLst>
              <a:ext uri="{FF2B5EF4-FFF2-40B4-BE49-F238E27FC236}">
                <a16:creationId xmlns:a16="http://schemas.microsoft.com/office/drawing/2014/main" id="{48227C8F-6DC6-6A63-54EE-77063B8955F4}"/>
              </a:ext>
            </a:extLst>
          </p:cNvPr>
          <p:cNvSpPr/>
          <p:nvPr/>
        </p:nvSpPr>
        <p:spPr>
          <a:xfrm>
            <a:off x="9365383" y="3680460"/>
            <a:ext cx="594360" cy="594360"/>
          </a:xfrm>
          <a:prstGeom prst="ellipse">
            <a:avLst/>
          </a:prstGeom>
          <a:solidFill>
            <a:schemeClr val="accent2"/>
          </a:solidFill>
          <a:ln w="12700">
            <a:solidFill>
              <a:schemeClr val="accent2"/>
            </a:solidFill>
            <a:prstDash val="solid"/>
          </a:ln>
        </p:spPr>
      </p:sp>
      <p:pic>
        <p:nvPicPr>
          <p:cNvPr id="13" name="Image 1" descr="FaFileSignature">
            <a:extLst>
              <a:ext uri="{FF2B5EF4-FFF2-40B4-BE49-F238E27FC236}">
                <a16:creationId xmlns:a16="http://schemas.microsoft.com/office/drawing/2014/main" id="{B865AE5D-E52B-4407-EA4D-73F3EEAD93A8}"/>
              </a:ext>
            </a:extLst>
          </p:cNvPr>
          <p:cNvPicPr>
            <a:picLocks noChangeAspect="1"/>
          </p:cNvPicPr>
          <p:nvPr/>
        </p:nvPicPr>
        <p:blipFill>
          <a:blip r:embed="rId4"/>
          <a:stretch>
            <a:fillRect/>
          </a:stretch>
        </p:blipFill>
        <p:spPr>
          <a:xfrm>
            <a:off x="9531801" y="3846881"/>
            <a:ext cx="261518" cy="261518"/>
          </a:xfrm>
          <a:prstGeom prst="rect">
            <a:avLst/>
          </a:prstGeom>
        </p:spPr>
      </p:pic>
      <p:sp>
        <p:nvSpPr>
          <p:cNvPr id="14" name="Text 9">
            <a:extLst>
              <a:ext uri="{FF2B5EF4-FFF2-40B4-BE49-F238E27FC236}">
                <a16:creationId xmlns:a16="http://schemas.microsoft.com/office/drawing/2014/main" id="{05D06A81-67E9-13A9-38E9-35C868BFB948}"/>
              </a:ext>
            </a:extLst>
          </p:cNvPr>
          <p:cNvSpPr txBox="1"/>
          <p:nvPr/>
        </p:nvSpPr>
        <p:spPr>
          <a:xfrm>
            <a:off x="10188343" y="361188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Souscription</a:t>
            </a:r>
            <a:endParaRPr lang="en-US" sz="1800" dirty="0"/>
          </a:p>
          <a:p>
            <a:pPr marL="0" indent="0">
              <a:buNone/>
            </a:pPr>
            <a:endParaRPr lang="en-US" sz="1800" dirty="0"/>
          </a:p>
        </p:txBody>
      </p:sp>
      <p:sp>
        <p:nvSpPr>
          <p:cNvPr id="15" name="Card Sinistre">
            <a:extLst>
              <a:ext uri="{FF2B5EF4-FFF2-40B4-BE49-F238E27FC236}">
                <a16:creationId xmlns:a16="http://schemas.microsoft.com/office/drawing/2014/main" id="{F18F6D8C-7887-87A0-3E9D-D9843373D8FB}"/>
              </a:ext>
            </a:extLst>
          </p:cNvPr>
          <p:cNvSpPr/>
          <p:nvPr/>
        </p:nvSpPr>
        <p:spPr>
          <a:xfrm>
            <a:off x="9124748" y="4572000"/>
            <a:ext cx="2515563" cy="914400"/>
          </a:xfrm>
          <a:prstGeom prst="roundRect">
            <a:avLst>
              <a:gd name="adj" fmla="val 12000"/>
            </a:avLst>
          </a:prstGeom>
          <a:solidFill>
            <a:schemeClr val="bg2"/>
          </a:solidFill>
          <a:ln w="12700">
            <a:solidFill>
              <a:schemeClr val="bg2"/>
            </a:solidFill>
            <a:prstDash val="solid"/>
          </a:ln>
        </p:spPr>
      </p:sp>
      <p:sp>
        <p:nvSpPr>
          <p:cNvPr id="16" name="Pastille FaExclamationTriangle">
            <a:extLst>
              <a:ext uri="{FF2B5EF4-FFF2-40B4-BE49-F238E27FC236}">
                <a16:creationId xmlns:a16="http://schemas.microsoft.com/office/drawing/2014/main" id="{C2FDC74A-A859-AA02-FD1E-4680F2190C00}"/>
              </a:ext>
            </a:extLst>
          </p:cNvPr>
          <p:cNvSpPr/>
          <p:nvPr/>
        </p:nvSpPr>
        <p:spPr>
          <a:xfrm>
            <a:off x="9346130" y="4732020"/>
            <a:ext cx="594360" cy="594360"/>
          </a:xfrm>
          <a:prstGeom prst="ellipse">
            <a:avLst/>
          </a:prstGeom>
          <a:solidFill>
            <a:schemeClr val="accent2"/>
          </a:solidFill>
          <a:ln w="12700">
            <a:solidFill>
              <a:schemeClr val="accent2"/>
            </a:solidFill>
            <a:prstDash val="solid"/>
          </a:ln>
        </p:spPr>
      </p:sp>
      <p:pic>
        <p:nvPicPr>
          <p:cNvPr id="17" name="Image 2" descr="FaExclamationTriangle">
            <a:extLst>
              <a:ext uri="{FF2B5EF4-FFF2-40B4-BE49-F238E27FC236}">
                <a16:creationId xmlns:a16="http://schemas.microsoft.com/office/drawing/2014/main" id="{2E1F0921-AB49-83DD-5176-0086F820C9FA}"/>
              </a:ext>
            </a:extLst>
          </p:cNvPr>
          <p:cNvPicPr>
            <a:picLocks noChangeAspect="1"/>
          </p:cNvPicPr>
          <p:nvPr/>
        </p:nvPicPr>
        <p:blipFill>
          <a:blip r:embed="rId5"/>
          <a:stretch>
            <a:fillRect/>
          </a:stretch>
        </p:blipFill>
        <p:spPr>
          <a:xfrm>
            <a:off x="9531804" y="4898441"/>
            <a:ext cx="261518" cy="261518"/>
          </a:xfrm>
          <a:prstGeom prst="rect">
            <a:avLst/>
          </a:prstGeom>
        </p:spPr>
      </p:pic>
      <p:sp>
        <p:nvSpPr>
          <p:cNvPr id="18" name="Text 12">
            <a:extLst>
              <a:ext uri="{FF2B5EF4-FFF2-40B4-BE49-F238E27FC236}">
                <a16:creationId xmlns:a16="http://schemas.microsoft.com/office/drawing/2014/main" id="{B3356A0D-799F-412D-929E-3364DF78E02B}"/>
              </a:ext>
            </a:extLst>
          </p:cNvPr>
          <p:cNvSpPr txBox="1"/>
          <p:nvPr/>
        </p:nvSpPr>
        <p:spPr>
          <a:xfrm>
            <a:off x="10188343" y="466344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Sinistre</a:t>
            </a:r>
            <a:endParaRPr lang="en-US" sz="1800" dirty="0"/>
          </a:p>
          <a:p>
            <a:pPr marL="0" indent="0">
              <a:buNone/>
            </a:pPr>
            <a:endParaRPr lang="en-US" sz="1800" dirty="0"/>
          </a:p>
        </p:txBody>
      </p:sp>
      <p:sp>
        <p:nvSpPr>
          <p:cNvPr id="19" name="Text 13">
            <a:extLst>
              <a:ext uri="{FF2B5EF4-FFF2-40B4-BE49-F238E27FC236}">
                <a16:creationId xmlns:a16="http://schemas.microsoft.com/office/drawing/2014/main" id="{60BFDBD6-8ED7-D457-7150-C9873E8E4B4A}"/>
              </a:ext>
            </a:extLst>
          </p:cNvPr>
          <p:cNvSpPr txBox="1"/>
          <p:nvPr/>
        </p:nvSpPr>
        <p:spPr>
          <a:xfrm>
            <a:off x="8992209" y="5829300"/>
            <a:ext cx="2753209" cy="411480"/>
          </a:xfrm>
          <a:prstGeom prst="rect">
            <a:avLst/>
          </a:prstGeom>
          <a:noFill/>
          <a:ln/>
        </p:spPr>
        <p:txBody>
          <a:bodyPr wrap="square" lIns="0" tIns="0" rIns="0" bIns="0" rtlCol="0" anchor="ctr"/>
          <a:lstStyle/>
          <a:p>
            <a:pPr marL="0" indent="0">
              <a:buNone/>
            </a:pPr>
            <a:r>
              <a:rPr lang="en-US" sz="1400" i="1" dirty="0">
                <a:solidFill>
                  <a:schemeClr val="tx1"/>
                </a:solidFill>
              </a:rPr>
              <a:t>Le client initie, l'agent valide ou traite.</a:t>
            </a:r>
            <a:endParaRPr lang="en-US" sz="1400" dirty="0"/>
          </a:p>
        </p:txBody>
      </p:sp>
      <p:sp>
        <p:nvSpPr>
          <p:cNvPr id="25" name="Slide Number Placeholder 0">
            <a:extLst>
              <a:ext uri="{FF2B5EF4-FFF2-40B4-BE49-F238E27FC236}">
                <a16:creationId xmlns:a16="http://schemas.microsoft.com/office/drawing/2014/main" id="{C8CA8795-0D30-F9D1-1E75-71A58C2B5F53}"/>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dirty="0"/>
              <a:t>16</a:t>
            </a:r>
          </a:p>
        </p:txBody>
      </p:sp>
      <p:pic>
        <p:nvPicPr>
          <p:cNvPr id="21" name="Image 20">
            <a:extLst>
              <a:ext uri="{FF2B5EF4-FFF2-40B4-BE49-F238E27FC236}">
                <a16:creationId xmlns:a16="http://schemas.microsoft.com/office/drawing/2014/main" id="{DE20F1EE-0CDB-B10B-BE1B-C8153B63DEDD}"/>
              </a:ext>
            </a:extLst>
          </p:cNvPr>
          <p:cNvPicPr>
            <a:picLocks noChangeAspect="1"/>
          </p:cNvPicPr>
          <p:nvPr/>
        </p:nvPicPr>
        <p:blipFill>
          <a:blip r:embed="rId6"/>
          <a:stretch>
            <a:fillRect/>
          </a:stretch>
        </p:blipFill>
        <p:spPr>
          <a:xfrm>
            <a:off x="290395" y="1462106"/>
            <a:ext cx="8715484" cy="4607501"/>
          </a:xfrm>
          <a:prstGeom prst="rect">
            <a:avLst/>
          </a:prstGeom>
        </p:spPr>
      </p:pic>
    </p:spTree>
    <p:extLst>
      <p:ext uri="{BB962C8B-B14F-4D97-AF65-F5344CB8AC3E}">
        <p14:creationId xmlns:p14="http://schemas.microsoft.com/office/powerpoint/2010/main" val="2758261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d'activité</a:t>
            </a:r>
            <a:endParaRPr lang="en-US" sz="3400" dirty="0"/>
          </a:p>
        </p:txBody>
      </p:sp>
      <p:sp>
        <p:nvSpPr>
          <p:cNvPr id="4" name="Card Activité"/>
          <p:cNvSpPr/>
          <p:nvPr/>
        </p:nvSpPr>
        <p:spPr>
          <a:xfrm>
            <a:off x="548640" y="1645920"/>
            <a:ext cx="4206240" cy="1511166"/>
          </a:xfrm>
          <a:prstGeom prst="roundRect">
            <a:avLst>
              <a:gd name="adj" fmla="val 2609"/>
            </a:avLst>
          </a:prstGeom>
          <a:solidFill>
            <a:schemeClr val="tx2"/>
          </a:solidFill>
          <a:ln w="12700">
            <a:solidFill>
              <a:schemeClr val="tx2"/>
            </a:solidFill>
            <a:prstDash val="solid"/>
          </a:ln>
          <a:effectLst>
            <a:outerShdw blurRad="50800" dist="38100" dir="2700000" algn="tl" rotWithShape="0">
              <a:prstClr val="black">
                <a:alpha val="40000"/>
              </a:prstClr>
            </a:outerShdw>
          </a:effectLst>
        </p:spPr>
      </p:sp>
      <p:sp>
        <p:nvSpPr>
          <p:cNvPr id="5" name="Text 2"/>
          <p:cNvSpPr txBox="1"/>
          <p:nvPr/>
        </p:nvSpPr>
        <p:spPr>
          <a:xfrm>
            <a:off x="822960" y="2071834"/>
            <a:ext cx="3657600" cy="1193533"/>
          </a:xfrm>
          <a:prstGeom prst="rect">
            <a:avLst/>
          </a:prstGeom>
          <a:noFill/>
          <a:ln/>
        </p:spPr>
        <p:txBody>
          <a:bodyPr wrap="square" lIns="0" tIns="0" rIns="0" bIns="0" rtlCol="0" anchor="t"/>
          <a:lstStyle/>
          <a:p>
            <a:pPr marL="0" indent="0" algn="ctr">
              <a:buNone/>
            </a:pPr>
            <a:r>
              <a:rPr lang="en-US" sz="2000" b="1" dirty="0" err="1">
                <a:solidFill>
                  <a:schemeClr val="bg1"/>
                </a:solidFill>
              </a:rPr>
              <a:t>Diagramme</a:t>
            </a:r>
            <a:r>
              <a:rPr lang="en-US" sz="2000" b="1" dirty="0">
                <a:solidFill>
                  <a:schemeClr val="bg1"/>
                </a:solidFill>
              </a:rPr>
              <a:t> </a:t>
            </a:r>
            <a:r>
              <a:rPr lang="en-US" sz="2000" b="1" dirty="0" err="1">
                <a:solidFill>
                  <a:schemeClr val="bg1"/>
                </a:solidFill>
              </a:rPr>
              <a:t>d’activité</a:t>
            </a:r>
            <a:r>
              <a:rPr lang="en-US" sz="2000" b="1" dirty="0">
                <a:solidFill>
                  <a:schemeClr val="bg1"/>
                </a:solidFill>
              </a:rPr>
              <a:t> – </a:t>
            </a:r>
            <a:r>
              <a:rPr lang="en-US" sz="2000" b="1" dirty="0" err="1">
                <a:solidFill>
                  <a:schemeClr val="bg1"/>
                </a:solidFill>
              </a:rPr>
              <a:t>cas</a:t>
            </a:r>
            <a:r>
              <a:rPr lang="en-US" sz="2000" b="1" dirty="0">
                <a:solidFill>
                  <a:schemeClr val="bg1"/>
                </a:solidFill>
              </a:rPr>
              <a:t> : Inscription</a:t>
            </a:r>
            <a:endParaRPr lang="en-US" sz="20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dirty="0"/>
              <a:t>17</a:t>
            </a:r>
            <a:endParaRPr lang="en-US" b="0" dirty="0"/>
          </a:p>
        </p:txBody>
      </p:sp>
      <p:pic>
        <p:nvPicPr>
          <p:cNvPr id="8" name="Image 7">
            <a:extLst>
              <a:ext uri="{FF2B5EF4-FFF2-40B4-BE49-F238E27FC236}">
                <a16:creationId xmlns:a16="http://schemas.microsoft.com/office/drawing/2014/main" id="{B1302854-C8E6-C1F9-C48F-6F697F9257D9}"/>
              </a:ext>
            </a:extLst>
          </p:cNvPr>
          <p:cNvPicPr>
            <a:picLocks noChangeAspect="1"/>
          </p:cNvPicPr>
          <p:nvPr/>
        </p:nvPicPr>
        <p:blipFill>
          <a:blip r:embed="rId3"/>
          <a:stretch>
            <a:fillRect/>
          </a:stretch>
        </p:blipFill>
        <p:spPr>
          <a:xfrm>
            <a:off x="5029200" y="250257"/>
            <a:ext cx="6992754" cy="615054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
            <a:ext cx="11064240" cy="356616"/>
          </a:xfrm>
          <a:prstGeom prst="rect">
            <a:avLst/>
          </a:prstGeom>
          <a:noFill/>
          <a:ln/>
        </p:spPr>
        <p:txBody>
          <a:bodyPr wrap="square" lIns="0" tIns="0" rIns="0" bIns="0" rtlCol="0" anchor="ctr"/>
          <a:lstStyle/>
          <a:p>
            <a:pPr marL="0" indent="0" algn="l">
              <a:buNone/>
            </a:pPr>
            <a:r>
              <a:rPr lang="en-US" sz="3400" b="1" dirty="0">
                <a:solidFill>
                  <a:schemeClr val="tx2"/>
                </a:solidFill>
              </a:rPr>
              <a:t>Diagramme de classes</a:t>
            </a:r>
            <a:endParaRPr lang="en-US" sz="3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18</a:t>
            </a:r>
            <a:endParaRPr lang="en-US" dirty="0"/>
          </a:p>
        </p:txBody>
      </p:sp>
      <p:pic>
        <p:nvPicPr>
          <p:cNvPr id="20" name="Image 19">
            <a:extLst>
              <a:ext uri="{FF2B5EF4-FFF2-40B4-BE49-F238E27FC236}">
                <a16:creationId xmlns:a16="http://schemas.microsoft.com/office/drawing/2014/main" id="{EC21E696-BE67-A604-CBB7-DBD2A7BD6E47}"/>
              </a:ext>
            </a:extLst>
          </p:cNvPr>
          <p:cNvPicPr>
            <a:picLocks noChangeAspect="1"/>
          </p:cNvPicPr>
          <p:nvPr/>
        </p:nvPicPr>
        <p:blipFill>
          <a:blip r:embed="rId3"/>
          <a:stretch>
            <a:fillRect/>
          </a:stretch>
        </p:blipFill>
        <p:spPr>
          <a:xfrm>
            <a:off x="661772" y="539496"/>
            <a:ext cx="10951108" cy="586130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l">
              <a:buNone/>
            </a:pPr>
            <a:r>
              <a:rPr lang="en-US" sz="4400" b="1" dirty="0">
                <a:solidFill>
                  <a:schemeClr val="bg1"/>
                </a:solidFill>
              </a:rPr>
              <a:t>Partie 3 : Réalisation</a:t>
            </a:r>
            <a:endParaRPr lang="en-US" sz="4400" dirty="0"/>
          </a:p>
        </p:txBody>
      </p:sp>
      <p:sp>
        <p:nvSpPr>
          <p:cNvPr id="3" name="Text 0"/>
          <p:cNvSpPr>
            <a:spLocks noGrp="1"/>
          </p:cNvSpPr>
          <p:nvPr>
            <p:ph type="body" idx="101" hasCustomPrompt="1"/>
          </p:nvPr>
        </p:nvSpPr>
        <p:spPr>
          <a:xfrm>
            <a:off x="731520" y="3657600"/>
            <a:ext cx="10515600" cy="914400"/>
          </a:xfrm>
          <a:prstGeom prst="rect">
            <a:avLst/>
          </a:prstGeom>
          <a:noFill/>
          <a:ln/>
        </p:spPr>
        <p:txBody>
          <a:bodyPr wrap="square" lIns="0" tIns="0" rIns="0" bIns="0" rtlCol="0" anchor="t"/>
          <a:lstStyle/>
          <a:p>
            <a:pPr marL="0" indent="0" algn="l">
              <a:buNone/>
            </a:pPr>
            <a:r>
              <a:rPr lang="en-US" sz="2200" dirty="0">
                <a:solidFill>
                  <a:schemeClr val="accent1"/>
                </a:solidFill>
              </a:rPr>
              <a:t>Démonstration de l'application</a:t>
            </a:r>
            <a:endParaRPr lang="en-US" sz="2200" dirty="0"/>
          </a:p>
        </p:txBody>
      </p:sp>
      <p:sp>
        <p:nvSpPr>
          <p:cNvPr id="4" name="Slide Number Placeholder 0">
            <a:extLst>
              <a:ext uri="{FF2B5EF4-FFF2-40B4-BE49-F238E27FC236}">
                <a16:creationId xmlns:a16="http://schemas.microsoft.com/office/drawing/2014/main" id="{A05F564B-B975-0070-4DB3-254EB65DE1A6}"/>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19</a:t>
            </a:r>
          </a:p>
        </p:txBody>
      </p:sp>
    </p:spTree>
  </p:cSld>
  <p:clrMapOvr>
    <a:masterClrMapping/>
  </p:clrMapOvr>
  <mc:AlternateContent xmlns:mc="http://schemas.openxmlformats.org/markup-compatibility/2006" xmlns:p14="http://schemas.microsoft.com/office/powerpoint/2010/main">
    <mc:Choice Requires="p14">
      <p:transition spd="slow" p14:dur="1600">
        <p:blinds dir="vert"/>
      </p:transition>
    </mc:Choice>
    <mc:Fallback xmlns="">
      <p:transition spd="slow">
        <p:blinds dir="vert"/>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DC58D-1B0F-2431-932F-60D06835473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D526AF0-2026-9255-6CEE-681D71ADF5F6}"/>
              </a:ext>
            </a:extLst>
          </p:cNvPr>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ctr">
              <a:buNone/>
            </a:pPr>
            <a:r>
              <a:rPr lang="en-US" sz="4400" b="1" dirty="0" err="1">
                <a:solidFill>
                  <a:schemeClr val="bg1"/>
                </a:solidFill>
              </a:rPr>
              <a:t>Démonstration</a:t>
            </a:r>
            <a:r>
              <a:rPr lang="en-US" sz="4400" b="1" dirty="0">
                <a:solidFill>
                  <a:schemeClr val="bg1"/>
                </a:solidFill>
              </a:rPr>
              <a:t>…</a:t>
            </a:r>
            <a:endParaRPr lang="en-US" sz="4400" dirty="0"/>
          </a:p>
        </p:txBody>
      </p:sp>
      <p:sp>
        <p:nvSpPr>
          <p:cNvPr id="4" name="Slide Number Placeholder 0">
            <a:extLst>
              <a:ext uri="{FF2B5EF4-FFF2-40B4-BE49-F238E27FC236}">
                <a16:creationId xmlns:a16="http://schemas.microsoft.com/office/drawing/2014/main" id="{A30F465C-E8F1-CE6A-9E38-9D2B5335AD59}"/>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20</a:t>
            </a:r>
          </a:p>
        </p:txBody>
      </p:sp>
    </p:spTree>
    <p:extLst>
      <p:ext uri="{BB962C8B-B14F-4D97-AF65-F5344CB8AC3E}">
        <p14:creationId xmlns:p14="http://schemas.microsoft.com/office/powerpoint/2010/main" val="383218245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44862" y="2692806"/>
            <a:ext cx="10515600" cy="1097280"/>
          </a:xfrm>
          <a:prstGeom prst="rect">
            <a:avLst/>
          </a:prstGeom>
          <a:noFill/>
          <a:ln/>
        </p:spPr>
        <p:txBody>
          <a:bodyPr wrap="square" lIns="0" tIns="0" rIns="0" bIns="0" rtlCol="0" anchor="ctr"/>
          <a:lstStyle/>
          <a:p>
            <a:pPr marL="0" indent="0" algn="ctr">
              <a:buNone/>
            </a:pPr>
            <a:r>
              <a:rPr lang="en-US" sz="4400" b="1" dirty="0">
                <a:solidFill>
                  <a:schemeClr val="bg1"/>
                </a:solidFill>
              </a:rPr>
              <a:t>Conclusion</a:t>
            </a:r>
            <a:endParaRPr lang="en-US" sz="4400" dirty="0"/>
          </a:p>
        </p:txBody>
      </p:sp>
      <p:sp>
        <p:nvSpPr>
          <p:cNvPr id="9" name="Card Accès immédiat">
            <a:extLst>
              <a:ext uri="{FF2B5EF4-FFF2-40B4-BE49-F238E27FC236}">
                <a16:creationId xmlns:a16="http://schemas.microsoft.com/office/drawing/2014/main" id="{EC0D67AF-0270-BCBC-7DC2-7CF9ABB62134}"/>
              </a:ext>
            </a:extLst>
          </p:cNvPr>
          <p:cNvSpPr/>
          <p:nvPr/>
        </p:nvSpPr>
        <p:spPr>
          <a:xfrm>
            <a:off x="838199" y="7328902"/>
            <a:ext cx="2905125" cy="4048927"/>
          </a:xfrm>
          <a:prstGeom prst="roundRect">
            <a:avLst>
              <a:gd name="adj" fmla="val 9231"/>
            </a:avLst>
          </a:prstGeom>
          <a:solidFill>
            <a:schemeClr val="bg2"/>
          </a:solidFill>
          <a:ln w="12700">
            <a:solidFill>
              <a:schemeClr val="bg2"/>
            </a:solidFill>
            <a:prstDash val="solid"/>
          </a:ln>
        </p:spPr>
        <p:txBody>
          <a:bodyPr/>
          <a:lstStyle/>
          <a:p>
            <a:endParaRPr lang="LID4096" dirty="0"/>
          </a:p>
        </p:txBody>
      </p:sp>
      <p:sp>
        <p:nvSpPr>
          <p:cNvPr id="11" name="Card Accès immédiat">
            <a:extLst>
              <a:ext uri="{FF2B5EF4-FFF2-40B4-BE49-F238E27FC236}">
                <a16:creationId xmlns:a16="http://schemas.microsoft.com/office/drawing/2014/main" id="{89D26A1A-4D03-9D59-4C24-660948B7C862}"/>
              </a:ext>
            </a:extLst>
          </p:cNvPr>
          <p:cNvSpPr/>
          <p:nvPr/>
        </p:nvSpPr>
        <p:spPr>
          <a:xfrm>
            <a:off x="4650101" y="9624983"/>
            <a:ext cx="2905125" cy="4048927"/>
          </a:xfrm>
          <a:prstGeom prst="roundRect">
            <a:avLst>
              <a:gd name="adj" fmla="val 9231"/>
            </a:avLst>
          </a:prstGeom>
          <a:solidFill>
            <a:schemeClr val="tx1">
              <a:lumMod val="50000"/>
              <a:lumOff val="50000"/>
            </a:schemeClr>
          </a:solidFill>
          <a:ln w="12700">
            <a:solidFill>
              <a:schemeClr val="bg2"/>
            </a:solidFill>
            <a:prstDash val="solid"/>
          </a:ln>
        </p:spPr>
      </p:sp>
      <p:sp>
        <p:nvSpPr>
          <p:cNvPr id="13" name="Card Accès immédiat">
            <a:extLst>
              <a:ext uri="{FF2B5EF4-FFF2-40B4-BE49-F238E27FC236}">
                <a16:creationId xmlns:a16="http://schemas.microsoft.com/office/drawing/2014/main" id="{DDC3A004-910D-53F7-FCEF-CDEFF8619E00}"/>
              </a:ext>
            </a:extLst>
          </p:cNvPr>
          <p:cNvSpPr/>
          <p:nvPr/>
        </p:nvSpPr>
        <p:spPr>
          <a:xfrm>
            <a:off x="8448672" y="11896548"/>
            <a:ext cx="2905125" cy="4048927"/>
          </a:xfrm>
          <a:prstGeom prst="roundRect">
            <a:avLst>
              <a:gd name="adj" fmla="val 9231"/>
            </a:avLst>
          </a:prstGeom>
          <a:solidFill>
            <a:schemeClr val="tx2">
              <a:lumMod val="75000"/>
            </a:schemeClr>
          </a:solidFill>
          <a:ln w="12700">
            <a:solidFill>
              <a:schemeClr val="bg2"/>
            </a:solidFill>
            <a:prstDash val="solid"/>
          </a:ln>
        </p:spPr>
      </p:sp>
      <p:sp>
        <p:nvSpPr>
          <p:cNvPr id="14" name="ZoneTexte 13">
            <a:extLst>
              <a:ext uri="{FF2B5EF4-FFF2-40B4-BE49-F238E27FC236}">
                <a16:creationId xmlns:a16="http://schemas.microsoft.com/office/drawing/2014/main" id="{4520EC81-02CF-4167-F42B-063C4BA33503}"/>
              </a:ext>
            </a:extLst>
          </p:cNvPr>
          <p:cNvSpPr txBox="1"/>
          <p:nvPr/>
        </p:nvSpPr>
        <p:spPr>
          <a:xfrm>
            <a:off x="1247773" y="7702665"/>
            <a:ext cx="2085975" cy="400110"/>
          </a:xfrm>
          <a:prstGeom prst="rect">
            <a:avLst/>
          </a:prstGeom>
          <a:noFill/>
        </p:spPr>
        <p:txBody>
          <a:bodyPr wrap="square" rtlCol="0">
            <a:spAutoFit/>
          </a:bodyPr>
          <a:lstStyle/>
          <a:p>
            <a:pPr algn="ctr"/>
            <a:r>
              <a:rPr lang="fr-FR" sz="2000" b="1" i="1" dirty="0">
                <a:latin typeface="Times New Roman" panose="02020603050405020304" pitchFamily="18" charset="0"/>
                <a:cs typeface="Times New Roman" panose="02020603050405020304" pitchFamily="18" charset="0"/>
              </a:rPr>
              <a:t>Bilan du projet</a:t>
            </a:r>
          </a:p>
        </p:txBody>
      </p:sp>
      <p:sp>
        <p:nvSpPr>
          <p:cNvPr id="16" name="ZoneTexte 15">
            <a:extLst>
              <a:ext uri="{FF2B5EF4-FFF2-40B4-BE49-F238E27FC236}">
                <a16:creationId xmlns:a16="http://schemas.microsoft.com/office/drawing/2014/main" id="{6D12AEAE-1138-C0EE-8F6C-741B00BD7BC7}"/>
              </a:ext>
            </a:extLst>
          </p:cNvPr>
          <p:cNvSpPr txBox="1"/>
          <p:nvPr/>
        </p:nvSpPr>
        <p:spPr>
          <a:xfrm>
            <a:off x="5053010" y="9849219"/>
            <a:ext cx="2085975" cy="707886"/>
          </a:xfrm>
          <a:prstGeom prst="rect">
            <a:avLst/>
          </a:prstGeom>
          <a:noFill/>
        </p:spPr>
        <p:txBody>
          <a:bodyPr wrap="square" rtlCol="0">
            <a:spAutoFit/>
          </a:bodyPr>
          <a:lstStyle/>
          <a:p>
            <a:pPr algn="ctr"/>
            <a:r>
              <a:rPr lang="" sz="2000" b="1" i="1" dirty="0">
                <a:latin typeface="Times New Roman" panose="02020603050405020304" pitchFamily="18" charset="0"/>
                <a:cs typeface="Times New Roman" panose="02020603050405020304" pitchFamily="18" charset="0"/>
              </a:rPr>
              <a:t>Perspectives d'Évolution</a:t>
            </a:r>
            <a:endParaRPr lang="fr-FR" sz="2000" b="1" i="1" dirty="0">
              <a:latin typeface="Times New Roman" panose="02020603050405020304" pitchFamily="18" charset="0"/>
              <a:cs typeface="Times New Roman" panose="02020603050405020304" pitchFamily="18" charset="0"/>
            </a:endParaRPr>
          </a:p>
        </p:txBody>
      </p:sp>
      <p:sp>
        <p:nvSpPr>
          <p:cNvPr id="18" name="ZoneTexte 17">
            <a:extLst>
              <a:ext uri="{FF2B5EF4-FFF2-40B4-BE49-F238E27FC236}">
                <a16:creationId xmlns:a16="http://schemas.microsoft.com/office/drawing/2014/main" id="{2EB8DA42-11FA-3EB0-615A-ED338B1A2027}"/>
              </a:ext>
            </a:extLst>
          </p:cNvPr>
          <p:cNvSpPr txBox="1"/>
          <p:nvPr/>
        </p:nvSpPr>
        <p:spPr>
          <a:xfrm>
            <a:off x="8858252" y="12274673"/>
            <a:ext cx="2085975" cy="400110"/>
          </a:xfrm>
          <a:prstGeom prst="rect">
            <a:avLst/>
          </a:prstGeom>
          <a:noFill/>
        </p:spPr>
        <p:txBody>
          <a:bodyPr wrap="square" rtlCol="0">
            <a:spAutoFit/>
          </a:bodyPr>
          <a:lstStyle/>
          <a:p>
            <a:pPr algn="ctr"/>
            <a:r>
              <a:rPr lang="" sz="2000" b="1" i="1" dirty="0">
                <a:solidFill>
                  <a:schemeClr val="bg1"/>
                </a:solidFill>
                <a:latin typeface="Times New Roman" panose="02020603050405020304" pitchFamily="18" charset="0"/>
                <a:cs typeface="Times New Roman" panose="02020603050405020304" pitchFamily="18" charset="0"/>
              </a:rPr>
              <a:t>Apports du Stage</a:t>
            </a:r>
            <a:endParaRPr lang="fr-FR" sz="2000" b="1" i="1" dirty="0">
              <a:solidFill>
                <a:schemeClr val="bg1"/>
              </a:solidFill>
              <a:latin typeface="Times New Roman" panose="02020603050405020304" pitchFamily="18" charset="0"/>
              <a:cs typeface="Times New Roman" panose="02020603050405020304" pitchFamily="18" charset="0"/>
            </a:endParaRPr>
          </a:p>
        </p:txBody>
      </p:sp>
      <p:sp>
        <p:nvSpPr>
          <p:cNvPr id="20" name="ZoneTexte 19">
            <a:extLst>
              <a:ext uri="{FF2B5EF4-FFF2-40B4-BE49-F238E27FC236}">
                <a16:creationId xmlns:a16="http://schemas.microsoft.com/office/drawing/2014/main" id="{649142CC-ACAE-8ADF-887B-22CDD83FED97}"/>
              </a:ext>
            </a:extLst>
          </p:cNvPr>
          <p:cNvSpPr txBox="1"/>
          <p:nvPr/>
        </p:nvSpPr>
        <p:spPr>
          <a:xfrm>
            <a:off x="1247773" y="8517112"/>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Objectifs atteints</a:t>
            </a:r>
          </a:p>
          <a:p>
            <a:pPr marL="342900" indent="-342900">
              <a:buFont typeface="Arial" panose="020B0604020202020204" pitchFamily="34" charset="0"/>
              <a:buChar char="•"/>
            </a:pPr>
            <a:r>
              <a:rPr lang="" sz="2000" dirty="0"/>
              <a:t>Modernisation du SI</a:t>
            </a:r>
          </a:p>
          <a:p>
            <a:pPr marL="342900" indent="-342900">
              <a:buFont typeface="Arial" panose="020B0604020202020204" pitchFamily="34" charset="0"/>
              <a:buChar char="•"/>
            </a:pPr>
            <a:r>
              <a:rPr lang="" sz="2000" dirty="0"/>
              <a:t>Fiabilité technique</a:t>
            </a:r>
            <a:endParaRPr lang="fr-FR" sz="2000" dirty="0">
              <a:latin typeface="Times New Roman" panose="02020603050405020304" pitchFamily="18" charset="0"/>
              <a:cs typeface="Times New Roman" panose="02020603050405020304" pitchFamily="18" charset="0"/>
            </a:endParaRPr>
          </a:p>
        </p:txBody>
      </p:sp>
      <p:sp>
        <p:nvSpPr>
          <p:cNvPr id="24" name="ZoneTexte 23">
            <a:extLst>
              <a:ext uri="{FF2B5EF4-FFF2-40B4-BE49-F238E27FC236}">
                <a16:creationId xmlns:a16="http://schemas.microsoft.com/office/drawing/2014/main" id="{C7C3E90A-0E0B-CEA1-42EE-B820DAA32B71}"/>
              </a:ext>
            </a:extLst>
          </p:cNvPr>
          <p:cNvSpPr txBox="1"/>
          <p:nvPr/>
        </p:nvSpPr>
        <p:spPr>
          <a:xfrm>
            <a:off x="5059675" y="10781341"/>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Mode Déconnecté</a:t>
            </a:r>
          </a:p>
          <a:p>
            <a:pPr marL="342900" indent="-342900">
              <a:buFont typeface="Arial" panose="020B0604020202020204" pitchFamily="34" charset="0"/>
              <a:buChar char="•"/>
            </a:pPr>
            <a:r>
              <a:rPr lang="" sz="2000" dirty="0"/>
              <a:t>Calcul des Taxes</a:t>
            </a:r>
          </a:p>
          <a:p>
            <a:pPr marL="342900" indent="-342900">
              <a:buFont typeface="Arial" panose="020B0604020202020204" pitchFamily="34" charset="0"/>
              <a:buChar char="•"/>
            </a:pPr>
            <a:r>
              <a:rPr lang="" sz="2000" dirty="0"/>
              <a:t>Paiement en ligne</a:t>
            </a:r>
            <a:endParaRPr lang="fr-FR" sz="2000" dirty="0">
              <a:latin typeface="Times New Roman" panose="02020603050405020304" pitchFamily="18" charset="0"/>
              <a:cs typeface="Times New Roman" panose="02020603050405020304" pitchFamily="18" charset="0"/>
            </a:endParaRPr>
          </a:p>
        </p:txBody>
      </p:sp>
      <p:sp>
        <p:nvSpPr>
          <p:cNvPr id="28" name="ZoneTexte 27">
            <a:extLst>
              <a:ext uri="{FF2B5EF4-FFF2-40B4-BE49-F238E27FC236}">
                <a16:creationId xmlns:a16="http://schemas.microsoft.com/office/drawing/2014/main" id="{1FB87487-A15A-6982-9274-91962D3FA9B2}"/>
              </a:ext>
            </a:extLst>
          </p:cNvPr>
          <p:cNvSpPr txBox="1"/>
          <p:nvPr/>
        </p:nvSpPr>
        <p:spPr>
          <a:xfrm>
            <a:off x="8858252" y="13052907"/>
            <a:ext cx="2085975" cy="707886"/>
          </a:xfrm>
          <a:prstGeom prst="rect">
            <a:avLst/>
          </a:prstGeom>
          <a:noFill/>
        </p:spPr>
        <p:txBody>
          <a:bodyPr wrap="square" rtlCol="0">
            <a:spAutoFit/>
          </a:bodyPr>
          <a:lstStyle/>
          <a:p>
            <a:pPr marL="342900" indent="-342900">
              <a:buFont typeface="Arial" panose="020B0604020202020204" pitchFamily="34" charset="0"/>
              <a:buChar char="•"/>
            </a:pPr>
            <a:r>
              <a:rPr lang="" sz="2000" dirty="0">
                <a:solidFill>
                  <a:schemeClr val="bg1"/>
                </a:solidFill>
              </a:rPr>
              <a:t>Professionnels</a:t>
            </a:r>
          </a:p>
          <a:p>
            <a:pPr marL="342900" indent="-342900">
              <a:buFont typeface="Arial" panose="020B0604020202020204" pitchFamily="34" charset="0"/>
              <a:buChar char="•"/>
            </a:pPr>
            <a:r>
              <a:rPr lang="" sz="2000" dirty="0">
                <a:solidFill>
                  <a:schemeClr val="bg1"/>
                </a:solidFill>
              </a:rPr>
              <a:t>Techniques</a:t>
            </a:r>
            <a:endParaRPr lang="fr-FR" sz="2000" dirty="0">
              <a:solidFill>
                <a:schemeClr val="bg1"/>
              </a:solidFill>
              <a:latin typeface="Times New Roman" panose="02020603050405020304" pitchFamily="18" charset="0"/>
              <a:cs typeface="Times New Roman" panose="02020603050405020304" pitchFamily="18" charset="0"/>
            </a:endParaRPr>
          </a:p>
        </p:txBody>
      </p:sp>
      <p:sp>
        <p:nvSpPr>
          <p:cNvPr id="29" name="Slide Number Placeholder 0">
            <a:extLst>
              <a:ext uri="{FF2B5EF4-FFF2-40B4-BE49-F238E27FC236}">
                <a16:creationId xmlns:a16="http://schemas.microsoft.com/office/drawing/2014/main" id="{E506AD2C-16AD-F7A7-3E86-6916C4FA9CA7}"/>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21</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93BC0-D33A-D533-A8AC-AB89713C944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067683D-E215-1688-1E7C-BBA9145CF3B8}"/>
              </a:ext>
            </a:extLst>
          </p:cNvPr>
          <p:cNvSpPr>
            <a:spLocks noGrp="1"/>
          </p:cNvSpPr>
          <p:nvPr>
            <p:ph type="title" idx="100" hasCustomPrompt="1"/>
          </p:nvPr>
        </p:nvSpPr>
        <p:spPr>
          <a:xfrm>
            <a:off x="838200" y="311618"/>
            <a:ext cx="10515600" cy="1097280"/>
          </a:xfrm>
          <a:prstGeom prst="rect">
            <a:avLst/>
          </a:prstGeom>
          <a:noFill/>
          <a:ln/>
        </p:spPr>
        <p:txBody>
          <a:bodyPr wrap="square" lIns="0" tIns="0" rIns="0" bIns="0" rtlCol="0" anchor="ctr"/>
          <a:lstStyle/>
          <a:p>
            <a:pPr marL="0" indent="0" algn="ctr">
              <a:buNone/>
            </a:pPr>
            <a:r>
              <a:rPr lang="en-US" sz="4400" b="1" dirty="0">
                <a:solidFill>
                  <a:schemeClr val="bg1"/>
                </a:solidFill>
              </a:rPr>
              <a:t>Conclusion</a:t>
            </a:r>
            <a:endParaRPr lang="en-US" sz="4400" dirty="0"/>
          </a:p>
        </p:txBody>
      </p:sp>
      <p:sp>
        <p:nvSpPr>
          <p:cNvPr id="9" name="Card Accès immédiat">
            <a:extLst>
              <a:ext uri="{FF2B5EF4-FFF2-40B4-BE49-F238E27FC236}">
                <a16:creationId xmlns:a16="http://schemas.microsoft.com/office/drawing/2014/main" id="{1B55DE4A-7FFB-B352-67B0-3959F6B6C726}"/>
              </a:ext>
            </a:extLst>
          </p:cNvPr>
          <p:cNvSpPr/>
          <p:nvPr/>
        </p:nvSpPr>
        <p:spPr>
          <a:xfrm>
            <a:off x="838199" y="1823235"/>
            <a:ext cx="2905125" cy="4048927"/>
          </a:xfrm>
          <a:prstGeom prst="roundRect">
            <a:avLst>
              <a:gd name="adj" fmla="val 9231"/>
            </a:avLst>
          </a:prstGeom>
          <a:solidFill>
            <a:schemeClr val="bg2"/>
          </a:solidFill>
          <a:ln w="12700">
            <a:solidFill>
              <a:schemeClr val="bg2"/>
            </a:solidFill>
            <a:prstDash val="solid"/>
          </a:ln>
        </p:spPr>
        <p:txBody>
          <a:bodyPr/>
          <a:lstStyle/>
          <a:p>
            <a:endParaRPr lang="LID4096" dirty="0"/>
          </a:p>
        </p:txBody>
      </p:sp>
      <p:sp>
        <p:nvSpPr>
          <p:cNvPr id="11" name="Card Accès immédiat">
            <a:extLst>
              <a:ext uri="{FF2B5EF4-FFF2-40B4-BE49-F238E27FC236}">
                <a16:creationId xmlns:a16="http://schemas.microsoft.com/office/drawing/2014/main" id="{A9D1379B-AA8D-FA04-F350-584CD3FFF252}"/>
              </a:ext>
            </a:extLst>
          </p:cNvPr>
          <p:cNvSpPr/>
          <p:nvPr/>
        </p:nvSpPr>
        <p:spPr>
          <a:xfrm>
            <a:off x="4643436" y="1818874"/>
            <a:ext cx="2905125" cy="4048927"/>
          </a:xfrm>
          <a:prstGeom prst="roundRect">
            <a:avLst>
              <a:gd name="adj" fmla="val 9231"/>
            </a:avLst>
          </a:prstGeom>
          <a:solidFill>
            <a:schemeClr val="tx1">
              <a:lumMod val="50000"/>
              <a:lumOff val="50000"/>
            </a:schemeClr>
          </a:solidFill>
          <a:ln w="12700">
            <a:solidFill>
              <a:schemeClr val="bg2"/>
            </a:solidFill>
            <a:prstDash val="solid"/>
          </a:ln>
        </p:spPr>
      </p:sp>
      <p:sp>
        <p:nvSpPr>
          <p:cNvPr id="13" name="Card Accès immédiat">
            <a:extLst>
              <a:ext uri="{FF2B5EF4-FFF2-40B4-BE49-F238E27FC236}">
                <a16:creationId xmlns:a16="http://schemas.microsoft.com/office/drawing/2014/main" id="{2FA924A8-8723-C9CE-4760-93407E7D0CEC}"/>
              </a:ext>
            </a:extLst>
          </p:cNvPr>
          <p:cNvSpPr/>
          <p:nvPr/>
        </p:nvSpPr>
        <p:spPr>
          <a:xfrm>
            <a:off x="8448672" y="1818873"/>
            <a:ext cx="2905125" cy="4048927"/>
          </a:xfrm>
          <a:prstGeom prst="roundRect">
            <a:avLst>
              <a:gd name="adj" fmla="val 9231"/>
            </a:avLst>
          </a:prstGeom>
          <a:solidFill>
            <a:schemeClr val="tx2">
              <a:lumMod val="75000"/>
            </a:schemeClr>
          </a:solidFill>
          <a:ln w="12700">
            <a:solidFill>
              <a:schemeClr val="bg2"/>
            </a:solidFill>
            <a:prstDash val="solid"/>
          </a:ln>
        </p:spPr>
      </p:sp>
      <p:sp>
        <p:nvSpPr>
          <p:cNvPr id="14" name="ZoneTexte 13">
            <a:extLst>
              <a:ext uri="{FF2B5EF4-FFF2-40B4-BE49-F238E27FC236}">
                <a16:creationId xmlns:a16="http://schemas.microsoft.com/office/drawing/2014/main" id="{91A1560C-507A-F71D-0558-C702F896B794}"/>
              </a:ext>
            </a:extLst>
          </p:cNvPr>
          <p:cNvSpPr txBox="1"/>
          <p:nvPr/>
        </p:nvSpPr>
        <p:spPr>
          <a:xfrm>
            <a:off x="1247773" y="2196998"/>
            <a:ext cx="2085975" cy="400110"/>
          </a:xfrm>
          <a:prstGeom prst="rect">
            <a:avLst/>
          </a:prstGeom>
          <a:noFill/>
        </p:spPr>
        <p:txBody>
          <a:bodyPr wrap="square" rtlCol="0">
            <a:spAutoFit/>
          </a:bodyPr>
          <a:lstStyle/>
          <a:p>
            <a:pPr algn="ctr"/>
            <a:r>
              <a:rPr lang="fr-FR" sz="2000" b="1" i="1" dirty="0">
                <a:latin typeface="Times New Roman" panose="02020603050405020304" pitchFamily="18" charset="0"/>
                <a:cs typeface="Times New Roman" panose="02020603050405020304" pitchFamily="18" charset="0"/>
              </a:rPr>
              <a:t>Bilan du projet</a:t>
            </a:r>
          </a:p>
        </p:txBody>
      </p:sp>
      <p:sp>
        <p:nvSpPr>
          <p:cNvPr id="16" name="ZoneTexte 15">
            <a:extLst>
              <a:ext uri="{FF2B5EF4-FFF2-40B4-BE49-F238E27FC236}">
                <a16:creationId xmlns:a16="http://schemas.microsoft.com/office/drawing/2014/main" id="{EEFF32B4-94FD-0C37-D4C1-FB564393EABA}"/>
              </a:ext>
            </a:extLst>
          </p:cNvPr>
          <p:cNvSpPr txBox="1"/>
          <p:nvPr/>
        </p:nvSpPr>
        <p:spPr>
          <a:xfrm>
            <a:off x="5053010" y="2043110"/>
            <a:ext cx="2085975" cy="707886"/>
          </a:xfrm>
          <a:prstGeom prst="rect">
            <a:avLst/>
          </a:prstGeom>
          <a:noFill/>
        </p:spPr>
        <p:txBody>
          <a:bodyPr wrap="square" rtlCol="0">
            <a:spAutoFit/>
          </a:bodyPr>
          <a:lstStyle/>
          <a:p>
            <a:pPr algn="ctr"/>
            <a:r>
              <a:rPr lang="" sz="2000" b="1" i="1" dirty="0">
                <a:latin typeface="Times New Roman" panose="02020603050405020304" pitchFamily="18" charset="0"/>
                <a:cs typeface="Times New Roman" panose="02020603050405020304" pitchFamily="18" charset="0"/>
              </a:rPr>
              <a:t>Perspectives d'Évolution</a:t>
            </a:r>
            <a:endParaRPr lang="fr-FR" sz="2000" b="1" i="1" dirty="0">
              <a:latin typeface="Times New Roman" panose="02020603050405020304" pitchFamily="18" charset="0"/>
              <a:cs typeface="Times New Roman" panose="02020603050405020304" pitchFamily="18" charset="0"/>
            </a:endParaRPr>
          </a:p>
        </p:txBody>
      </p:sp>
      <p:sp>
        <p:nvSpPr>
          <p:cNvPr id="18" name="ZoneTexte 17">
            <a:extLst>
              <a:ext uri="{FF2B5EF4-FFF2-40B4-BE49-F238E27FC236}">
                <a16:creationId xmlns:a16="http://schemas.microsoft.com/office/drawing/2014/main" id="{24936CCF-24AF-0BB2-CF42-69AB8913E0C8}"/>
              </a:ext>
            </a:extLst>
          </p:cNvPr>
          <p:cNvSpPr txBox="1"/>
          <p:nvPr/>
        </p:nvSpPr>
        <p:spPr>
          <a:xfrm>
            <a:off x="8858252" y="2196998"/>
            <a:ext cx="2085975" cy="400110"/>
          </a:xfrm>
          <a:prstGeom prst="rect">
            <a:avLst/>
          </a:prstGeom>
          <a:noFill/>
        </p:spPr>
        <p:txBody>
          <a:bodyPr wrap="square" rtlCol="0">
            <a:spAutoFit/>
          </a:bodyPr>
          <a:lstStyle/>
          <a:p>
            <a:pPr algn="ctr"/>
            <a:r>
              <a:rPr lang="" sz="2000" b="1" i="1" dirty="0">
                <a:solidFill>
                  <a:schemeClr val="bg1"/>
                </a:solidFill>
                <a:latin typeface="Times New Roman" panose="02020603050405020304" pitchFamily="18" charset="0"/>
                <a:cs typeface="Times New Roman" panose="02020603050405020304" pitchFamily="18" charset="0"/>
              </a:rPr>
              <a:t>Apports du Stage</a:t>
            </a:r>
            <a:endParaRPr lang="fr-FR" sz="2000" b="1" i="1" dirty="0">
              <a:solidFill>
                <a:schemeClr val="bg1"/>
              </a:solidFill>
              <a:latin typeface="Times New Roman" panose="02020603050405020304" pitchFamily="18" charset="0"/>
              <a:cs typeface="Times New Roman" panose="02020603050405020304" pitchFamily="18" charset="0"/>
            </a:endParaRPr>
          </a:p>
        </p:txBody>
      </p:sp>
      <p:sp>
        <p:nvSpPr>
          <p:cNvPr id="20" name="ZoneTexte 19">
            <a:extLst>
              <a:ext uri="{FF2B5EF4-FFF2-40B4-BE49-F238E27FC236}">
                <a16:creationId xmlns:a16="http://schemas.microsoft.com/office/drawing/2014/main" id="{DCA58E8A-368B-DF6D-11B0-849B5A9EC637}"/>
              </a:ext>
            </a:extLst>
          </p:cNvPr>
          <p:cNvSpPr txBox="1"/>
          <p:nvPr/>
        </p:nvSpPr>
        <p:spPr>
          <a:xfrm>
            <a:off x="1247773" y="3011445"/>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Objectifs atteints</a:t>
            </a:r>
          </a:p>
          <a:p>
            <a:pPr marL="342900" indent="-342900">
              <a:buFont typeface="Arial" panose="020B0604020202020204" pitchFamily="34" charset="0"/>
              <a:buChar char="•"/>
            </a:pPr>
            <a:r>
              <a:rPr lang="" sz="2000" dirty="0"/>
              <a:t>Modernisation du SI</a:t>
            </a:r>
          </a:p>
          <a:p>
            <a:pPr marL="342900" indent="-342900">
              <a:buFont typeface="Arial" panose="020B0604020202020204" pitchFamily="34" charset="0"/>
              <a:buChar char="•"/>
            </a:pPr>
            <a:r>
              <a:rPr lang="" sz="2000" dirty="0"/>
              <a:t>Fiabilité technique</a:t>
            </a:r>
            <a:endParaRPr lang="fr-FR" sz="2000" dirty="0">
              <a:latin typeface="Times New Roman" panose="02020603050405020304" pitchFamily="18" charset="0"/>
              <a:cs typeface="Times New Roman" panose="02020603050405020304" pitchFamily="18" charset="0"/>
            </a:endParaRPr>
          </a:p>
        </p:txBody>
      </p:sp>
      <p:sp>
        <p:nvSpPr>
          <p:cNvPr id="24" name="ZoneTexte 23">
            <a:extLst>
              <a:ext uri="{FF2B5EF4-FFF2-40B4-BE49-F238E27FC236}">
                <a16:creationId xmlns:a16="http://schemas.microsoft.com/office/drawing/2014/main" id="{646A0746-D0EC-1637-27A7-7AF7FC6C665E}"/>
              </a:ext>
            </a:extLst>
          </p:cNvPr>
          <p:cNvSpPr txBox="1"/>
          <p:nvPr/>
        </p:nvSpPr>
        <p:spPr>
          <a:xfrm>
            <a:off x="5053010" y="2975232"/>
            <a:ext cx="2085975" cy="1323439"/>
          </a:xfrm>
          <a:prstGeom prst="rect">
            <a:avLst/>
          </a:prstGeom>
          <a:noFill/>
        </p:spPr>
        <p:txBody>
          <a:bodyPr wrap="square" rtlCol="0">
            <a:spAutoFit/>
          </a:bodyPr>
          <a:lstStyle/>
          <a:p>
            <a:pPr marL="342900" indent="-342900">
              <a:buFont typeface="Arial" panose="020B0604020202020204" pitchFamily="34" charset="0"/>
              <a:buChar char="•"/>
            </a:pPr>
            <a:r>
              <a:rPr lang="" sz="2000" dirty="0"/>
              <a:t>Mode Déconnecté</a:t>
            </a:r>
          </a:p>
          <a:p>
            <a:pPr marL="342900" indent="-342900">
              <a:buFont typeface="Arial" panose="020B0604020202020204" pitchFamily="34" charset="0"/>
              <a:buChar char="•"/>
            </a:pPr>
            <a:r>
              <a:rPr lang="" sz="2000" dirty="0"/>
              <a:t>Paiement en ligne</a:t>
            </a:r>
            <a:endParaRPr lang="fr-FR" sz="2000" dirty="0">
              <a:latin typeface="Times New Roman" panose="02020603050405020304" pitchFamily="18" charset="0"/>
              <a:cs typeface="Times New Roman" panose="02020603050405020304" pitchFamily="18" charset="0"/>
            </a:endParaRPr>
          </a:p>
        </p:txBody>
      </p:sp>
      <p:sp>
        <p:nvSpPr>
          <p:cNvPr id="28" name="ZoneTexte 27">
            <a:extLst>
              <a:ext uri="{FF2B5EF4-FFF2-40B4-BE49-F238E27FC236}">
                <a16:creationId xmlns:a16="http://schemas.microsoft.com/office/drawing/2014/main" id="{79B1705A-F32C-320B-EE63-AB526BEA02CA}"/>
              </a:ext>
            </a:extLst>
          </p:cNvPr>
          <p:cNvSpPr txBox="1"/>
          <p:nvPr/>
        </p:nvSpPr>
        <p:spPr>
          <a:xfrm>
            <a:off x="8858252" y="2975232"/>
            <a:ext cx="2085975" cy="707886"/>
          </a:xfrm>
          <a:prstGeom prst="rect">
            <a:avLst/>
          </a:prstGeom>
          <a:noFill/>
        </p:spPr>
        <p:txBody>
          <a:bodyPr wrap="square" rtlCol="0">
            <a:spAutoFit/>
          </a:bodyPr>
          <a:lstStyle/>
          <a:p>
            <a:pPr marL="342900" indent="-342900">
              <a:buFont typeface="Arial" panose="020B0604020202020204" pitchFamily="34" charset="0"/>
              <a:buChar char="•"/>
            </a:pPr>
            <a:r>
              <a:rPr lang="" sz="2000" dirty="0">
                <a:solidFill>
                  <a:schemeClr val="bg1"/>
                </a:solidFill>
              </a:rPr>
              <a:t>Professionnels</a:t>
            </a:r>
          </a:p>
          <a:p>
            <a:pPr marL="342900" indent="-342900">
              <a:buFont typeface="Arial" panose="020B0604020202020204" pitchFamily="34" charset="0"/>
              <a:buChar char="•"/>
            </a:pPr>
            <a:r>
              <a:rPr lang="" sz="2000" dirty="0">
                <a:solidFill>
                  <a:schemeClr val="bg1"/>
                </a:solidFill>
              </a:rPr>
              <a:t>Techniques</a:t>
            </a:r>
            <a:endParaRPr lang="fr-FR" sz="2000" dirty="0">
              <a:solidFill>
                <a:schemeClr val="bg1"/>
              </a:solidFill>
              <a:latin typeface="Times New Roman" panose="02020603050405020304" pitchFamily="18" charset="0"/>
              <a:cs typeface="Times New Roman" panose="02020603050405020304" pitchFamily="18" charset="0"/>
            </a:endParaRPr>
          </a:p>
        </p:txBody>
      </p:sp>
      <p:sp>
        <p:nvSpPr>
          <p:cNvPr id="29" name="Slide Number Placeholder 0">
            <a:extLst>
              <a:ext uri="{FF2B5EF4-FFF2-40B4-BE49-F238E27FC236}">
                <a16:creationId xmlns:a16="http://schemas.microsoft.com/office/drawing/2014/main" id="{AD01EC70-16C0-F08C-CD78-0BF8E52F66D9}"/>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21</a:t>
            </a:r>
          </a:p>
        </p:txBody>
      </p:sp>
    </p:spTree>
    <p:extLst>
      <p:ext uri="{BB962C8B-B14F-4D97-AF65-F5344CB8AC3E}">
        <p14:creationId xmlns:p14="http://schemas.microsoft.com/office/powerpoint/2010/main" val="244142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19406-0F1F-07E1-0EDE-1189C211AC2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68163FD-553E-C7E7-A185-22C1E8D7C367}"/>
              </a:ext>
            </a:extLst>
          </p:cNvPr>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ctr">
              <a:buNone/>
            </a:pPr>
            <a:r>
              <a:rPr lang="en-US" sz="4400" b="1" dirty="0">
                <a:solidFill>
                  <a:schemeClr val="bg1"/>
                </a:solidFill>
              </a:rPr>
              <a:t>Merci de </a:t>
            </a:r>
            <a:r>
              <a:rPr lang="en-US" sz="4400" b="1" dirty="0" err="1">
                <a:solidFill>
                  <a:schemeClr val="bg1"/>
                </a:solidFill>
              </a:rPr>
              <a:t>votre</a:t>
            </a:r>
            <a:r>
              <a:rPr lang="en-US" sz="4400" b="1" dirty="0">
                <a:solidFill>
                  <a:schemeClr val="bg1"/>
                </a:solidFill>
              </a:rPr>
              <a:t> aimable attention</a:t>
            </a:r>
            <a:endParaRPr lang="en-US" sz="4400" dirty="0"/>
          </a:p>
        </p:txBody>
      </p:sp>
      <p:sp>
        <p:nvSpPr>
          <p:cNvPr id="3" name="Text 0">
            <a:extLst>
              <a:ext uri="{FF2B5EF4-FFF2-40B4-BE49-F238E27FC236}">
                <a16:creationId xmlns:a16="http://schemas.microsoft.com/office/drawing/2014/main" id="{CDF5F312-2BAF-0959-FF96-D6EA540F4618}"/>
              </a:ext>
            </a:extLst>
          </p:cNvPr>
          <p:cNvSpPr>
            <a:spLocks noGrp="1"/>
          </p:cNvSpPr>
          <p:nvPr>
            <p:ph type="body" idx="101" hasCustomPrompt="1"/>
          </p:nvPr>
        </p:nvSpPr>
        <p:spPr>
          <a:xfrm>
            <a:off x="731520" y="3657600"/>
            <a:ext cx="10515600" cy="914400"/>
          </a:xfrm>
          <a:prstGeom prst="rect">
            <a:avLst/>
          </a:prstGeom>
          <a:noFill/>
          <a:ln/>
        </p:spPr>
        <p:txBody>
          <a:bodyPr wrap="square" lIns="0" tIns="0" rIns="0" bIns="0" rtlCol="0" anchor="t"/>
          <a:lstStyle/>
          <a:p>
            <a:pPr marL="0" indent="0" algn="ctr">
              <a:buNone/>
            </a:pPr>
            <a:r>
              <a:rPr lang="en-US" sz="2200" dirty="0">
                <a:solidFill>
                  <a:schemeClr val="accent1"/>
                </a:solidFill>
              </a:rPr>
              <a:t>Questions ?</a:t>
            </a:r>
            <a:endParaRPr lang="en-US" sz="2200" dirty="0"/>
          </a:p>
        </p:txBody>
      </p:sp>
      <p:sp>
        <p:nvSpPr>
          <p:cNvPr id="4" name="Slide Number Placeholder 0">
            <a:extLst>
              <a:ext uri="{FF2B5EF4-FFF2-40B4-BE49-F238E27FC236}">
                <a16:creationId xmlns:a16="http://schemas.microsoft.com/office/drawing/2014/main" id="{3FEFDF2F-4C17-2D58-1AC9-8174EFA6B6F6}"/>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22</a:t>
            </a:r>
          </a:p>
        </p:txBody>
      </p:sp>
    </p:spTree>
    <p:extLst>
      <p:ext uri="{BB962C8B-B14F-4D97-AF65-F5344CB8AC3E}">
        <p14:creationId xmlns:p14="http://schemas.microsoft.com/office/powerpoint/2010/main" val="2708641797"/>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3250">
        <p15:prstTrans prst="origami"/>
      </p:transition>
    </mc:Choice>
    <mc:Fallback xmlns="">
      <p:transition spd="slow">
        <p:fade/>
      </p:transition>
    </mc:Fallback>
  </mc:AlternateContent>
</p:sld>
</file>

<file path=ppt/theme/theme1.xml><?xml version="1.0" encoding="utf-8"?>
<a:theme xmlns:a="http://schemas.openxmlformats.org/drawingml/2006/main" name="AUXIASSUR">
  <a:themeElements>
    <a:clrScheme name="AUXIASSUR">
      <a:dk1>
        <a:srgbClr val="1B2A33"/>
      </a:dk1>
      <a:lt1>
        <a:srgbClr val="FFFFFF"/>
      </a:lt1>
      <a:dk2>
        <a:srgbClr val="0B3C5D"/>
      </a:dk2>
      <a:lt2>
        <a:srgbClr val="EAF1F5"/>
      </a:lt2>
      <a:accent1>
        <a:srgbClr val="F2A541"/>
      </a:accent1>
      <a:accent2>
        <a:srgbClr val="1C7293"/>
      </a:accent2>
      <a:accent3>
        <a:srgbClr val="328CC1"/>
      </a:accent3>
      <a:accent4>
        <a:srgbClr val="6B8E9B"/>
      </a:accent4>
      <a:accent5>
        <a:srgbClr val="2E8B6A"/>
      </a:accent5>
      <a:accent6>
        <a:srgbClr val="B85042"/>
      </a:accent6>
      <a:hlink>
        <a:srgbClr val="1C7293"/>
      </a:hlink>
      <a:folHlink>
        <a:srgbClr val="6B8E9B"/>
      </a:folHlink>
    </a:clrScheme>
    <a:fontScheme name="AUXIASSU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480</TotalTime>
  <Words>3539</Words>
  <Application>Microsoft Office PowerPoint</Application>
  <PresentationFormat>Grand écran</PresentationFormat>
  <Paragraphs>336</Paragraphs>
  <Slides>25</Slides>
  <Notes>25</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25</vt:i4>
      </vt:variant>
    </vt:vector>
  </HeadingPairs>
  <TitlesOfParts>
    <vt:vector size="30" baseType="lpstr">
      <vt:lpstr>Arial</vt:lpstr>
      <vt:lpstr>Calibri</vt:lpstr>
      <vt:lpstr>Cambria</vt:lpstr>
      <vt:lpstr>Times New Roman</vt:lpstr>
      <vt:lpstr>AUXIASSUR</vt:lpstr>
      <vt:lpstr>Conception et développement d’une application de gestion d’assurance automobile</vt:lpstr>
      <vt:lpstr>Conception et développement d'une application de gestion d'assurance automobile</vt:lpstr>
      <vt:lpstr>Plan de la présentation</vt:lpstr>
      <vt:lpstr>Plan de la présentation</vt:lpstr>
      <vt:lpstr>Partie 1 : Étude préalable</vt:lpstr>
      <vt:lpstr>AUXIMAD et son service AUXIASSUR</vt:lpstr>
      <vt:lpstr>Organigramme générale</vt:lpstr>
      <vt:lpstr>Présentation du Projet : AUXIDRIVE</vt:lpstr>
      <vt:lpstr>Etude de l’éxistant</vt:lpstr>
      <vt:lpstr>Limites du système actuel</vt:lpstr>
      <vt:lpstr>Comparaisons des solutions</vt:lpstr>
      <vt:lpstr>Solution retenue : une application web</vt:lpstr>
      <vt:lpstr>Planning du projet</vt:lpstr>
      <vt:lpstr>Partie 2 : Étude détaillée</vt:lpstr>
      <vt:lpstr>Diagramme de cas d'utilisation</vt:lpstr>
      <vt:lpstr>Diagramme de cas d'utilisation</vt:lpstr>
      <vt:lpstr>Diagrammes de sequence – Sinistre Phase 1</vt:lpstr>
      <vt:lpstr>Diagrammes de sequence – Sinistre Phase 2</vt:lpstr>
      <vt:lpstr>Diagrammes d'activité</vt:lpstr>
      <vt:lpstr>Diagramme de classes</vt:lpstr>
      <vt:lpstr>Partie 3 : Réalisation</vt:lpstr>
      <vt:lpstr>Démonstration…</vt:lpstr>
      <vt:lpstr>Conclusion</vt:lpstr>
      <vt:lpstr>Conclusion</vt:lpstr>
      <vt:lpstr>Merci de votre aimable attention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AUXIASSUR - Soutenance</dc:title>
  <dc:subject>PptxGenJS Presentation</dc:subject>
  <dc:creator>PptxGenJS</dc:creator>
  <cp:lastModifiedBy>Ny Harena Rafalimanana</cp:lastModifiedBy>
  <cp:revision>83</cp:revision>
  <dcterms:created xsi:type="dcterms:W3CDTF">2026-10-07T16:12:22Z</dcterms:created>
  <dcterms:modified xsi:type="dcterms:W3CDTF">2026-10-13T03:08:34Z</dcterms:modified>
</cp:coreProperties>
</file>